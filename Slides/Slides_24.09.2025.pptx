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4B3E-C556-21AA-8B64-188FFFA34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187BD-6EC9-C5CA-9F56-BB4D78399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8579E-E78C-DB5A-6021-728C55A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DF74-10A8-1559-65C0-F3ACD3D4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7F837-4A64-5FD5-E48F-878EA05B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1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5619-870D-FF6E-88E5-99840E37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389A-819E-9606-AB17-01BCBAA14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B17A-C083-91AB-EC14-CF562697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E590-C831-5CD9-0C8A-B533797F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63999-14ED-B882-F8FC-45444DB2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48E6-8DB2-70DE-EFD4-64323639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FE846-D22E-5661-0CAC-86568A75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4367-16AF-7F02-5CBD-87F3DF88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D9AD-D7BA-5C75-5AFC-1A89A551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9A70-4A70-2014-7297-0B7987F1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5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7700-4A41-BD45-DB33-A10EE113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2B2E9-99F8-01E2-BF9D-A4D2FC7FA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51EF-EBC3-6DF1-353F-C3BC01A7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FFD0-8684-12BD-CFB7-69F33CF3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7FF90-8E83-DC88-BABC-94CEFDEB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9A593-C608-256D-6D2B-BF8402E2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0EC0-E28C-1034-CC86-8F2E49B0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5E6D-1791-B9F3-1866-EDE153B0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BA16A-7304-38C4-05BF-0933A0D25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9AC88-3FD9-182B-7543-D557BF5C3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F76E4-CC65-A5AC-9FA9-8A9F01459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A4142-E8E9-C8D1-C8DD-5AEFA8DE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F67CF-1A11-2C40-781E-D6AF1161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712B2-06BB-7156-2824-4C32B9A5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2700-B3BC-5E65-1ED1-832B80FE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9677F-71EA-9083-CDD5-D9A5E26A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0E2F9-E2E6-FD04-6FAA-EB45AAE1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36FA6-D58C-3AA2-B098-1BD3E7A0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E949E-8DF6-6687-E98F-B082E687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F480F-80DE-6F61-8923-DF9DB6BE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1C99-C85E-96C8-125D-05A50416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1277-FB7B-EA65-8DA6-CB047C06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BA4E-4776-6AE3-7FCF-A17629E7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5BE6B-28FA-D7A6-AD48-BCED801D6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B9B94-650E-8162-C717-4F8AF322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59056-06F2-3056-3F5C-448861C5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67DBD-707C-441C-45D4-36416874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5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D8A9-D69A-2D4E-CD97-A37F18C5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0AC38-AD38-F897-9D86-5AC91CE4B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001D8-60A9-B3A7-4FCC-B9EC1F139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7E0BB-9D2B-EEEA-63D0-8C80516D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64C62-5FA1-B273-EE3A-A89888A2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5E84D-9ACE-7470-F5FB-7BA742F2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6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A40F-A6DE-18ED-B3DC-43563A84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273BA-CADC-1625-BBE4-0F8664CD5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3A1D-1CA3-D963-C5A1-8EA4F672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2A437-B3E5-B11C-92C8-A773E1C2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9DEDE-4E12-2A32-3687-E8F45BC4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7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30B6A-627A-D7FE-063A-EDC0F5548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AB274-C7E1-5B4C-CDB4-338F6BB90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F4B8-5C24-5988-9EB9-4E21737B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7CA5E-2E1B-FD9E-F84D-99C15380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D4DEB-F8E6-C1EC-C4EF-23249641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7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A2DF4-D5A2-F253-F636-A8DBAED5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9F748-3856-163F-3ADC-2314FCC38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2D052-6B2A-323E-E87F-011E66906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46E66-01F5-4C8B-A717-B28BBDBE6F0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BC15-94D5-3E3A-95CA-CA9FCCE7B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A0CE-FB44-3D6C-87AC-C6794580A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0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E6922-812D-23BF-4533-C5A4287A5D2D}"/>
              </a:ext>
            </a:extLst>
          </p:cNvPr>
          <p:cNvSpPr txBox="1"/>
          <p:nvPr/>
        </p:nvSpPr>
        <p:spPr>
          <a:xfrm>
            <a:off x="795236" y="1568013"/>
            <a:ext cx="5853620" cy="191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400"/>
              </a:lnSpc>
              <a:buAutoNum type="arabicPeriod"/>
            </a:pP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next draft will be in LaTeX. </a:t>
            </a:r>
          </a:p>
          <a:p>
            <a:pPr marL="342900" indent="-342900" algn="just">
              <a:lnSpc>
                <a:spcPts val="24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adjustments: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tracking error to Actor network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setpoint tracking.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time-horizon of the MPC. 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1A6F3-C423-CBC1-4C9F-19691BBA699C}"/>
              </a:ext>
            </a:extLst>
          </p:cNvPr>
          <p:cNvSpPr txBox="1"/>
          <p:nvPr/>
        </p:nvSpPr>
        <p:spPr>
          <a:xfrm>
            <a:off x="795236" y="3461373"/>
            <a:ext cx="5853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on journal or conferences for publishing. Possible options: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Process Control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&amp; Engineering Chemistry Research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Smart Grid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64E8B1-A607-5C02-3FDE-1C0E0088E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44" y="267560"/>
            <a:ext cx="2785186" cy="306371"/>
          </a:xfrm>
          <a:prstGeom prst="rect">
            <a:avLst/>
          </a:prstGeom>
        </p:spPr>
      </p:pic>
      <p:pic>
        <p:nvPicPr>
          <p:cNvPr id="10" name="Picture 9" descr="A diagram of a machine&#10;&#10;AI-generated content may be incorrect.">
            <a:extLst>
              <a:ext uri="{FF2B5EF4-FFF2-40B4-BE49-F238E27FC236}">
                <a16:creationId xmlns:a16="http://schemas.microsoft.com/office/drawing/2014/main" id="{BADF6659-7244-018B-930C-F71288275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745" y="295773"/>
            <a:ext cx="3533829" cy="647218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15DDAB-306F-5841-7BBA-81FA41CEE05A}"/>
              </a:ext>
            </a:extLst>
          </p:cNvPr>
          <p:cNvSpPr/>
          <p:nvPr/>
        </p:nvSpPr>
        <p:spPr>
          <a:xfrm>
            <a:off x="8589523" y="3784060"/>
            <a:ext cx="1245141" cy="55447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F4658-0FB2-3D90-4B9C-D390D7BAEA44}"/>
              </a:ext>
            </a:extLst>
          </p:cNvPr>
          <p:cNvSpPr/>
          <p:nvPr/>
        </p:nvSpPr>
        <p:spPr>
          <a:xfrm>
            <a:off x="8245812" y="6036935"/>
            <a:ext cx="1245141" cy="55447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3D325F-9D0E-BCD0-2FB8-6E368B89B7C0}"/>
              </a:ext>
            </a:extLst>
          </p:cNvPr>
          <p:cNvSpPr txBox="1"/>
          <p:nvPr/>
        </p:nvSpPr>
        <p:spPr>
          <a:xfrm>
            <a:off x="103504" y="6436551"/>
            <a:ext cx="176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September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5397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3</cp:revision>
  <dcterms:created xsi:type="dcterms:W3CDTF">2025-09-24T15:06:43Z</dcterms:created>
  <dcterms:modified xsi:type="dcterms:W3CDTF">2025-09-24T18:32:12Z</dcterms:modified>
</cp:coreProperties>
</file>