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2" r:id="rId2"/>
    <p:sldId id="263" r:id="rId3"/>
    <p:sldId id="26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DD5D54-CE7B-4A69-9D25-FC42412A545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3EEDB2-3576-468C-AB7E-39D5D47B5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0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F3A4A-89E2-7D3B-C560-31716872C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186FBB-0F3F-2CCF-0235-3309C8B2E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CE3C8-644F-0AB9-97F2-20E736012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4FE2C-F329-4263-AE16-6E0788AF1F79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5FB2D-2724-1C4E-0C02-FF716A814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9C738-8B3C-A76D-CA53-15853AD09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2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B99F8-249B-70D0-1D53-1C01BDB4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9D58A-B0A7-9652-3D33-2ADABE618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EB758-D391-3FC4-B03E-081D79763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C2ABD-274F-42EB-9C84-BD06F721D669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FFE0A-D4FF-5A67-4DAE-7A0B5203A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225BD-9749-FD72-75BF-AC45B6FD5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03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5FE8D-31B8-783B-BD2F-ECBBF13EA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3756B-6212-0586-EE2E-742F6EBCB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D2442-25C1-B243-DF4E-5948A938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ED107-E288-4CBF-882F-03EA07192B90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5B4F6-F44D-7180-FE68-62FD3512E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A70EC-23E1-2B72-0E29-79B5FF7FF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16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B8A0B-4DB9-5929-98BE-98EA2A1AF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731DE-4FBE-5FCA-C4F8-C8C3B14A08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37D26-EEC7-1EC7-CF90-BEBE38DFF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01D25E-2B88-1117-692D-BD0A27C0F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C9B6-4860-4DDE-AB9F-10D72940FEC7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C878F-CE2E-AE34-2B3C-36C5B7AEF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73104-89C9-8FFE-7EC9-AED818769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944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F42E6-729B-2A29-B3AD-3A8CF5D69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76A23-6158-A54E-1376-E46CAC3B5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0B5CD-9534-738F-6044-E5B5D098A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DDA0A5-8EDB-9D69-FA2F-22C7618E94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F84113-7507-0743-3312-0F8B1C2BC3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8F8427-2CC4-1B59-765D-A586DE8D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D5BCB-CC70-47FD-B441-EFB70B3D0E95}" type="datetime1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7E8939-D3F0-2B8C-5F94-2810D9F89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2EE9C0-7A49-B288-DDEF-477003DA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4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702A6-59B8-23D8-2CE1-8C118BFEF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B91851-02CA-E060-FAF1-1A0B81875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7663-EEB9-4E1B-9FAA-7DD096E29C46}" type="datetime1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8BD100-D46C-EB99-122C-AC8DA4FA6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A4456-459A-8E0D-1730-09B6666CF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549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E84538-29AF-5E29-9C53-627C35660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2BDF6-1CCE-4A8D-B758-E28D1CA246F9}" type="datetime1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4A885F-DE10-1AB4-CF16-734FA3173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66B9E-6050-2ECB-9B19-15566E6F1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329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D4C2A-5BCE-60E8-3990-BCEF48717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6503E-0D48-ADF5-4992-AC339DB57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F5103F-92E0-1ED8-5F84-4564CAE7F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47629-707A-5A94-CC01-416555768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E365-7470-464A-8369-C7FCE7CE6DB1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2AB45-00D9-8397-CDB2-A127CE86F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8BB3B-A1C8-A9BA-2AE9-3437C3086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1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5FA7A-1AC8-F98F-5405-8D9C13985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E6E536-3503-CB6E-119E-6B1DAE92F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4B6B81-FEE2-C248-C6A4-AAB8922CC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9307D-07E5-E07C-E3AA-13434206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8DE9-2D8D-46CF-A159-A4E17CFF755B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92DD1-8BE3-C745-780C-81D70B2DA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EE049-6859-5F61-B067-037A0EBC1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77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BCF6-69F4-A762-D0FA-EE66C13E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AD4DFE-6E45-3D88-7F88-7FB0618B7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7C37D-7B43-6AA1-9683-0630B2A88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E748-97C8-4B26-A1D7-05D698BEF1BC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B75A1-ACDD-7500-8ED5-4DB58B956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49A12-555A-B083-8442-394BE27A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4905F7-6054-C812-7E1F-D17016844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D1D5D-6CD3-E7DB-AB2C-85B72691C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2AF6B-D717-E762-0166-2DEEE0874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6064-09C0-48DA-AC1E-F31F2AC8E5A0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77A75-F77C-7F7B-298A-CB72449C5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64FBF-EC5A-4CE8-EE06-B97537757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3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8516E3-12CD-0C90-F785-1CBDAFFBE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943CD-9E82-DF1F-96E4-43FDE0E58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02E54-0043-6A54-A385-C79A4F19FF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E1BEF5-42AD-40FF-BCD0-69C68157891D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E13B5-064E-D10B-FEFC-04F227D043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E0289-15C6-2EA0-2D83-1EE34E47E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220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5F58D-D293-FC89-51DC-68E900032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FC4BF5-61C8-9264-34CC-2B33D026A0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75" y="490046"/>
            <a:ext cx="2785186" cy="306371"/>
          </a:xfrm>
          <a:prstGeom prst="rect">
            <a:avLst/>
          </a:prstGeom>
        </p:spPr>
      </p:pic>
      <p:pic>
        <p:nvPicPr>
          <p:cNvPr id="7" name="Picture 6" descr="A graph showing the growth of a company&#10;&#10;AI-generated content may be incorrect.">
            <a:extLst>
              <a:ext uri="{FF2B5EF4-FFF2-40B4-BE49-F238E27FC236}">
                <a16:creationId xmlns:a16="http://schemas.microsoft.com/office/drawing/2014/main" id="{FB4098D5-4FF4-9C92-7823-2577CEBD91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748" y="905242"/>
            <a:ext cx="4410703" cy="2406886"/>
          </a:xfrm>
          <a:prstGeom prst="rect">
            <a:avLst/>
          </a:prstGeom>
        </p:spPr>
      </p:pic>
      <p:pic>
        <p:nvPicPr>
          <p:cNvPr id="9" name="Picture 8" descr="A graph of blue and orange lines&#10;&#10;AI-generated content may be incorrect.">
            <a:extLst>
              <a:ext uri="{FF2B5EF4-FFF2-40B4-BE49-F238E27FC236}">
                <a16:creationId xmlns:a16="http://schemas.microsoft.com/office/drawing/2014/main" id="{62A14843-7A9E-1693-139B-16A0464471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255" y="3437096"/>
            <a:ext cx="4243196" cy="25885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C8E52B8-64B4-5587-C00C-15F078943326}"/>
              </a:ext>
            </a:extLst>
          </p:cNvPr>
          <p:cNvSpPr txBox="1"/>
          <p:nvPr/>
        </p:nvSpPr>
        <p:spPr>
          <a:xfrm>
            <a:off x="406230" y="1154492"/>
            <a:ext cx="6331400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/>
              <a:t>1) Testing generalization over LFP, NMC, NCA battery system</a:t>
            </a:r>
          </a:p>
          <a:p>
            <a:pPr lvl="0">
              <a:lnSpc>
                <a:spcPct val="150000"/>
              </a:lnSpc>
            </a:pPr>
            <a:r>
              <a:rPr lang="en-US" dirty="0"/>
              <a:t>2) Added measurement noise to SoC</a:t>
            </a:r>
          </a:p>
          <a:p>
            <a:pPr lvl="0">
              <a:lnSpc>
                <a:spcPct val="150000"/>
              </a:lnSpc>
            </a:pPr>
            <a:r>
              <a:rPr lang="en-US" dirty="0"/>
              <a:t>3) Optimized MPC horizon (4 hour) and simulation timestep (20minutes)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7BB611-3071-D962-27AC-7DA3F0AD2EF9}"/>
              </a:ext>
            </a:extLst>
          </p:cNvPr>
          <p:cNvSpPr txBox="1"/>
          <p:nvPr/>
        </p:nvSpPr>
        <p:spPr>
          <a:xfrm>
            <a:off x="1052952" y="5437351"/>
            <a:ext cx="633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SEI growth, chosen action, capacity remain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54C0E0C-7D66-1ED0-1D5C-C235AB6871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064" y="3136120"/>
            <a:ext cx="6079539" cy="187850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428C1AE-0DBE-66B9-3FDA-6E8CC81BFEE9}"/>
              </a:ext>
            </a:extLst>
          </p:cNvPr>
          <p:cNvSpPr txBox="1"/>
          <p:nvPr/>
        </p:nvSpPr>
        <p:spPr>
          <a:xfrm>
            <a:off x="129744" y="6550223"/>
            <a:ext cx="29863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12-Nov-2025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FB25A68-ACA6-B896-6B1A-1532A3B265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269" y="5438976"/>
            <a:ext cx="392617" cy="36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11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735A9-7BB5-E49D-35EE-82FD112A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9A3ADA-5DEB-97F5-95E8-E403E76F71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96" t="11684" r="5695"/>
          <a:stretch>
            <a:fillRect/>
          </a:stretch>
        </p:blipFill>
        <p:spPr>
          <a:xfrm>
            <a:off x="2827506" y="743996"/>
            <a:ext cx="6536988" cy="53700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90540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C96AB-2E60-F3A1-00C1-F5DD8ABA6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01933A-ACCC-2EDB-9B75-6F431D772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15" y="1379248"/>
            <a:ext cx="11138170" cy="35851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5AEBCB-2971-B903-A8D3-096A1CFBF3DC}"/>
              </a:ext>
            </a:extLst>
          </p:cNvPr>
          <p:cNvSpPr txBox="1"/>
          <p:nvPr/>
        </p:nvSpPr>
        <p:spPr>
          <a:xfrm>
            <a:off x="526915" y="666716"/>
            <a:ext cx="6331400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dirty="0"/>
              <a:t>Theme selection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968222-FA05-A232-73C2-316AA0FA2425}"/>
              </a:ext>
            </a:extLst>
          </p:cNvPr>
          <p:cNvSpPr txBox="1"/>
          <p:nvPr/>
        </p:nvSpPr>
        <p:spPr>
          <a:xfrm>
            <a:off x="727953" y="5337231"/>
            <a:ext cx="633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Plagiarism check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PIN</a:t>
            </a:r>
          </a:p>
        </p:txBody>
      </p:sp>
    </p:spTree>
    <p:extLst>
      <p:ext uri="{BB962C8B-B14F-4D97-AF65-F5344CB8AC3E}">
        <p14:creationId xmlns:p14="http://schemas.microsoft.com/office/powerpoint/2010/main" val="1882939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1776</TotalTime>
  <Words>51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Pourjam, Rasa</dc:creator>
  <cp:lastModifiedBy>Pourjam, Rasa</cp:lastModifiedBy>
  <cp:revision>16</cp:revision>
  <dcterms:created xsi:type="dcterms:W3CDTF">2025-10-02T19:56:12Z</dcterms:created>
  <dcterms:modified xsi:type="dcterms:W3CDTF">2025-11-12T15:04:27Z</dcterms:modified>
</cp:coreProperties>
</file>