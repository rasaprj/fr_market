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61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RL-DU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0.05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Sheet1!$A$3:$A$4817</c:f>
              <c:numCache>
                <c:formatCode>General</c:formatCode>
                <c:ptCount val="481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  <c:pt idx="99">
                  <c:v>101</c:v>
                </c:pt>
                <c:pt idx="100">
                  <c:v>102</c:v>
                </c:pt>
                <c:pt idx="101">
                  <c:v>103</c:v>
                </c:pt>
                <c:pt idx="102">
                  <c:v>104</c:v>
                </c:pt>
                <c:pt idx="103">
                  <c:v>105</c:v>
                </c:pt>
                <c:pt idx="104">
                  <c:v>106</c:v>
                </c:pt>
                <c:pt idx="105">
                  <c:v>107</c:v>
                </c:pt>
                <c:pt idx="106">
                  <c:v>108</c:v>
                </c:pt>
                <c:pt idx="107">
                  <c:v>109</c:v>
                </c:pt>
                <c:pt idx="108">
                  <c:v>110</c:v>
                </c:pt>
                <c:pt idx="109">
                  <c:v>111</c:v>
                </c:pt>
                <c:pt idx="110">
                  <c:v>112</c:v>
                </c:pt>
                <c:pt idx="111">
                  <c:v>113</c:v>
                </c:pt>
                <c:pt idx="112">
                  <c:v>114</c:v>
                </c:pt>
                <c:pt idx="113">
                  <c:v>115</c:v>
                </c:pt>
                <c:pt idx="114">
                  <c:v>116</c:v>
                </c:pt>
                <c:pt idx="115">
                  <c:v>117</c:v>
                </c:pt>
                <c:pt idx="116">
                  <c:v>118</c:v>
                </c:pt>
                <c:pt idx="117">
                  <c:v>119</c:v>
                </c:pt>
                <c:pt idx="118">
                  <c:v>120</c:v>
                </c:pt>
                <c:pt idx="119">
                  <c:v>121</c:v>
                </c:pt>
                <c:pt idx="120">
                  <c:v>122</c:v>
                </c:pt>
                <c:pt idx="121">
                  <c:v>123</c:v>
                </c:pt>
                <c:pt idx="122">
                  <c:v>124</c:v>
                </c:pt>
                <c:pt idx="123">
                  <c:v>125</c:v>
                </c:pt>
                <c:pt idx="124">
                  <c:v>126</c:v>
                </c:pt>
                <c:pt idx="125">
                  <c:v>127</c:v>
                </c:pt>
                <c:pt idx="126">
                  <c:v>128</c:v>
                </c:pt>
                <c:pt idx="127">
                  <c:v>129</c:v>
                </c:pt>
                <c:pt idx="128">
                  <c:v>130</c:v>
                </c:pt>
                <c:pt idx="129">
                  <c:v>131</c:v>
                </c:pt>
                <c:pt idx="130">
                  <c:v>132</c:v>
                </c:pt>
                <c:pt idx="131">
                  <c:v>133</c:v>
                </c:pt>
                <c:pt idx="132">
                  <c:v>134</c:v>
                </c:pt>
                <c:pt idx="133">
                  <c:v>135</c:v>
                </c:pt>
                <c:pt idx="134">
                  <c:v>136</c:v>
                </c:pt>
                <c:pt idx="135">
                  <c:v>137</c:v>
                </c:pt>
                <c:pt idx="136">
                  <c:v>138</c:v>
                </c:pt>
                <c:pt idx="137">
                  <c:v>139</c:v>
                </c:pt>
                <c:pt idx="138">
                  <c:v>140</c:v>
                </c:pt>
                <c:pt idx="139">
                  <c:v>141</c:v>
                </c:pt>
                <c:pt idx="140">
                  <c:v>142</c:v>
                </c:pt>
                <c:pt idx="141">
                  <c:v>143</c:v>
                </c:pt>
                <c:pt idx="142">
                  <c:v>144</c:v>
                </c:pt>
                <c:pt idx="143">
                  <c:v>145</c:v>
                </c:pt>
                <c:pt idx="144">
                  <c:v>146</c:v>
                </c:pt>
                <c:pt idx="145">
                  <c:v>147</c:v>
                </c:pt>
                <c:pt idx="146">
                  <c:v>148</c:v>
                </c:pt>
                <c:pt idx="147">
                  <c:v>149</c:v>
                </c:pt>
                <c:pt idx="148">
                  <c:v>150</c:v>
                </c:pt>
                <c:pt idx="149">
                  <c:v>151</c:v>
                </c:pt>
                <c:pt idx="150">
                  <c:v>152</c:v>
                </c:pt>
                <c:pt idx="151">
                  <c:v>153</c:v>
                </c:pt>
                <c:pt idx="152">
                  <c:v>154</c:v>
                </c:pt>
                <c:pt idx="153">
                  <c:v>155</c:v>
                </c:pt>
                <c:pt idx="154">
                  <c:v>156</c:v>
                </c:pt>
                <c:pt idx="155">
                  <c:v>157</c:v>
                </c:pt>
                <c:pt idx="156">
                  <c:v>158</c:v>
                </c:pt>
                <c:pt idx="157">
                  <c:v>159</c:v>
                </c:pt>
                <c:pt idx="158">
                  <c:v>160</c:v>
                </c:pt>
                <c:pt idx="159">
                  <c:v>161</c:v>
                </c:pt>
                <c:pt idx="160">
                  <c:v>162</c:v>
                </c:pt>
                <c:pt idx="161">
                  <c:v>163</c:v>
                </c:pt>
                <c:pt idx="162">
                  <c:v>164</c:v>
                </c:pt>
                <c:pt idx="163">
                  <c:v>165</c:v>
                </c:pt>
                <c:pt idx="164">
                  <c:v>166</c:v>
                </c:pt>
                <c:pt idx="165">
                  <c:v>167</c:v>
                </c:pt>
                <c:pt idx="166">
                  <c:v>168</c:v>
                </c:pt>
                <c:pt idx="167">
                  <c:v>169</c:v>
                </c:pt>
                <c:pt idx="168">
                  <c:v>170</c:v>
                </c:pt>
                <c:pt idx="169">
                  <c:v>171</c:v>
                </c:pt>
                <c:pt idx="170">
                  <c:v>172</c:v>
                </c:pt>
                <c:pt idx="171">
                  <c:v>173</c:v>
                </c:pt>
                <c:pt idx="172">
                  <c:v>174</c:v>
                </c:pt>
                <c:pt idx="173">
                  <c:v>175</c:v>
                </c:pt>
                <c:pt idx="174">
                  <c:v>176</c:v>
                </c:pt>
                <c:pt idx="175">
                  <c:v>177</c:v>
                </c:pt>
                <c:pt idx="176">
                  <c:v>178</c:v>
                </c:pt>
                <c:pt idx="177">
                  <c:v>179</c:v>
                </c:pt>
                <c:pt idx="178">
                  <c:v>180</c:v>
                </c:pt>
                <c:pt idx="179">
                  <c:v>181</c:v>
                </c:pt>
                <c:pt idx="180">
                  <c:v>182</c:v>
                </c:pt>
                <c:pt idx="181">
                  <c:v>183</c:v>
                </c:pt>
                <c:pt idx="182">
                  <c:v>184</c:v>
                </c:pt>
                <c:pt idx="183">
                  <c:v>185</c:v>
                </c:pt>
                <c:pt idx="184">
                  <c:v>186</c:v>
                </c:pt>
                <c:pt idx="185">
                  <c:v>187</c:v>
                </c:pt>
                <c:pt idx="186">
                  <c:v>188</c:v>
                </c:pt>
                <c:pt idx="187">
                  <c:v>189</c:v>
                </c:pt>
                <c:pt idx="188">
                  <c:v>190</c:v>
                </c:pt>
                <c:pt idx="189">
                  <c:v>191</c:v>
                </c:pt>
                <c:pt idx="190">
                  <c:v>192</c:v>
                </c:pt>
                <c:pt idx="191">
                  <c:v>193</c:v>
                </c:pt>
                <c:pt idx="192">
                  <c:v>194</c:v>
                </c:pt>
                <c:pt idx="193">
                  <c:v>195</c:v>
                </c:pt>
                <c:pt idx="194">
                  <c:v>196</c:v>
                </c:pt>
                <c:pt idx="195">
                  <c:v>197</c:v>
                </c:pt>
                <c:pt idx="196">
                  <c:v>198</c:v>
                </c:pt>
                <c:pt idx="197">
                  <c:v>199</c:v>
                </c:pt>
                <c:pt idx="198">
                  <c:v>200</c:v>
                </c:pt>
                <c:pt idx="199">
                  <c:v>201</c:v>
                </c:pt>
                <c:pt idx="200">
                  <c:v>202</c:v>
                </c:pt>
                <c:pt idx="201">
                  <c:v>203</c:v>
                </c:pt>
                <c:pt idx="202">
                  <c:v>204</c:v>
                </c:pt>
                <c:pt idx="203">
                  <c:v>205</c:v>
                </c:pt>
                <c:pt idx="204">
                  <c:v>206</c:v>
                </c:pt>
                <c:pt idx="205">
                  <c:v>207</c:v>
                </c:pt>
                <c:pt idx="206">
                  <c:v>208</c:v>
                </c:pt>
                <c:pt idx="207">
                  <c:v>209</c:v>
                </c:pt>
                <c:pt idx="208">
                  <c:v>210</c:v>
                </c:pt>
                <c:pt idx="209">
                  <c:v>211</c:v>
                </c:pt>
                <c:pt idx="210">
                  <c:v>212</c:v>
                </c:pt>
                <c:pt idx="211">
                  <c:v>213</c:v>
                </c:pt>
                <c:pt idx="212">
                  <c:v>214</c:v>
                </c:pt>
                <c:pt idx="213">
                  <c:v>215</c:v>
                </c:pt>
                <c:pt idx="214">
                  <c:v>216</c:v>
                </c:pt>
                <c:pt idx="215">
                  <c:v>217</c:v>
                </c:pt>
                <c:pt idx="216">
                  <c:v>218</c:v>
                </c:pt>
                <c:pt idx="217">
                  <c:v>219</c:v>
                </c:pt>
                <c:pt idx="218">
                  <c:v>220</c:v>
                </c:pt>
                <c:pt idx="219">
                  <c:v>221</c:v>
                </c:pt>
                <c:pt idx="220">
                  <c:v>222</c:v>
                </c:pt>
                <c:pt idx="221">
                  <c:v>223</c:v>
                </c:pt>
                <c:pt idx="222">
                  <c:v>224</c:v>
                </c:pt>
                <c:pt idx="223">
                  <c:v>225</c:v>
                </c:pt>
                <c:pt idx="224">
                  <c:v>226</c:v>
                </c:pt>
                <c:pt idx="225">
                  <c:v>227</c:v>
                </c:pt>
                <c:pt idx="226">
                  <c:v>228</c:v>
                </c:pt>
                <c:pt idx="227">
                  <c:v>229</c:v>
                </c:pt>
                <c:pt idx="228">
                  <c:v>230</c:v>
                </c:pt>
                <c:pt idx="229">
                  <c:v>231</c:v>
                </c:pt>
                <c:pt idx="230">
                  <c:v>232</c:v>
                </c:pt>
                <c:pt idx="231">
                  <c:v>233</c:v>
                </c:pt>
                <c:pt idx="232">
                  <c:v>234</c:v>
                </c:pt>
                <c:pt idx="233">
                  <c:v>235</c:v>
                </c:pt>
                <c:pt idx="234">
                  <c:v>236</c:v>
                </c:pt>
                <c:pt idx="235">
                  <c:v>237</c:v>
                </c:pt>
                <c:pt idx="236">
                  <c:v>238</c:v>
                </c:pt>
                <c:pt idx="237">
                  <c:v>239</c:v>
                </c:pt>
                <c:pt idx="238">
                  <c:v>240</c:v>
                </c:pt>
                <c:pt idx="239">
                  <c:v>241</c:v>
                </c:pt>
                <c:pt idx="240">
                  <c:v>242</c:v>
                </c:pt>
                <c:pt idx="241">
                  <c:v>243</c:v>
                </c:pt>
                <c:pt idx="242">
                  <c:v>244</c:v>
                </c:pt>
                <c:pt idx="243">
                  <c:v>245</c:v>
                </c:pt>
                <c:pt idx="244">
                  <c:v>246</c:v>
                </c:pt>
                <c:pt idx="245">
                  <c:v>247</c:v>
                </c:pt>
                <c:pt idx="246">
                  <c:v>248</c:v>
                </c:pt>
                <c:pt idx="247">
                  <c:v>249</c:v>
                </c:pt>
                <c:pt idx="248">
                  <c:v>250</c:v>
                </c:pt>
                <c:pt idx="249">
                  <c:v>251</c:v>
                </c:pt>
                <c:pt idx="250">
                  <c:v>252</c:v>
                </c:pt>
                <c:pt idx="251">
                  <c:v>253</c:v>
                </c:pt>
                <c:pt idx="252">
                  <c:v>254</c:v>
                </c:pt>
                <c:pt idx="253">
                  <c:v>255</c:v>
                </c:pt>
                <c:pt idx="254">
                  <c:v>256</c:v>
                </c:pt>
                <c:pt idx="255">
                  <c:v>257</c:v>
                </c:pt>
                <c:pt idx="256">
                  <c:v>258</c:v>
                </c:pt>
                <c:pt idx="257">
                  <c:v>259</c:v>
                </c:pt>
                <c:pt idx="258">
                  <c:v>260</c:v>
                </c:pt>
                <c:pt idx="259">
                  <c:v>261</c:v>
                </c:pt>
                <c:pt idx="260">
                  <c:v>262</c:v>
                </c:pt>
                <c:pt idx="261">
                  <c:v>263</c:v>
                </c:pt>
                <c:pt idx="262">
                  <c:v>264</c:v>
                </c:pt>
                <c:pt idx="263">
                  <c:v>265</c:v>
                </c:pt>
                <c:pt idx="264">
                  <c:v>266</c:v>
                </c:pt>
                <c:pt idx="265">
                  <c:v>267</c:v>
                </c:pt>
                <c:pt idx="266">
                  <c:v>268</c:v>
                </c:pt>
                <c:pt idx="267">
                  <c:v>269</c:v>
                </c:pt>
                <c:pt idx="268">
                  <c:v>270</c:v>
                </c:pt>
                <c:pt idx="269">
                  <c:v>271</c:v>
                </c:pt>
                <c:pt idx="270">
                  <c:v>272</c:v>
                </c:pt>
                <c:pt idx="271">
                  <c:v>273</c:v>
                </c:pt>
                <c:pt idx="272">
                  <c:v>274</c:v>
                </c:pt>
                <c:pt idx="273">
                  <c:v>275</c:v>
                </c:pt>
                <c:pt idx="274">
                  <c:v>276</c:v>
                </c:pt>
                <c:pt idx="275">
                  <c:v>277</c:v>
                </c:pt>
                <c:pt idx="276">
                  <c:v>278</c:v>
                </c:pt>
                <c:pt idx="277">
                  <c:v>279</c:v>
                </c:pt>
                <c:pt idx="278">
                  <c:v>280</c:v>
                </c:pt>
                <c:pt idx="279">
                  <c:v>281</c:v>
                </c:pt>
                <c:pt idx="280">
                  <c:v>282</c:v>
                </c:pt>
                <c:pt idx="281">
                  <c:v>283</c:v>
                </c:pt>
                <c:pt idx="282">
                  <c:v>284</c:v>
                </c:pt>
                <c:pt idx="283">
                  <c:v>285</c:v>
                </c:pt>
                <c:pt idx="284">
                  <c:v>286</c:v>
                </c:pt>
                <c:pt idx="285">
                  <c:v>287</c:v>
                </c:pt>
                <c:pt idx="286">
                  <c:v>288</c:v>
                </c:pt>
                <c:pt idx="287">
                  <c:v>289</c:v>
                </c:pt>
                <c:pt idx="288">
                  <c:v>290</c:v>
                </c:pt>
                <c:pt idx="289">
                  <c:v>291</c:v>
                </c:pt>
                <c:pt idx="290">
                  <c:v>292</c:v>
                </c:pt>
                <c:pt idx="291">
                  <c:v>293</c:v>
                </c:pt>
                <c:pt idx="292">
                  <c:v>294</c:v>
                </c:pt>
                <c:pt idx="293">
                  <c:v>295</c:v>
                </c:pt>
                <c:pt idx="294">
                  <c:v>296</c:v>
                </c:pt>
                <c:pt idx="295">
                  <c:v>297</c:v>
                </c:pt>
                <c:pt idx="296">
                  <c:v>298</c:v>
                </c:pt>
                <c:pt idx="297">
                  <c:v>299</c:v>
                </c:pt>
                <c:pt idx="298">
                  <c:v>300</c:v>
                </c:pt>
                <c:pt idx="299">
                  <c:v>301</c:v>
                </c:pt>
                <c:pt idx="300">
                  <c:v>302</c:v>
                </c:pt>
                <c:pt idx="301">
                  <c:v>303</c:v>
                </c:pt>
                <c:pt idx="302">
                  <c:v>304</c:v>
                </c:pt>
                <c:pt idx="303">
                  <c:v>305</c:v>
                </c:pt>
                <c:pt idx="304">
                  <c:v>306</c:v>
                </c:pt>
                <c:pt idx="305">
                  <c:v>307</c:v>
                </c:pt>
                <c:pt idx="306">
                  <c:v>308</c:v>
                </c:pt>
                <c:pt idx="307">
                  <c:v>309</c:v>
                </c:pt>
                <c:pt idx="308">
                  <c:v>310</c:v>
                </c:pt>
                <c:pt idx="309">
                  <c:v>311</c:v>
                </c:pt>
                <c:pt idx="310">
                  <c:v>312</c:v>
                </c:pt>
                <c:pt idx="311">
                  <c:v>313</c:v>
                </c:pt>
                <c:pt idx="312">
                  <c:v>314</c:v>
                </c:pt>
                <c:pt idx="313">
                  <c:v>315</c:v>
                </c:pt>
                <c:pt idx="314">
                  <c:v>316</c:v>
                </c:pt>
                <c:pt idx="315">
                  <c:v>317</c:v>
                </c:pt>
                <c:pt idx="316">
                  <c:v>318</c:v>
                </c:pt>
                <c:pt idx="317">
                  <c:v>319</c:v>
                </c:pt>
                <c:pt idx="318">
                  <c:v>320</c:v>
                </c:pt>
                <c:pt idx="319">
                  <c:v>321</c:v>
                </c:pt>
                <c:pt idx="320">
                  <c:v>322</c:v>
                </c:pt>
                <c:pt idx="321">
                  <c:v>323</c:v>
                </c:pt>
                <c:pt idx="322">
                  <c:v>324</c:v>
                </c:pt>
                <c:pt idx="323">
                  <c:v>325</c:v>
                </c:pt>
                <c:pt idx="324">
                  <c:v>326</c:v>
                </c:pt>
                <c:pt idx="325">
                  <c:v>327</c:v>
                </c:pt>
                <c:pt idx="326">
                  <c:v>328</c:v>
                </c:pt>
                <c:pt idx="327">
                  <c:v>329</c:v>
                </c:pt>
                <c:pt idx="328">
                  <c:v>330</c:v>
                </c:pt>
                <c:pt idx="329">
                  <c:v>331</c:v>
                </c:pt>
                <c:pt idx="330">
                  <c:v>332</c:v>
                </c:pt>
                <c:pt idx="331">
                  <c:v>333</c:v>
                </c:pt>
                <c:pt idx="332">
                  <c:v>334</c:v>
                </c:pt>
                <c:pt idx="333">
                  <c:v>335</c:v>
                </c:pt>
                <c:pt idx="334">
                  <c:v>336</c:v>
                </c:pt>
                <c:pt idx="335">
                  <c:v>337</c:v>
                </c:pt>
                <c:pt idx="336">
                  <c:v>338</c:v>
                </c:pt>
                <c:pt idx="337">
                  <c:v>339</c:v>
                </c:pt>
                <c:pt idx="338">
                  <c:v>340</c:v>
                </c:pt>
                <c:pt idx="339">
                  <c:v>341</c:v>
                </c:pt>
                <c:pt idx="340">
                  <c:v>342</c:v>
                </c:pt>
                <c:pt idx="341">
                  <c:v>343</c:v>
                </c:pt>
                <c:pt idx="342">
                  <c:v>344</c:v>
                </c:pt>
                <c:pt idx="343">
                  <c:v>345</c:v>
                </c:pt>
                <c:pt idx="344">
                  <c:v>346</c:v>
                </c:pt>
                <c:pt idx="345">
                  <c:v>347</c:v>
                </c:pt>
                <c:pt idx="346">
                  <c:v>348</c:v>
                </c:pt>
                <c:pt idx="347">
                  <c:v>349</c:v>
                </c:pt>
                <c:pt idx="348">
                  <c:v>350</c:v>
                </c:pt>
                <c:pt idx="349">
                  <c:v>351</c:v>
                </c:pt>
                <c:pt idx="350">
                  <c:v>352</c:v>
                </c:pt>
                <c:pt idx="351">
                  <c:v>353</c:v>
                </c:pt>
                <c:pt idx="352">
                  <c:v>354</c:v>
                </c:pt>
                <c:pt idx="353">
                  <c:v>355</c:v>
                </c:pt>
                <c:pt idx="354">
                  <c:v>356</c:v>
                </c:pt>
                <c:pt idx="355">
                  <c:v>357</c:v>
                </c:pt>
                <c:pt idx="356">
                  <c:v>358</c:v>
                </c:pt>
                <c:pt idx="357">
                  <c:v>359</c:v>
                </c:pt>
                <c:pt idx="358">
                  <c:v>360</c:v>
                </c:pt>
                <c:pt idx="359">
                  <c:v>361</c:v>
                </c:pt>
                <c:pt idx="360">
                  <c:v>362</c:v>
                </c:pt>
                <c:pt idx="361">
                  <c:v>363</c:v>
                </c:pt>
                <c:pt idx="362">
                  <c:v>364</c:v>
                </c:pt>
                <c:pt idx="363">
                  <c:v>365</c:v>
                </c:pt>
                <c:pt idx="364">
                  <c:v>366</c:v>
                </c:pt>
                <c:pt idx="365">
                  <c:v>367</c:v>
                </c:pt>
                <c:pt idx="366">
                  <c:v>368</c:v>
                </c:pt>
                <c:pt idx="367">
                  <c:v>369</c:v>
                </c:pt>
                <c:pt idx="368">
                  <c:v>370</c:v>
                </c:pt>
                <c:pt idx="369">
                  <c:v>371</c:v>
                </c:pt>
                <c:pt idx="370">
                  <c:v>372</c:v>
                </c:pt>
                <c:pt idx="371">
                  <c:v>373</c:v>
                </c:pt>
                <c:pt idx="372">
                  <c:v>374</c:v>
                </c:pt>
                <c:pt idx="373">
                  <c:v>375</c:v>
                </c:pt>
                <c:pt idx="374">
                  <c:v>376</c:v>
                </c:pt>
                <c:pt idx="375">
                  <c:v>377</c:v>
                </c:pt>
                <c:pt idx="376">
                  <c:v>378</c:v>
                </c:pt>
                <c:pt idx="377">
                  <c:v>379</c:v>
                </c:pt>
                <c:pt idx="378">
                  <c:v>380</c:v>
                </c:pt>
                <c:pt idx="379">
                  <c:v>381</c:v>
                </c:pt>
                <c:pt idx="380">
                  <c:v>382</c:v>
                </c:pt>
                <c:pt idx="381">
                  <c:v>383</c:v>
                </c:pt>
                <c:pt idx="382">
                  <c:v>384</c:v>
                </c:pt>
                <c:pt idx="383">
                  <c:v>385</c:v>
                </c:pt>
                <c:pt idx="384">
                  <c:v>386</c:v>
                </c:pt>
                <c:pt idx="385">
                  <c:v>387</c:v>
                </c:pt>
                <c:pt idx="386">
                  <c:v>388</c:v>
                </c:pt>
                <c:pt idx="387">
                  <c:v>389</c:v>
                </c:pt>
                <c:pt idx="388">
                  <c:v>390</c:v>
                </c:pt>
                <c:pt idx="389">
                  <c:v>391</c:v>
                </c:pt>
                <c:pt idx="390">
                  <c:v>392</c:v>
                </c:pt>
                <c:pt idx="391">
                  <c:v>393</c:v>
                </c:pt>
                <c:pt idx="392">
                  <c:v>394</c:v>
                </c:pt>
                <c:pt idx="393">
                  <c:v>395</c:v>
                </c:pt>
                <c:pt idx="394">
                  <c:v>396</c:v>
                </c:pt>
                <c:pt idx="395">
                  <c:v>397</c:v>
                </c:pt>
                <c:pt idx="396">
                  <c:v>398</c:v>
                </c:pt>
                <c:pt idx="397">
                  <c:v>399</c:v>
                </c:pt>
                <c:pt idx="398">
                  <c:v>400</c:v>
                </c:pt>
                <c:pt idx="399">
                  <c:v>401</c:v>
                </c:pt>
                <c:pt idx="400">
                  <c:v>402</c:v>
                </c:pt>
                <c:pt idx="401">
                  <c:v>403</c:v>
                </c:pt>
                <c:pt idx="402">
                  <c:v>404</c:v>
                </c:pt>
                <c:pt idx="403">
                  <c:v>405</c:v>
                </c:pt>
                <c:pt idx="404">
                  <c:v>406</c:v>
                </c:pt>
                <c:pt idx="405">
                  <c:v>407</c:v>
                </c:pt>
                <c:pt idx="406">
                  <c:v>408</c:v>
                </c:pt>
                <c:pt idx="407">
                  <c:v>409</c:v>
                </c:pt>
                <c:pt idx="408">
                  <c:v>410</c:v>
                </c:pt>
                <c:pt idx="409">
                  <c:v>411</c:v>
                </c:pt>
                <c:pt idx="410">
                  <c:v>412</c:v>
                </c:pt>
                <c:pt idx="411">
                  <c:v>413</c:v>
                </c:pt>
                <c:pt idx="412">
                  <c:v>414</c:v>
                </c:pt>
                <c:pt idx="413">
                  <c:v>415</c:v>
                </c:pt>
                <c:pt idx="414">
                  <c:v>416</c:v>
                </c:pt>
                <c:pt idx="415">
                  <c:v>417</c:v>
                </c:pt>
                <c:pt idx="416">
                  <c:v>418</c:v>
                </c:pt>
                <c:pt idx="417">
                  <c:v>419</c:v>
                </c:pt>
                <c:pt idx="418">
                  <c:v>420</c:v>
                </c:pt>
                <c:pt idx="419">
                  <c:v>421</c:v>
                </c:pt>
                <c:pt idx="420">
                  <c:v>422</c:v>
                </c:pt>
                <c:pt idx="421">
                  <c:v>423</c:v>
                </c:pt>
                <c:pt idx="422">
                  <c:v>424</c:v>
                </c:pt>
                <c:pt idx="423">
                  <c:v>425</c:v>
                </c:pt>
                <c:pt idx="424">
                  <c:v>426</c:v>
                </c:pt>
                <c:pt idx="425">
                  <c:v>427</c:v>
                </c:pt>
                <c:pt idx="426">
                  <c:v>428</c:v>
                </c:pt>
                <c:pt idx="427">
                  <c:v>429</c:v>
                </c:pt>
                <c:pt idx="428">
                  <c:v>430</c:v>
                </c:pt>
                <c:pt idx="429">
                  <c:v>431</c:v>
                </c:pt>
                <c:pt idx="430">
                  <c:v>432</c:v>
                </c:pt>
                <c:pt idx="431">
                  <c:v>433</c:v>
                </c:pt>
                <c:pt idx="432">
                  <c:v>434</c:v>
                </c:pt>
                <c:pt idx="433">
                  <c:v>435</c:v>
                </c:pt>
                <c:pt idx="434">
                  <c:v>436</c:v>
                </c:pt>
                <c:pt idx="435">
                  <c:v>437</c:v>
                </c:pt>
                <c:pt idx="436">
                  <c:v>438</c:v>
                </c:pt>
                <c:pt idx="437">
                  <c:v>439</c:v>
                </c:pt>
                <c:pt idx="438">
                  <c:v>440</c:v>
                </c:pt>
                <c:pt idx="439">
                  <c:v>441</c:v>
                </c:pt>
                <c:pt idx="440">
                  <c:v>442</c:v>
                </c:pt>
                <c:pt idx="441">
                  <c:v>443</c:v>
                </c:pt>
                <c:pt idx="442">
                  <c:v>444</c:v>
                </c:pt>
                <c:pt idx="443">
                  <c:v>445</c:v>
                </c:pt>
                <c:pt idx="444">
                  <c:v>446</c:v>
                </c:pt>
                <c:pt idx="445">
                  <c:v>447</c:v>
                </c:pt>
                <c:pt idx="446">
                  <c:v>448</c:v>
                </c:pt>
                <c:pt idx="447">
                  <c:v>449</c:v>
                </c:pt>
                <c:pt idx="448">
                  <c:v>450</c:v>
                </c:pt>
                <c:pt idx="449">
                  <c:v>451</c:v>
                </c:pt>
                <c:pt idx="450">
                  <c:v>452</c:v>
                </c:pt>
                <c:pt idx="451">
                  <c:v>453</c:v>
                </c:pt>
                <c:pt idx="452">
                  <c:v>454</c:v>
                </c:pt>
                <c:pt idx="453">
                  <c:v>455</c:v>
                </c:pt>
                <c:pt idx="454">
                  <c:v>456</c:v>
                </c:pt>
                <c:pt idx="455">
                  <c:v>457</c:v>
                </c:pt>
                <c:pt idx="456">
                  <c:v>458</c:v>
                </c:pt>
                <c:pt idx="457">
                  <c:v>459</c:v>
                </c:pt>
                <c:pt idx="458">
                  <c:v>460</c:v>
                </c:pt>
                <c:pt idx="459">
                  <c:v>461</c:v>
                </c:pt>
                <c:pt idx="460">
                  <c:v>462</c:v>
                </c:pt>
                <c:pt idx="461">
                  <c:v>463</c:v>
                </c:pt>
                <c:pt idx="462">
                  <c:v>464</c:v>
                </c:pt>
                <c:pt idx="463">
                  <c:v>465</c:v>
                </c:pt>
                <c:pt idx="464">
                  <c:v>466</c:v>
                </c:pt>
                <c:pt idx="465">
                  <c:v>467</c:v>
                </c:pt>
                <c:pt idx="466">
                  <c:v>468</c:v>
                </c:pt>
                <c:pt idx="467">
                  <c:v>469</c:v>
                </c:pt>
                <c:pt idx="468">
                  <c:v>470</c:v>
                </c:pt>
                <c:pt idx="469">
                  <c:v>471</c:v>
                </c:pt>
                <c:pt idx="470">
                  <c:v>472</c:v>
                </c:pt>
                <c:pt idx="471">
                  <c:v>473</c:v>
                </c:pt>
                <c:pt idx="472">
                  <c:v>474</c:v>
                </c:pt>
                <c:pt idx="473">
                  <c:v>475</c:v>
                </c:pt>
                <c:pt idx="474">
                  <c:v>476</c:v>
                </c:pt>
                <c:pt idx="475">
                  <c:v>477</c:v>
                </c:pt>
                <c:pt idx="476">
                  <c:v>478</c:v>
                </c:pt>
                <c:pt idx="477">
                  <c:v>479</c:v>
                </c:pt>
                <c:pt idx="478">
                  <c:v>480</c:v>
                </c:pt>
                <c:pt idx="479">
                  <c:v>481</c:v>
                </c:pt>
                <c:pt idx="480">
                  <c:v>482</c:v>
                </c:pt>
                <c:pt idx="481">
                  <c:v>483</c:v>
                </c:pt>
                <c:pt idx="482">
                  <c:v>484</c:v>
                </c:pt>
                <c:pt idx="483">
                  <c:v>485</c:v>
                </c:pt>
                <c:pt idx="484">
                  <c:v>486</c:v>
                </c:pt>
                <c:pt idx="485">
                  <c:v>487</c:v>
                </c:pt>
                <c:pt idx="486">
                  <c:v>488</c:v>
                </c:pt>
                <c:pt idx="487">
                  <c:v>489</c:v>
                </c:pt>
                <c:pt idx="488">
                  <c:v>490</c:v>
                </c:pt>
                <c:pt idx="489">
                  <c:v>491</c:v>
                </c:pt>
                <c:pt idx="490">
                  <c:v>492</c:v>
                </c:pt>
                <c:pt idx="491">
                  <c:v>493</c:v>
                </c:pt>
                <c:pt idx="492">
                  <c:v>494</c:v>
                </c:pt>
                <c:pt idx="493">
                  <c:v>495</c:v>
                </c:pt>
                <c:pt idx="494">
                  <c:v>496</c:v>
                </c:pt>
                <c:pt idx="495">
                  <c:v>497</c:v>
                </c:pt>
                <c:pt idx="496">
                  <c:v>498</c:v>
                </c:pt>
                <c:pt idx="497">
                  <c:v>499</c:v>
                </c:pt>
                <c:pt idx="498">
                  <c:v>500</c:v>
                </c:pt>
                <c:pt idx="499">
                  <c:v>501</c:v>
                </c:pt>
                <c:pt idx="500">
                  <c:v>502</c:v>
                </c:pt>
                <c:pt idx="501">
                  <c:v>503</c:v>
                </c:pt>
                <c:pt idx="502">
                  <c:v>504</c:v>
                </c:pt>
                <c:pt idx="503">
                  <c:v>505</c:v>
                </c:pt>
                <c:pt idx="504">
                  <c:v>506</c:v>
                </c:pt>
                <c:pt idx="505">
                  <c:v>507</c:v>
                </c:pt>
                <c:pt idx="506">
                  <c:v>508</c:v>
                </c:pt>
                <c:pt idx="507">
                  <c:v>509</c:v>
                </c:pt>
                <c:pt idx="508">
                  <c:v>510</c:v>
                </c:pt>
                <c:pt idx="509">
                  <c:v>511</c:v>
                </c:pt>
                <c:pt idx="510">
                  <c:v>512</c:v>
                </c:pt>
                <c:pt idx="511">
                  <c:v>513</c:v>
                </c:pt>
                <c:pt idx="512">
                  <c:v>514</c:v>
                </c:pt>
                <c:pt idx="513">
                  <c:v>515</c:v>
                </c:pt>
                <c:pt idx="514">
                  <c:v>516</c:v>
                </c:pt>
                <c:pt idx="515">
                  <c:v>517</c:v>
                </c:pt>
                <c:pt idx="516">
                  <c:v>518</c:v>
                </c:pt>
                <c:pt idx="517">
                  <c:v>519</c:v>
                </c:pt>
                <c:pt idx="518">
                  <c:v>520</c:v>
                </c:pt>
                <c:pt idx="519">
                  <c:v>521</c:v>
                </c:pt>
                <c:pt idx="520">
                  <c:v>522</c:v>
                </c:pt>
                <c:pt idx="521">
                  <c:v>523</c:v>
                </c:pt>
                <c:pt idx="522">
                  <c:v>524</c:v>
                </c:pt>
                <c:pt idx="523">
                  <c:v>525</c:v>
                </c:pt>
                <c:pt idx="524">
                  <c:v>526</c:v>
                </c:pt>
                <c:pt idx="525">
                  <c:v>527</c:v>
                </c:pt>
                <c:pt idx="526">
                  <c:v>528</c:v>
                </c:pt>
                <c:pt idx="527">
                  <c:v>529</c:v>
                </c:pt>
                <c:pt idx="528">
                  <c:v>530</c:v>
                </c:pt>
                <c:pt idx="529">
                  <c:v>531</c:v>
                </c:pt>
                <c:pt idx="530">
                  <c:v>532</c:v>
                </c:pt>
                <c:pt idx="531">
                  <c:v>533</c:v>
                </c:pt>
                <c:pt idx="532">
                  <c:v>534</c:v>
                </c:pt>
                <c:pt idx="533">
                  <c:v>535</c:v>
                </c:pt>
                <c:pt idx="534">
                  <c:v>536</c:v>
                </c:pt>
                <c:pt idx="535">
                  <c:v>537</c:v>
                </c:pt>
                <c:pt idx="536">
                  <c:v>538</c:v>
                </c:pt>
                <c:pt idx="537">
                  <c:v>539</c:v>
                </c:pt>
                <c:pt idx="538">
                  <c:v>540</c:v>
                </c:pt>
                <c:pt idx="539">
                  <c:v>541</c:v>
                </c:pt>
                <c:pt idx="540">
                  <c:v>542</c:v>
                </c:pt>
                <c:pt idx="541">
                  <c:v>543</c:v>
                </c:pt>
                <c:pt idx="542">
                  <c:v>544</c:v>
                </c:pt>
                <c:pt idx="543">
                  <c:v>545</c:v>
                </c:pt>
                <c:pt idx="544">
                  <c:v>546</c:v>
                </c:pt>
                <c:pt idx="545">
                  <c:v>547</c:v>
                </c:pt>
                <c:pt idx="546">
                  <c:v>548</c:v>
                </c:pt>
                <c:pt idx="547">
                  <c:v>549</c:v>
                </c:pt>
                <c:pt idx="548">
                  <c:v>550</c:v>
                </c:pt>
                <c:pt idx="549">
                  <c:v>551</c:v>
                </c:pt>
                <c:pt idx="550">
                  <c:v>552</c:v>
                </c:pt>
                <c:pt idx="551">
                  <c:v>553</c:v>
                </c:pt>
                <c:pt idx="552">
                  <c:v>554</c:v>
                </c:pt>
                <c:pt idx="553">
                  <c:v>555</c:v>
                </c:pt>
                <c:pt idx="554">
                  <c:v>556</c:v>
                </c:pt>
                <c:pt idx="555">
                  <c:v>557</c:v>
                </c:pt>
                <c:pt idx="556">
                  <c:v>558</c:v>
                </c:pt>
                <c:pt idx="557">
                  <c:v>559</c:v>
                </c:pt>
                <c:pt idx="558">
                  <c:v>560</c:v>
                </c:pt>
                <c:pt idx="559">
                  <c:v>561</c:v>
                </c:pt>
                <c:pt idx="560">
                  <c:v>562</c:v>
                </c:pt>
                <c:pt idx="561">
                  <c:v>563</c:v>
                </c:pt>
                <c:pt idx="562">
                  <c:v>564</c:v>
                </c:pt>
                <c:pt idx="563">
                  <c:v>565</c:v>
                </c:pt>
                <c:pt idx="564">
                  <c:v>566</c:v>
                </c:pt>
                <c:pt idx="565">
                  <c:v>567</c:v>
                </c:pt>
                <c:pt idx="566">
                  <c:v>568</c:v>
                </c:pt>
                <c:pt idx="567">
                  <c:v>569</c:v>
                </c:pt>
                <c:pt idx="568">
                  <c:v>570</c:v>
                </c:pt>
                <c:pt idx="569">
                  <c:v>571</c:v>
                </c:pt>
                <c:pt idx="570">
                  <c:v>572</c:v>
                </c:pt>
                <c:pt idx="571">
                  <c:v>573</c:v>
                </c:pt>
                <c:pt idx="572">
                  <c:v>574</c:v>
                </c:pt>
                <c:pt idx="573">
                  <c:v>575</c:v>
                </c:pt>
                <c:pt idx="574">
                  <c:v>576</c:v>
                </c:pt>
                <c:pt idx="575">
                  <c:v>577</c:v>
                </c:pt>
                <c:pt idx="576">
                  <c:v>578</c:v>
                </c:pt>
                <c:pt idx="577">
                  <c:v>579</c:v>
                </c:pt>
                <c:pt idx="578">
                  <c:v>580</c:v>
                </c:pt>
                <c:pt idx="579">
                  <c:v>581</c:v>
                </c:pt>
                <c:pt idx="580">
                  <c:v>582</c:v>
                </c:pt>
                <c:pt idx="581">
                  <c:v>583</c:v>
                </c:pt>
                <c:pt idx="582">
                  <c:v>584</c:v>
                </c:pt>
                <c:pt idx="583">
                  <c:v>585</c:v>
                </c:pt>
                <c:pt idx="584">
                  <c:v>586</c:v>
                </c:pt>
                <c:pt idx="585">
                  <c:v>587</c:v>
                </c:pt>
                <c:pt idx="586">
                  <c:v>588</c:v>
                </c:pt>
                <c:pt idx="587">
                  <c:v>589</c:v>
                </c:pt>
                <c:pt idx="588">
                  <c:v>590</c:v>
                </c:pt>
                <c:pt idx="589">
                  <c:v>591</c:v>
                </c:pt>
                <c:pt idx="590">
                  <c:v>592</c:v>
                </c:pt>
                <c:pt idx="591">
                  <c:v>593</c:v>
                </c:pt>
                <c:pt idx="592">
                  <c:v>594</c:v>
                </c:pt>
                <c:pt idx="593">
                  <c:v>595</c:v>
                </c:pt>
                <c:pt idx="594">
                  <c:v>596</c:v>
                </c:pt>
                <c:pt idx="595">
                  <c:v>597</c:v>
                </c:pt>
                <c:pt idx="596">
                  <c:v>598</c:v>
                </c:pt>
                <c:pt idx="597">
                  <c:v>599</c:v>
                </c:pt>
                <c:pt idx="598">
                  <c:v>600</c:v>
                </c:pt>
                <c:pt idx="599">
                  <c:v>601</c:v>
                </c:pt>
                <c:pt idx="600">
                  <c:v>602</c:v>
                </c:pt>
                <c:pt idx="601">
                  <c:v>603</c:v>
                </c:pt>
                <c:pt idx="602">
                  <c:v>604</c:v>
                </c:pt>
                <c:pt idx="603">
                  <c:v>605</c:v>
                </c:pt>
                <c:pt idx="604">
                  <c:v>606</c:v>
                </c:pt>
                <c:pt idx="605">
                  <c:v>607</c:v>
                </c:pt>
                <c:pt idx="606">
                  <c:v>608</c:v>
                </c:pt>
                <c:pt idx="607">
                  <c:v>609</c:v>
                </c:pt>
                <c:pt idx="608">
                  <c:v>610</c:v>
                </c:pt>
                <c:pt idx="609">
                  <c:v>611</c:v>
                </c:pt>
                <c:pt idx="610">
                  <c:v>612</c:v>
                </c:pt>
                <c:pt idx="611">
                  <c:v>613</c:v>
                </c:pt>
                <c:pt idx="612">
                  <c:v>614</c:v>
                </c:pt>
                <c:pt idx="613">
                  <c:v>615</c:v>
                </c:pt>
                <c:pt idx="614">
                  <c:v>616</c:v>
                </c:pt>
                <c:pt idx="615">
                  <c:v>617</c:v>
                </c:pt>
                <c:pt idx="616">
                  <c:v>618</c:v>
                </c:pt>
                <c:pt idx="617">
                  <c:v>619</c:v>
                </c:pt>
                <c:pt idx="618">
                  <c:v>620</c:v>
                </c:pt>
                <c:pt idx="619">
                  <c:v>621</c:v>
                </c:pt>
                <c:pt idx="620">
                  <c:v>622</c:v>
                </c:pt>
                <c:pt idx="621">
                  <c:v>623</c:v>
                </c:pt>
                <c:pt idx="622">
                  <c:v>624</c:v>
                </c:pt>
                <c:pt idx="623">
                  <c:v>625</c:v>
                </c:pt>
                <c:pt idx="624">
                  <c:v>626</c:v>
                </c:pt>
                <c:pt idx="625">
                  <c:v>627</c:v>
                </c:pt>
                <c:pt idx="626">
                  <c:v>628</c:v>
                </c:pt>
                <c:pt idx="627">
                  <c:v>629</c:v>
                </c:pt>
                <c:pt idx="628">
                  <c:v>630</c:v>
                </c:pt>
                <c:pt idx="629">
                  <c:v>631</c:v>
                </c:pt>
                <c:pt idx="630">
                  <c:v>632</c:v>
                </c:pt>
                <c:pt idx="631">
                  <c:v>633</c:v>
                </c:pt>
                <c:pt idx="632">
                  <c:v>634</c:v>
                </c:pt>
                <c:pt idx="633">
                  <c:v>635</c:v>
                </c:pt>
                <c:pt idx="634">
                  <c:v>636</c:v>
                </c:pt>
                <c:pt idx="635">
                  <c:v>637</c:v>
                </c:pt>
                <c:pt idx="636">
                  <c:v>638</c:v>
                </c:pt>
                <c:pt idx="637">
                  <c:v>639</c:v>
                </c:pt>
                <c:pt idx="638">
                  <c:v>640</c:v>
                </c:pt>
                <c:pt idx="639">
                  <c:v>641</c:v>
                </c:pt>
                <c:pt idx="640">
                  <c:v>642</c:v>
                </c:pt>
                <c:pt idx="641">
                  <c:v>643</c:v>
                </c:pt>
                <c:pt idx="642">
                  <c:v>644</c:v>
                </c:pt>
                <c:pt idx="643">
                  <c:v>645</c:v>
                </c:pt>
                <c:pt idx="644">
                  <c:v>646</c:v>
                </c:pt>
                <c:pt idx="645">
                  <c:v>647</c:v>
                </c:pt>
                <c:pt idx="646">
                  <c:v>648</c:v>
                </c:pt>
                <c:pt idx="647">
                  <c:v>649</c:v>
                </c:pt>
                <c:pt idx="648">
                  <c:v>650</c:v>
                </c:pt>
                <c:pt idx="649">
                  <c:v>651</c:v>
                </c:pt>
                <c:pt idx="650">
                  <c:v>652</c:v>
                </c:pt>
                <c:pt idx="651">
                  <c:v>653</c:v>
                </c:pt>
                <c:pt idx="652">
                  <c:v>654</c:v>
                </c:pt>
                <c:pt idx="653">
                  <c:v>655</c:v>
                </c:pt>
                <c:pt idx="654">
                  <c:v>656</c:v>
                </c:pt>
                <c:pt idx="655">
                  <c:v>657</c:v>
                </c:pt>
                <c:pt idx="656">
                  <c:v>658</c:v>
                </c:pt>
                <c:pt idx="657">
                  <c:v>659</c:v>
                </c:pt>
                <c:pt idx="658">
                  <c:v>660</c:v>
                </c:pt>
                <c:pt idx="659">
                  <c:v>661</c:v>
                </c:pt>
                <c:pt idx="660">
                  <c:v>662</c:v>
                </c:pt>
                <c:pt idx="661">
                  <c:v>663</c:v>
                </c:pt>
                <c:pt idx="662">
                  <c:v>664</c:v>
                </c:pt>
                <c:pt idx="663">
                  <c:v>665</c:v>
                </c:pt>
                <c:pt idx="664">
                  <c:v>666</c:v>
                </c:pt>
                <c:pt idx="665">
                  <c:v>667</c:v>
                </c:pt>
                <c:pt idx="666">
                  <c:v>668</c:v>
                </c:pt>
                <c:pt idx="667">
                  <c:v>669</c:v>
                </c:pt>
                <c:pt idx="668">
                  <c:v>670</c:v>
                </c:pt>
                <c:pt idx="669">
                  <c:v>671</c:v>
                </c:pt>
                <c:pt idx="670">
                  <c:v>672</c:v>
                </c:pt>
                <c:pt idx="671">
                  <c:v>673</c:v>
                </c:pt>
                <c:pt idx="672">
                  <c:v>674</c:v>
                </c:pt>
                <c:pt idx="673">
                  <c:v>675</c:v>
                </c:pt>
                <c:pt idx="674">
                  <c:v>676</c:v>
                </c:pt>
                <c:pt idx="675">
                  <c:v>677</c:v>
                </c:pt>
                <c:pt idx="676">
                  <c:v>678</c:v>
                </c:pt>
                <c:pt idx="677">
                  <c:v>679</c:v>
                </c:pt>
                <c:pt idx="678">
                  <c:v>680</c:v>
                </c:pt>
                <c:pt idx="679">
                  <c:v>681</c:v>
                </c:pt>
                <c:pt idx="680">
                  <c:v>682</c:v>
                </c:pt>
                <c:pt idx="681">
                  <c:v>683</c:v>
                </c:pt>
                <c:pt idx="682">
                  <c:v>684</c:v>
                </c:pt>
                <c:pt idx="683">
                  <c:v>685</c:v>
                </c:pt>
                <c:pt idx="684">
                  <c:v>686</c:v>
                </c:pt>
                <c:pt idx="685">
                  <c:v>687</c:v>
                </c:pt>
                <c:pt idx="686">
                  <c:v>688</c:v>
                </c:pt>
                <c:pt idx="687">
                  <c:v>689</c:v>
                </c:pt>
                <c:pt idx="688">
                  <c:v>690</c:v>
                </c:pt>
                <c:pt idx="689">
                  <c:v>691</c:v>
                </c:pt>
                <c:pt idx="690">
                  <c:v>692</c:v>
                </c:pt>
                <c:pt idx="691">
                  <c:v>693</c:v>
                </c:pt>
                <c:pt idx="692">
                  <c:v>694</c:v>
                </c:pt>
                <c:pt idx="693">
                  <c:v>695</c:v>
                </c:pt>
                <c:pt idx="694">
                  <c:v>696</c:v>
                </c:pt>
                <c:pt idx="695">
                  <c:v>697</c:v>
                </c:pt>
                <c:pt idx="696">
                  <c:v>698</c:v>
                </c:pt>
                <c:pt idx="697">
                  <c:v>699</c:v>
                </c:pt>
                <c:pt idx="698">
                  <c:v>700</c:v>
                </c:pt>
                <c:pt idx="699">
                  <c:v>701</c:v>
                </c:pt>
                <c:pt idx="700">
                  <c:v>702</c:v>
                </c:pt>
                <c:pt idx="701">
                  <c:v>703</c:v>
                </c:pt>
                <c:pt idx="702">
                  <c:v>704</c:v>
                </c:pt>
                <c:pt idx="703">
                  <c:v>705</c:v>
                </c:pt>
                <c:pt idx="704">
                  <c:v>706</c:v>
                </c:pt>
                <c:pt idx="705">
                  <c:v>707</c:v>
                </c:pt>
                <c:pt idx="706">
                  <c:v>708</c:v>
                </c:pt>
                <c:pt idx="707">
                  <c:v>709</c:v>
                </c:pt>
                <c:pt idx="708">
                  <c:v>710</c:v>
                </c:pt>
                <c:pt idx="709">
                  <c:v>711</c:v>
                </c:pt>
                <c:pt idx="710">
                  <c:v>712</c:v>
                </c:pt>
                <c:pt idx="711">
                  <c:v>713</c:v>
                </c:pt>
                <c:pt idx="712">
                  <c:v>714</c:v>
                </c:pt>
                <c:pt idx="713">
                  <c:v>715</c:v>
                </c:pt>
                <c:pt idx="714">
                  <c:v>716</c:v>
                </c:pt>
                <c:pt idx="715">
                  <c:v>717</c:v>
                </c:pt>
                <c:pt idx="716">
                  <c:v>718</c:v>
                </c:pt>
                <c:pt idx="717">
                  <c:v>719</c:v>
                </c:pt>
                <c:pt idx="718">
                  <c:v>720</c:v>
                </c:pt>
                <c:pt idx="719">
                  <c:v>721</c:v>
                </c:pt>
                <c:pt idx="720">
                  <c:v>722</c:v>
                </c:pt>
                <c:pt idx="721">
                  <c:v>723</c:v>
                </c:pt>
                <c:pt idx="722">
                  <c:v>724</c:v>
                </c:pt>
                <c:pt idx="723">
                  <c:v>725</c:v>
                </c:pt>
                <c:pt idx="724">
                  <c:v>726</c:v>
                </c:pt>
                <c:pt idx="725">
                  <c:v>727</c:v>
                </c:pt>
                <c:pt idx="726">
                  <c:v>728</c:v>
                </c:pt>
                <c:pt idx="727">
                  <c:v>729</c:v>
                </c:pt>
                <c:pt idx="728">
                  <c:v>730</c:v>
                </c:pt>
                <c:pt idx="729">
                  <c:v>731</c:v>
                </c:pt>
                <c:pt idx="730">
                  <c:v>732</c:v>
                </c:pt>
                <c:pt idx="731">
                  <c:v>733</c:v>
                </c:pt>
                <c:pt idx="732">
                  <c:v>734</c:v>
                </c:pt>
                <c:pt idx="733">
                  <c:v>735</c:v>
                </c:pt>
                <c:pt idx="734">
                  <c:v>736</c:v>
                </c:pt>
                <c:pt idx="735">
                  <c:v>737</c:v>
                </c:pt>
                <c:pt idx="736">
                  <c:v>738</c:v>
                </c:pt>
                <c:pt idx="737">
                  <c:v>739</c:v>
                </c:pt>
                <c:pt idx="738">
                  <c:v>740</c:v>
                </c:pt>
                <c:pt idx="739">
                  <c:v>741</c:v>
                </c:pt>
                <c:pt idx="740">
                  <c:v>742</c:v>
                </c:pt>
                <c:pt idx="741">
                  <c:v>743</c:v>
                </c:pt>
                <c:pt idx="742">
                  <c:v>744</c:v>
                </c:pt>
                <c:pt idx="743">
                  <c:v>745</c:v>
                </c:pt>
                <c:pt idx="744">
                  <c:v>746</c:v>
                </c:pt>
                <c:pt idx="745">
                  <c:v>747</c:v>
                </c:pt>
                <c:pt idx="746">
                  <c:v>748</c:v>
                </c:pt>
                <c:pt idx="747">
                  <c:v>749</c:v>
                </c:pt>
                <c:pt idx="748">
                  <c:v>750</c:v>
                </c:pt>
                <c:pt idx="749">
                  <c:v>751</c:v>
                </c:pt>
                <c:pt idx="750">
                  <c:v>752</c:v>
                </c:pt>
                <c:pt idx="751">
                  <c:v>753</c:v>
                </c:pt>
                <c:pt idx="752">
                  <c:v>754</c:v>
                </c:pt>
                <c:pt idx="753">
                  <c:v>755</c:v>
                </c:pt>
                <c:pt idx="754">
                  <c:v>756</c:v>
                </c:pt>
                <c:pt idx="755">
                  <c:v>757</c:v>
                </c:pt>
                <c:pt idx="756">
                  <c:v>758</c:v>
                </c:pt>
                <c:pt idx="757">
                  <c:v>759</c:v>
                </c:pt>
                <c:pt idx="758">
                  <c:v>760</c:v>
                </c:pt>
                <c:pt idx="759">
                  <c:v>761</c:v>
                </c:pt>
                <c:pt idx="760">
                  <c:v>762</c:v>
                </c:pt>
                <c:pt idx="761">
                  <c:v>763</c:v>
                </c:pt>
                <c:pt idx="762">
                  <c:v>764</c:v>
                </c:pt>
                <c:pt idx="763">
                  <c:v>765</c:v>
                </c:pt>
                <c:pt idx="764">
                  <c:v>766</c:v>
                </c:pt>
                <c:pt idx="765">
                  <c:v>767</c:v>
                </c:pt>
                <c:pt idx="766">
                  <c:v>768</c:v>
                </c:pt>
                <c:pt idx="767">
                  <c:v>769</c:v>
                </c:pt>
                <c:pt idx="768">
                  <c:v>770</c:v>
                </c:pt>
                <c:pt idx="769">
                  <c:v>771</c:v>
                </c:pt>
                <c:pt idx="770">
                  <c:v>772</c:v>
                </c:pt>
                <c:pt idx="771">
                  <c:v>773</c:v>
                </c:pt>
                <c:pt idx="772">
                  <c:v>774</c:v>
                </c:pt>
                <c:pt idx="773">
                  <c:v>775</c:v>
                </c:pt>
                <c:pt idx="774">
                  <c:v>776</c:v>
                </c:pt>
                <c:pt idx="775">
                  <c:v>777</c:v>
                </c:pt>
                <c:pt idx="776">
                  <c:v>778</c:v>
                </c:pt>
                <c:pt idx="777">
                  <c:v>779</c:v>
                </c:pt>
                <c:pt idx="778">
                  <c:v>780</c:v>
                </c:pt>
                <c:pt idx="779">
                  <c:v>781</c:v>
                </c:pt>
                <c:pt idx="780">
                  <c:v>782</c:v>
                </c:pt>
                <c:pt idx="781">
                  <c:v>783</c:v>
                </c:pt>
                <c:pt idx="782">
                  <c:v>784</c:v>
                </c:pt>
                <c:pt idx="783">
                  <c:v>785</c:v>
                </c:pt>
                <c:pt idx="784">
                  <c:v>786</c:v>
                </c:pt>
                <c:pt idx="785">
                  <c:v>787</c:v>
                </c:pt>
                <c:pt idx="786">
                  <c:v>788</c:v>
                </c:pt>
                <c:pt idx="787">
                  <c:v>789</c:v>
                </c:pt>
                <c:pt idx="788">
                  <c:v>790</c:v>
                </c:pt>
                <c:pt idx="789">
                  <c:v>791</c:v>
                </c:pt>
                <c:pt idx="790">
                  <c:v>792</c:v>
                </c:pt>
                <c:pt idx="791">
                  <c:v>793</c:v>
                </c:pt>
                <c:pt idx="792">
                  <c:v>794</c:v>
                </c:pt>
                <c:pt idx="793">
                  <c:v>795</c:v>
                </c:pt>
                <c:pt idx="794">
                  <c:v>796</c:v>
                </c:pt>
                <c:pt idx="795">
                  <c:v>797</c:v>
                </c:pt>
                <c:pt idx="796">
                  <c:v>798</c:v>
                </c:pt>
                <c:pt idx="797">
                  <c:v>799</c:v>
                </c:pt>
                <c:pt idx="798">
                  <c:v>800</c:v>
                </c:pt>
                <c:pt idx="799">
                  <c:v>801</c:v>
                </c:pt>
                <c:pt idx="800">
                  <c:v>802</c:v>
                </c:pt>
                <c:pt idx="801">
                  <c:v>803</c:v>
                </c:pt>
                <c:pt idx="802">
                  <c:v>804</c:v>
                </c:pt>
                <c:pt idx="803">
                  <c:v>805</c:v>
                </c:pt>
                <c:pt idx="804">
                  <c:v>806</c:v>
                </c:pt>
                <c:pt idx="805">
                  <c:v>807</c:v>
                </c:pt>
                <c:pt idx="806">
                  <c:v>808</c:v>
                </c:pt>
                <c:pt idx="807">
                  <c:v>809</c:v>
                </c:pt>
                <c:pt idx="808">
                  <c:v>810</c:v>
                </c:pt>
                <c:pt idx="809">
                  <c:v>811</c:v>
                </c:pt>
                <c:pt idx="810">
                  <c:v>812</c:v>
                </c:pt>
                <c:pt idx="811">
                  <c:v>813</c:v>
                </c:pt>
                <c:pt idx="812">
                  <c:v>814</c:v>
                </c:pt>
                <c:pt idx="813">
                  <c:v>815</c:v>
                </c:pt>
                <c:pt idx="814">
                  <c:v>816</c:v>
                </c:pt>
                <c:pt idx="815">
                  <c:v>817</c:v>
                </c:pt>
                <c:pt idx="816">
                  <c:v>818</c:v>
                </c:pt>
                <c:pt idx="817">
                  <c:v>819</c:v>
                </c:pt>
                <c:pt idx="818">
                  <c:v>820</c:v>
                </c:pt>
                <c:pt idx="819">
                  <c:v>821</c:v>
                </c:pt>
                <c:pt idx="820">
                  <c:v>822</c:v>
                </c:pt>
                <c:pt idx="821">
                  <c:v>823</c:v>
                </c:pt>
                <c:pt idx="822">
                  <c:v>824</c:v>
                </c:pt>
                <c:pt idx="823">
                  <c:v>825</c:v>
                </c:pt>
                <c:pt idx="824">
                  <c:v>826</c:v>
                </c:pt>
                <c:pt idx="825">
                  <c:v>827</c:v>
                </c:pt>
                <c:pt idx="826">
                  <c:v>828</c:v>
                </c:pt>
                <c:pt idx="827">
                  <c:v>829</c:v>
                </c:pt>
                <c:pt idx="828">
                  <c:v>830</c:v>
                </c:pt>
                <c:pt idx="829">
                  <c:v>831</c:v>
                </c:pt>
                <c:pt idx="830">
                  <c:v>832</c:v>
                </c:pt>
                <c:pt idx="831">
                  <c:v>833</c:v>
                </c:pt>
                <c:pt idx="832">
                  <c:v>834</c:v>
                </c:pt>
                <c:pt idx="833">
                  <c:v>835</c:v>
                </c:pt>
                <c:pt idx="834">
                  <c:v>836</c:v>
                </c:pt>
                <c:pt idx="835">
                  <c:v>837</c:v>
                </c:pt>
                <c:pt idx="836">
                  <c:v>838</c:v>
                </c:pt>
                <c:pt idx="837">
                  <c:v>839</c:v>
                </c:pt>
                <c:pt idx="838">
                  <c:v>840</c:v>
                </c:pt>
                <c:pt idx="839">
                  <c:v>841</c:v>
                </c:pt>
                <c:pt idx="840">
                  <c:v>842</c:v>
                </c:pt>
                <c:pt idx="841">
                  <c:v>843</c:v>
                </c:pt>
                <c:pt idx="842">
                  <c:v>844</c:v>
                </c:pt>
                <c:pt idx="843">
                  <c:v>845</c:v>
                </c:pt>
                <c:pt idx="844">
                  <c:v>846</c:v>
                </c:pt>
                <c:pt idx="845">
                  <c:v>847</c:v>
                </c:pt>
                <c:pt idx="846">
                  <c:v>848</c:v>
                </c:pt>
                <c:pt idx="847">
                  <c:v>849</c:v>
                </c:pt>
                <c:pt idx="848">
                  <c:v>850</c:v>
                </c:pt>
                <c:pt idx="849">
                  <c:v>851</c:v>
                </c:pt>
                <c:pt idx="850">
                  <c:v>852</c:v>
                </c:pt>
                <c:pt idx="851">
                  <c:v>853</c:v>
                </c:pt>
                <c:pt idx="852">
                  <c:v>854</c:v>
                </c:pt>
                <c:pt idx="853">
                  <c:v>855</c:v>
                </c:pt>
                <c:pt idx="854">
                  <c:v>856</c:v>
                </c:pt>
                <c:pt idx="855">
                  <c:v>857</c:v>
                </c:pt>
                <c:pt idx="856">
                  <c:v>858</c:v>
                </c:pt>
                <c:pt idx="857">
                  <c:v>859</c:v>
                </c:pt>
                <c:pt idx="858">
                  <c:v>860</c:v>
                </c:pt>
                <c:pt idx="859">
                  <c:v>861</c:v>
                </c:pt>
                <c:pt idx="860">
                  <c:v>862</c:v>
                </c:pt>
                <c:pt idx="861">
                  <c:v>863</c:v>
                </c:pt>
                <c:pt idx="862">
                  <c:v>864</c:v>
                </c:pt>
                <c:pt idx="863">
                  <c:v>865</c:v>
                </c:pt>
                <c:pt idx="864">
                  <c:v>866</c:v>
                </c:pt>
                <c:pt idx="865">
                  <c:v>867</c:v>
                </c:pt>
                <c:pt idx="866">
                  <c:v>868</c:v>
                </c:pt>
                <c:pt idx="867">
                  <c:v>869</c:v>
                </c:pt>
                <c:pt idx="868">
                  <c:v>870</c:v>
                </c:pt>
                <c:pt idx="869">
                  <c:v>871</c:v>
                </c:pt>
                <c:pt idx="870">
                  <c:v>872</c:v>
                </c:pt>
                <c:pt idx="871">
                  <c:v>873</c:v>
                </c:pt>
                <c:pt idx="872">
                  <c:v>874</c:v>
                </c:pt>
                <c:pt idx="873">
                  <c:v>875</c:v>
                </c:pt>
                <c:pt idx="874">
                  <c:v>876</c:v>
                </c:pt>
                <c:pt idx="875">
                  <c:v>877</c:v>
                </c:pt>
                <c:pt idx="876">
                  <c:v>878</c:v>
                </c:pt>
                <c:pt idx="877">
                  <c:v>879</c:v>
                </c:pt>
                <c:pt idx="878">
                  <c:v>880</c:v>
                </c:pt>
                <c:pt idx="879">
                  <c:v>881</c:v>
                </c:pt>
                <c:pt idx="880">
                  <c:v>882</c:v>
                </c:pt>
                <c:pt idx="881">
                  <c:v>883</c:v>
                </c:pt>
                <c:pt idx="882">
                  <c:v>884</c:v>
                </c:pt>
                <c:pt idx="883">
                  <c:v>885</c:v>
                </c:pt>
                <c:pt idx="884">
                  <c:v>886</c:v>
                </c:pt>
                <c:pt idx="885">
                  <c:v>887</c:v>
                </c:pt>
                <c:pt idx="886">
                  <c:v>888</c:v>
                </c:pt>
                <c:pt idx="887">
                  <c:v>889</c:v>
                </c:pt>
                <c:pt idx="888">
                  <c:v>890</c:v>
                </c:pt>
                <c:pt idx="889">
                  <c:v>891</c:v>
                </c:pt>
                <c:pt idx="890">
                  <c:v>892</c:v>
                </c:pt>
                <c:pt idx="891">
                  <c:v>893</c:v>
                </c:pt>
                <c:pt idx="892">
                  <c:v>894</c:v>
                </c:pt>
                <c:pt idx="893">
                  <c:v>895</c:v>
                </c:pt>
                <c:pt idx="894">
                  <c:v>896</c:v>
                </c:pt>
                <c:pt idx="895">
                  <c:v>897</c:v>
                </c:pt>
                <c:pt idx="896">
                  <c:v>898</c:v>
                </c:pt>
                <c:pt idx="897">
                  <c:v>899</c:v>
                </c:pt>
                <c:pt idx="898">
                  <c:v>900</c:v>
                </c:pt>
                <c:pt idx="899">
                  <c:v>901</c:v>
                </c:pt>
                <c:pt idx="900">
                  <c:v>902</c:v>
                </c:pt>
                <c:pt idx="901">
                  <c:v>903</c:v>
                </c:pt>
                <c:pt idx="902">
                  <c:v>904</c:v>
                </c:pt>
                <c:pt idx="903">
                  <c:v>905</c:v>
                </c:pt>
                <c:pt idx="904">
                  <c:v>906</c:v>
                </c:pt>
                <c:pt idx="905">
                  <c:v>907</c:v>
                </c:pt>
                <c:pt idx="906">
                  <c:v>908</c:v>
                </c:pt>
                <c:pt idx="907">
                  <c:v>909</c:v>
                </c:pt>
                <c:pt idx="908">
                  <c:v>910</c:v>
                </c:pt>
                <c:pt idx="909">
                  <c:v>911</c:v>
                </c:pt>
                <c:pt idx="910">
                  <c:v>912</c:v>
                </c:pt>
                <c:pt idx="911">
                  <c:v>913</c:v>
                </c:pt>
                <c:pt idx="912">
                  <c:v>914</c:v>
                </c:pt>
                <c:pt idx="913">
                  <c:v>915</c:v>
                </c:pt>
                <c:pt idx="914">
                  <c:v>916</c:v>
                </c:pt>
                <c:pt idx="915">
                  <c:v>917</c:v>
                </c:pt>
                <c:pt idx="916">
                  <c:v>918</c:v>
                </c:pt>
                <c:pt idx="917">
                  <c:v>919</c:v>
                </c:pt>
                <c:pt idx="918">
                  <c:v>920</c:v>
                </c:pt>
                <c:pt idx="919">
                  <c:v>921</c:v>
                </c:pt>
                <c:pt idx="920">
                  <c:v>922</c:v>
                </c:pt>
                <c:pt idx="921">
                  <c:v>923</c:v>
                </c:pt>
                <c:pt idx="922">
                  <c:v>924</c:v>
                </c:pt>
                <c:pt idx="923">
                  <c:v>925</c:v>
                </c:pt>
                <c:pt idx="924">
                  <c:v>926</c:v>
                </c:pt>
                <c:pt idx="925">
                  <c:v>927</c:v>
                </c:pt>
                <c:pt idx="926">
                  <c:v>928</c:v>
                </c:pt>
                <c:pt idx="927">
                  <c:v>929</c:v>
                </c:pt>
                <c:pt idx="928">
                  <c:v>930</c:v>
                </c:pt>
                <c:pt idx="929">
                  <c:v>931</c:v>
                </c:pt>
                <c:pt idx="930">
                  <c:v>932</c:v>
                </c:pt>
                <c:pt idx="931">
                  <c:v>933</c:v>
                </c:pt>
                <c:pt idx="932">
                  <c:v>934</c:v>
                </c:pt>
                <c:pt idx="933">
                  <c:v>935</c:v>
                </c:pt>
                <c:pt idx="934">
                  <c:v>936</c:v>
                </c:pt>
                <c:pt idx="935">
                  <c:v>937</c:v>
                </c:pt>
                <c:pt idx="936">
                  <c:v>938</c:v>
                </c:pt>
                <c:pt idx="937">
                  <c:v>939</c:v>
                </c:pt>
                <c:pt idx="938">
                  <c:v>940</c:v>
                </c:pt>
                <c:pt idx="939">
                  <c:v>941</c:v>
                </c:pt>
                <c:pt idx="940">
                  <c:v>942</c:v>
                </c:pt>
                <c:pt idx="941">
                  <c:v>943</c:v>
                </c:pt>
                <c:pt idx="942">
                  <c:v>944</c:v>
                </c:pt>
                <c:pt idx="943">
                  <c:v>945</c:v>
                </c:pt>
                <c:pt idx="944">
                  <c:v>946</c:v>
                </c:pt>
                <c:pt idx="945">
                  <c:v>947</c:v>
                </c:pt>
                <c:pt idx="946">
                  <c:v>948</c:v>
                </c:pt>
                <c:pt idx="947">
                  <c:v>949</c:v>
                </c:pt>
                <c:pt idx="948">
                  <c:v>950</c:v>
                </c:pt>
                <c:pt idx="949">
                  <c:v>951</c:v>
                </c:pt>
                <c:pt idx="950">
                  <c:v>952</c:v>
                </c:pt>
                <c:pt idx="951">
                  <c:v>953</c:v>
                </c:pt>
                <c:pt idx="952">
                  <c:v>954</c:v>
                </c:pt>
                <c:pt idx="953">
                  <c:v>955</c:v>
                </c:pt>
                <c:pt idx="954">
                  <c:v>956</c:v>
                </c:pt>
                <c:pt idx="955">
                  <c:v>957</c:v>
                </c:pt>
                <c:pt idx="956">
                  <c:v>958</c:v>
                </c:pt>
                <c:pt idx="957">
                  <c:v>959</c:v>
                </c:pt>
                <c:pt idx="958">
                  <c:v>960</c:v>
                </c:pt>
                <c:pt idx="959">
                  <c:v>961</c:v>
                </c:pt>
                <c:pt idx="960">
                  <c:v>962</c:v>
                </c:pt>
                <c:pt idx="961">
                  <c:v>963</c:v>
                </c:pt>
                <c:pt idx="962">
                  <c:v>964</c:v>
                </c:pt>
                <c:pt idx="963">
                  <c:v>965</c:v>
                </c:pt>
                <c:pt idx="964">
                  <c:v>966</c:v>
                </c:pt>
                <c:pt idx="965">
                  <c:v>967</c:v>
                </c:pt>
                <c:pt idx="966">
                  <c:v>968</c:v>
                </c:pt>
                <c:pt idx="967">
                  <c:v>969</c:v>
                </c:pt>
                <c:pt idx="968">
                  <c:v>970</c:v>
                </c:pt>
                <c:pt idx="969">
                  <c:v>971</c:v>
                </c:pt>
                <c:pt idx="970">
                  <c:v>972</c:v>
                </c:pt>
                <c:pt idx="971">
                  <c:v>973</c:v>
                </c:pt>
                <c:pt idx="972">
                  <c:v>974</c:v>
                </c:pt>
                <c:pt idx="973">
                  <c:v>975</c:v>
                </c:pt>
                <c:pt idx="974">
                  <c:v>976</c:v>
                </c:pt>
                <c:pt idx="975">
                  <c:v>977</c:v>
                </c:pt>
                <c:pt idx="976">
                  <c:v>978</c:v>
                </c:pt>
                <c:pt idx="977">
                  <c:v>979</c:v>
                </c:pt>
                <c:pt idx="978">
                  <c:v>980</c:v>
                </c:pt>
                <c:pt idx="979">
                  <c:v>981</c:v>
                </c:pt>
                <c:pt idx="980">
                  <c:v>982</c:v>
                </c:pt>
                <c:pt idx="981">
                  <c:v>983</c:v>
                </c:pt>
                <c:pt idx="982">
                  <c:v>984</c:v>
                </c:pt>
                <c:pt idx="983">
                  <c:v>985</c:v>
                </c:pt>
                <c:pt idx="984">
                  <c:v>986</c:v>
                </c:pt>
                <c:pt idx="985">
                  <c:v>987</c:v>
                </c:pt>
                <c:pt idx="986">
                  <c:v>988</c:v>
                </c:pt>
                <c:pt idx="987">
                  <c:v>989</c:v>
                </c:pt>
                <c:pt idx="988">
                  <c:v>990</c:v>
                </c:pt>
                <c:pt idx="989">
                  <c:v>991</c:v>
                </c:pt>
                <c:pt idx="990">
                  <c:v>992</c:v>
                </c:pt>
                <c:pt idx="991">
                  <c:v>993</c:v>
                </c:pt>
                <c:pt idx="992">
                  <c:v>994</c:v>
                </c:pt>
                <c:pt idx="993">
                  <c:v>995</c:v>
                </c:pt>
                <c:pt idx="994">
                  <c:v>996</c:v>
                </c:pt>
                <c:pt idx="995">
                  <c:v>997</c:v>
                </c:pt>
                <c:pt idx="996">
                  <c:v>998</c:v>
                </c:pt>
                <c:pt idx="997">
                  <c:v>999</c:v>
                </c:pt>
                <c:pt idx="998">
                  <c:v>1000</c:v>
                </c:pt>
                <c:pt idx="999">
                  <c:v>1001</c:v>
                </c:pt>
                <c:pt idx="1000">
                  <c:v>1002</c:v>
                </c:pt>
                <c:pt idx="1001">
                  <c:v>1003</c:v>
                </c:pt>
                <c:pt idx="1002">
                  <c:v>1004</c:v>
                </c:pt>
                <c:pt idx="1003">
                  <c:v>1005</c:v>
                </c:pt>
                <c:pt idx="1004">
                  <c:v>1006</c:v>
                </c:pt>
                <c:pt idx="1005">
                  <c:v>1007</c:v>
                </c:pt>
                <c:pt idx="1006">
                  <c:v>1008</c:v>
                </c:pt>
                <c:pt idx="1007">
                  <c:v>1009</c:v>
                </c:pt>
                <c:pt idx="1008">
                  <c:v>1010</c:v>
                </c:pt>
                <c:pt idx="1009">
                  <c:v>1011</c:v>
                </c:pt>
                <c:pt idx="1010">
                  <c:v>1012</c:v>
                </c:pt>
                <c:pt idx="1011">
                  <c:v>1013</c:v>
                </c:pt>
                <c:pt idx="1012">
                  <c:v>1014</c:v>
                </c:pt>
                <c:pt idx="1013">
                  <c:v>1015</c:v>
                </c:pt>
                <c:pt idx="1014">
                  <c:v>1016</c:v>
                </c:pt>
                <c:pt idx="1015">
                  <c:v>1017</c:v>
                </c:pt>
                <c:pt idx="1016">
                  <c:v>1018</c:v>
                </c:pt>
                <c:pt idx="1017">
                  <c:v>1019</c:v>
                </c:pt>
                <c:pt idx="1018">
                  <c:v>1020</c:v>
                </c:pt>
                <c:pt idx="1019">
                  <c:v>1021</c:v>
                </c:pt>
                <c:pt idx="1020">
                  <c:v>1022</c:v>
                </c:pt>
                <c:pt idx="1021">
                  <c:v>1023</c:v>
                </c:pt>
                <c:pt idx="1022">
                  <c:v>1024</c:v>
                </c:pt>
                <c:pt idx="1023">
                  <c:v>1025</c:v>
                </c:pt>
                <c:pt idx="1024">
                  <c:v>1026</c:v>
                </c:pt>
                <c:pt idx="1025">
                  <c:v>1027</c:v>
                </c:pt>
                <c:pt idx="1026">
                  <c:v>1028</c:v>
                </c:pt>
                <c:pt idx="1027">
                  <c:v>1029</c:v>
                </c:pt>
                <c:pt idx="1028">
                  <c:v>1030</c:v>
                </c:pt>
                <c:pt idx="1029">
                  <c:v>1031</c:v>
                </c:pt>
                <c:pt idx="1030">
                  <c:v>1032</c:v>
                </c:pt>
                <c:pt idx="1031">
                  <c:v>1033</c:v>
                </c:pt>
                <c:pt idx="1032">
                  <c:v>1034</c:v>
                </c:pt>
                <c:pt idx="1033">
                  <c:v>1035</c:v>
                </c:pt>
                <c:pt idx="1034">
                  <c:v>1036</c:v>
                </c:pt>
                <c:pt idx="1035">
                  <c:v>1037</c:v>
                </c:pt>
                <c:pt idx="1036">
                  <c:v>1038</c:v>
                </c:pt>
                <c:pt idx="1037">
                  <c:v>1039</c:v>
                </c:pt>
                <c:pt idx="1038">
                  <c:v>1040</c:v>
                </c:pt>
                <c:pt idx="1039">
                  <c:v>1041</c:v>
                </c:pt>
                <c:pt idx="1040">
                  <c:v>1042</c:v>
                </c:pt>
                <c:pt idx="1041">
                  <c:v>1043</c:v>
                </c:pt>
                <c:pt idx="1042">
                  <c:v>1044</c:v>
                </c:pt>
                <c:pt idx="1043">
                  <c:v>1045</c:v>
                </c:pt>
                <c:pt idx="1044">
                  <c:v>1046</c:v>
                </c:pt>
                <c:pt idx="1045">
                  <c:v>1047</c:v>
                </c:pt>
                <c:pt idx="1046">
                  <c:v>1048</c:v>
                </c:pt>
                <c:pt idx="1047">
                  <c:v>1049</c:v>
                </c:pt>
                <c:pt idx="1048">
                  <c:v>1050</c:v>
                </c:pt>
                <c:pt idx="1049">
                  <c:v>1051</c:v>
                </c:pt>
                <c:pt idx="1050">
                  <c:v>1052</c:v>
                </c:pt>
                <c:pt idx="1051">
                  <c:v>1053</c:v>
                </c:pt>
                <c:pt idx="1052">
                  <c:v>1054</c:v>
                </c:pt>
                <c:pt idx="1053">
                  <c:v>1055</c:v>
                </c:pt>
                <c:pt idx="1054">
                  <c:v>1056</c:v>
                </c:pt>
                <c:pt idx="1055">
                  <c:v>1057</c:v>
                </c:pt>
                <c:pt idx="1056">
                  <c:v>1058</c:v>
                </c:pt>
                <c:pt idx="1057">
                  <c:v>1059</c:v>
                </c:pt>
                <c:pt idx="1058">
                  <c:v>1060</c:v>
                </c:pt>
                <c:pt idx="1059">
                  <c:v>1061</c:v>
                </c:pt>
                <c:pt idx="1060">
                  <c:v>1062</c:v>
                </c:pt>
                <c:pt idx="1061">
                  <c:v>1063</c:v>
                </c:pt>
                <c:pt idx="1062">
                  <c:v>1064</c:v>
                </c:pt>
                <c:pt idx="1063">
                  <c:v>1065</c:v>
                </c:pt>
                <c:pt idx="1064">
                  <c:v>1066</c:v>
                </c:pt>
                <c:pt idx="1065">
                  <c:v>1067</c:v>
                </c:pt>
                <c:pt idx="1066">
                  <c:v>1068</c:v>
                </c:pt>
                <c:pt idx="1067">
                  <c:v>1069</c:v>
                </c:pt>
                <c:pt idx="1068">
                  <c:v>1070</c:v>
                </c:pt>
                <c:pt idx="1069">
                  <c:v>1071</c:v>
                </c:pt>
                <c:pt idx="1070">
                  <c:v>1072</c:v>
                </c:pt>
                <c:pt idx="1071">
                  <c:v>1073</c:v>
                </c:pt>
                <c:pt idx="1072">
                  <c:v>1074</c:v>
                </c:pt>
                <c:pt idx="1073">
                  <c:v>1075</c:v>
                </c:pt>
                <c:pt idx="1074">
                  <c:v>1076</c:v>
                </c:pt>
                <c:pt idx="1075">
                  <c:v>1077</c:v>
                </c:pt>
                <c:pt idx="1076">
                  <c:v>1078</c:v>
                </c:pt>
                <c:pt idx="1077">
                  <c:v>1079</c:v>
                </c:pt>
                <c:pt idx="1078">
                  <c:v>1080</c:v>
                </c:pt>
                <c:pt idx="1079">
                  <c:v>1081</c:v>
                </c:pt>
                <c:pt idx="1080">
                  <c:v>1082</c:v>
                </c:pt>
                <c:pt idx="1081">
                  <c:v>1083</c:v>
                </c:pt>
                <c:pt idx="1082">
                  <c:v>1084</c:v>
                </c:pt>
                <c:pt idx="1083">
                  <c:v>1085</c:v>
                </c:pt>
                <c:pt idx="1084">
                  <c:v>1086</c:v>
                </c:pt>
                <c:pt idx="1085">
                  <c:v>1087</c:v>
                </c:pt>
                <c:pt idx="1086">
                  <c:v>1088</c:v>
                </c:pt>
                <c:pt idx="1087">
                  <c:v>1089</c:v>
                </c:pt>
                <c:pt idx="1088">
                  <c:v>1090</c:v>
                </c:pt>
                <c:pt idx="1089">
                  <c:v>1091</c:v>
                </c:pt>
                <c:pt idx="1090">
                  <c:v>1092</c:v>
                </c:pt>
                <c:pt idx="1091">
                  <c:v>1093</c:v>
                </c:pt>
                <c:pt idx="1092">
                  <c:v>1094</c:v>
                </c:pt>
                <c:pt idx="1093">
                  <c:v>1095</c:v>
                </c:pt>
                <c:pt idx="1094">
                  <c:v>1096</c:v>
                </c:pt>
                <c:pt idx="1095">
                  <c:v>1097</c:v>
                </c:pt>
                <c:pt idx="1096">
                  <c:v>1098</c:v>
                </c:pt>
                <c:pt idx="1097">
                  <c:v>1099</c:v>
                </c:pt>
                <c:pt idx="1098">
                  <c:v>1100</c:v>
                </c:pt>
                <c:pt idx="1099">
                  <c:v>1101</c:v>
                </c:pt>
                <c:pt idx="1100">
                  <c:v>1102</c:v>
                </c:pt>
                <c:pt idx="1101">
                  <c:v>1103</c:v>
                </c:pt>
                <c:pt idx="1102">
                  <c:v>1104</c:v>
                </c:pt>
                <c:pt idx="1103">
                  <c:v>1105</c:v>
                </c:pt>
                <c:pt idx="1104">
                  <c:v>1106</c:v>
                </c:pt>
                <c:pt idx="1105">
                  <c:v>1107</c:v>
                </c:pt>
                <c:pt idx="1106">
                  <c:v>1108</c:v>
                </c:pt>
                <c:pt idx="1107">
                  <c:v>1109</c:v>
                </c:pt>
                <c:pt idx="1108">
                  <c:v>1110</c:v>
                </c:pt>
                <c:pt idx="1109">
                  <c:v>1111</c:v>
                </c:pt>
                <c:pt idx="1110">
                  <c:v>1112</c:v>
                </c:pt>
                <c:pt idx="1111">
                  <c:v>1113</c:v>
                </c:pt>
                <c:pt idx="1112">
                  <c:v>1114</c:v>
                </c:pt>
                <c:pt idx="1113">
                  <c:v>1115</c:v>
                </c:pt>
                <c:pt idx="1114">
                  <c:v>1116</c:v>
                </c:pt>
                <c:pt idx="1115">
                  <c:v>1117</c:v>
                </c:pt>
                <c:pt idx="1116">
                  <c:v>1118</c:v>
                </c:pt>
                <c:pt idx="1117">
                  <c:v>1119</c:v>
                </c:pt>
                <c:pt idx="1118">
                  <c:v>1120</c:v>
                </c:pt>
                <c:pt idx="1119">
                  <c:v>1121</c:v>
                </c:pt>
                <c:pt idx="1120">
                  <c:v>1122</c:v>
                </c:pt>
                <c:pt idx="1121">
                  <c:v>1123</c:v>
                </c:pt>
                <c:pt idx="1122">
                  <c:v>1124</c:v>
                </c:pt>
                <c:pt idx="1123">
                  <c:v>1125</c:v>
                </c:pt>
                <c:pt idx="1124">
                  <c:v>1126</c:v>
                </c:pt>
                <c:pt idx="1125">
                  <c:v>1127</c:v>
                </c:pt>
                <c:pt idx="1126">
                  <c:v>1128</c:v>
                </c:pt>
                <c:pt idx="1127">
                  <c:v>1129</c:v>
                </c:pt>
                <c:pt idx="1128">
                  <c:v>1130</c:v>
                </c:pt>
                <c:pt idx="1129">
                  <c:v>1131</c:v>
                </c:pt>
                <c:pt idx="1130">
                  <c:v>1132</c:v>
                </c:pt>
                <c:pt idx="1131">
                  <c:v>1133</c:v>
                </c:pt>
                <c:pt idx="1132">
                  <c:v>1134</c:v>
                </c:pt>
                <c:pt idx="1133">
                  <c:v>1135</c:v>
                </c:pt>
                <c:pt idx="1134">
                  <c:v>1136</c:v>
                </c:pt>
                <c:pt idx="1135">
                  <c:v>1137</c:v>
                </c:pt>
                <c:pt idx="1136">
                  <c:v>1138</c:v>
                </c:pt>
                <c:pt idx="1137">
                  <c:v>1139</c:v>
                </c:pt>
                <c:pt idx="1138">
                  <c:v>1140</c:v>
                </c:pt>
                <c:pt idx="1139">
                  <c:v>1141</c:v>
                </c:pt>
                <c:pt idx="1140">
                  <c:v>1142</c:v>
                </c:pt>
                <c:pt idx="1141">
                  <c:v>1143</c:v>
                </c:pt>
                <c:pt idx="1142">
                  <c:v>1144</c:v>
                </c:pt>
                <c:pt idx="1143">
                  <c:v>1145</c:v>
                </c:pt>
                <c:pt idx="1144">
                  <c:v>1146</c:v>
                </c:pt>
                <c:pt idx="1145">
                  <c:v>1147</c:v>
                </c:pt>
                <c:pt idx="1146">
                  <c:v>1148</c:v>
                </c:pt>
                <c:pt idx="1147">
                  <c:v>1149</c:v>
                </c:pt>
                <c:pt idx="1148">
                  <c:v>1150</c:v>
                </c:pt>
                <c:pt idx="1149">
                  <c:v>1151</c:v>
                </c:pt>
                <c:pt idx="1150">
                  <c:v>1152</c:v>
                </c:pt>
                <c:pt idx="1151">
                  <c:v>1153</c:v>
                </c:pt>
                <c:pt idx="1152">
                  <c:v>1154</c:v>
                </c:pt>
                <c:pt idx="1153">
                  <c:v>1155</c:v>
                </c:pt>
                <c:pt idx="1154">
                  <c:v>1156</c:v>
                </c:pt>
                <c:pt idx="1155">
                  <c:v>1157</c:v>
                </c:pt>
                <c:pt idx="1156">
                  <c:v>1158</c:v>
                </c:pt>
                <c:pt idx="1157">
                  <c:v>1159</c:v>
                </c:pt>
                <c:pt idx="1158">
                  <c:v>1160</c:v>
                </c:pt>
                <c:pt idx="1159">
                  <c:v>1161</c:v>
                </c:pt>
                <c:pt idx="1160">
                  <c:v>1162</c:v>
                </c:pt>
                <c:pt idx="1161">
                  <c:v>1163</c:v>
                </c:pt>
                <c:pt idx="1162">
                  <c:v>1164</c:v>
                </c:pt>
                <c:pt idx="1163">
                  <c:v>1165</c:v>
                </c:pt>
                <c:pt idx="1164">
                  <c:v>1166</c:v>
                </c:pt>
                <c:pt idx="1165">
                  <c:v>1167</c:v>
                </c:pt>
                <c:pt idx="1166">
                  <c:v>1168</c:v>
                </c:pt>
                <c:pt idx="1167">
                  <c:v>1169</c:v>
                </c:pt>
                <c:pt idx="1168">
                  <c:v>1170</c:v>
                </c:pt>
                <c:pt idx="1169">
                  <c:v>1171</c:v>
                </c:pt>
                <c:pt idx="1170">
                  <c:v>1172</c:v>
                </c:pt>
                <c:pt idx="1171">
                  <c:v>1173</c:v>
                </c:pt>
                <c:pt idx="1172">
                  <c:v>1174</c:v>
                </c:pt>
                <c:pt idx="1173">
                  <c:v>1175</c:v>
                </c:pt>
                <c:pt idx="1174">
                  <c:v>1176</c:v>
                </c:pt>
                <c:pt idx="1175">
                  <c:v>1177</c:v>
                </c:pt>
                <c:pt idx="1176">
                  <c:v>1178</c:v>
                </c:pt>
                <c:pt idx="1177">
                  <c:v>1179</c:v>
                </c:pt>
                <c:pt idx="1178">
                  <c:v>1180</c:v>
                </c:pt>
                <c:pt idx="1179">
                  <c:v>1181</c:v>
                </c:pt>
                <c:pt idx="1180">
                  <c:v>1182</c:v>
                </c:pt>
                <c:pt idx="1181">
                  <c:v>1183</c:v>
                </c:pt>
                <c:pt idx="1182">
                  <c:v>1184</c:v>
                </c:pt>
                <c:pt idx="1183">
                  <c:v>1185</c:v>
                </c:pt>
                <c:pt idx="1184">
                  <c:v>1186</c:v>
                </c:pt>
                <c:pt idx="1185">
                  <c:v>1187</c:v>
                </c:pt>
                <c:pt idx="1186">
                  <c:v>1188</c:v>
                </c:pt>
                <c:pt idx="1187">
                  <c:v>1189</c:v>
                </c:pt>
                <c:pt idx="1188">
                  <c:v>1190</c:v>
                </c:pt>
                <c:pt idx="1189">
                  <c:v>1191</c:v>
                </c:pt>
                <c:pt idx="1190">
                  <c:v>1192</c:v>
                </c:pt>
                <c:pt idx="1191">
                  <c:v>1193</c:v>
                </c:pt>
                <c:pt idx="1192">
                  <c:v>1194</c:v>
                </c:pt>
                <c:pt idx="1193">
                  <c:v>1195</c:v>
                </c:pt>
                <c:pt idx="1194">
                  <c:v>1196</c:v>
                </c:pt>
                <c:pt idx="1195">
                  <c:v>1197</c:v>
                </c:pt>
                <c:pt idx="1196">
                  <c:v>1198</c:v>
                </c:pt>
                <c:pt idx="1197">
                  <c:v>1199</c:v>
                </c:pt>
                <c:pt idx="1198">
                  <c:v>1200</c:v>
                </c:pt>
                <c:pt idx="1199">
                  <c:v>1201</c:v>
                </c:pt>
                <c:pt idx="1200">
                  <c:v>1202</c:v>
                </c:pt>
                <c:pt idx="1201">
                  <c:v>1203</c:v>
                </c:pt>
                <c:pt idx="1202">
                  <c:v>1204</c:v>
                </c:pt>
                <c:pt idx="1203">
                  <c:v>1205</c:v>
                </c:pt>
                <c:pt idx="1204">
                  <c:v>1206</c:v>
                </c:pt>
                <c:pt idx="1205">
                  <c:v>1207</c:v>
                </c:pt>
                <c:pt idx="1206">
                  <c:v>1208</c:v>
                </c:pt>
                <c:pt idx="1207">
                  <c:v>1209</c:v>
                </c:pt>
                <c:pt idx="1208">
                  <c:v>1210</c:v>
                </c:pt>
                <c:pt idx="1209">
                  <c:v>1211</c:v>
                </c:pt>
                <c:pt idx="1210">
                  <c:v>1212</c:v>
                </c:pt>
                <c:pt idx="1211">
                  <c:v>1213</c:v>
                </c:pt>
                <c:pt idx="1212">
                  <c:v>1214</c:v>
                </c:pt>
                <c:pt idx="1213">
                  <c:v>1215</c:v>
                </c:pt>
                <c:pt idx="1214">
                  <c:v>1216</c:v>
                </c:pt>
                <c:pt idx="1215">
                  <c:v>1217</c:v>
                </c:pt>
                <c:pt idx="1216">
                  <c:v>1218</c:v>
                </c:pt>
                <c:pt idx="1217">
                  <c:v>1219</c:v>
                </c:pt>
                <c:pt idx="1218">
                  <c:v>1220</c:v>
                </c:pt>
                <c:pt idx="1219">
                  <c:v>1221</c:v>
                </c:pt>
                <c:pt idx="1220">
                  <c:v>1222</c:v>
                </c:pt>
                <c:pt idx="1221">
                  <c:v>1223</c:v>
                </c:pt>
                <c:pt idx="1222">
                  <c:v>1224</c:v>
                </c:pt>
                <c:pt idx="1223">
                  <c:v>1225</c:v>
                </c:pt>
                <c:pt idx="1224">
                  <c:v>1226</c:v>
                </c:pt>
                <c:pt idx="1225">
                  <c:v>1227</c:v>
                </c:pt>
                <c:pt idx="1226">
                  <c:v>1228</c:v>
                </c:pt>
                <c:pt idx="1227">
                  <c:v>1229</c:v>
                </c:pt>
                <c:pt idx="1228">
                  <c:v>1230</c:v>
                </c:pt>
                <c:pt idx="1229">
                  <c:v>1231</c:v>
                </c:pt>
                <c:pt idx="1230">
                  <c:v>1232</c:v>
                </c:pt>
                <c:pt idx="1231">
                  <c:v>1233</c:v>
                </c:pt>
                <c:pt idx="1232">
                  <c:v>1234</c:v>
                </c:pt>
                <c:pt idx="1233">
                  <c:v>1235</c:v>
                </c:pt>
                <c:pt idx="1234">
                  <c:v>1236</c:v>
                </c:pt>
                <c:pt idx="1235">
                  <c:v>1237</c:v>
                </c:pt>
                <c:pt idx="1236">
                  <c:v>1238</c:v>
                </c:pt>
                <c:pt idx="1237">
                  <c:v>1239</c:v>
                </c:pt>
                <c:pt idx="1238">
                  <c:v>1240</c:v>
                </c:pt>
                <c:pt idx="1239">
                  <c:v>1241</c:v>
                </c:pt>
                <c:pt idx="1240">
                  <c:v>1242</c:v>
                </c:pt>
                <c:pt idx="1241">
                  <c:v>1243</c:v>
                </c:pt>
                <c:pt idx="1242">
                  <c:v>1244</c:v>
                </c:pt>
                <c:pt idx="1243">
                  <c:v>1245</c:v>
                </c:pt>
                <c:pt idx="1244">
                  <c:v>1246</c:v>
                </c:pt>
                <c:pt idx="1245">
                  <c:v>1247</c:v>
                </c:pt>
                <c:pt idx="1246">
                  <c:v>1248</c:v>
                </c:pt>
                <c:pt idx="1247">
                  <c:v>1249</c:v>
                </c:pt>
                <c:pt idx="1248">
                  <c:v>1250</c:v>
                </c:pt>
                <c:pt idx="1249">
                  <c:v>1251</c:v>
                </c:pt>
                <c:pt idx="1250">
                  <c:v>1252</c:v>
                </c:pt>
                <c:pt idx="1251">
                  <c:v>1253</c:v>
                </c:pt>
                <c:pt idx="1252">
                  <c:v>1254</c:v>
                </c:pt>
                <c:pt idx="1253">
                  <c:v>1255</c:v>
                </c:pt>
                <c:pt idx="1254">
                  <c:v>1256</c:v>
                </c:pt>
                <c:pt idx="1255">
                  <c:v>1257</c:v>
                </c:pt>
                <c:pt idx="1256">
                  <c:v>1258</c:v>
                </c:pt>
                <c:pt idx="1257">
                  <c:v>1259</c:v>
                </c:pt>
                <c:pt idx="1258">
                  <c:v>1260</c:v>
                </c:pt>
                <c:pt idx="1259">
                  <c:v>1261</c:v>
                </c:pt>
                <c:pt idx="1260">
                  <c:v>1262</c:v>
                </c:pt>
                <c:pt idx="1261">
                  <c:v>1263</c:v>
                </c:pt>
                <c:pt idx="1262">
                  <c:v>1264</c:v>
                </c:pt>
                <c:pt idx="1263">
                  <c:v>1265</c:v>
                </c:pt>
                <c:pt idx="1264">
                  <c:v>1266</c:v>
                </c:pt>
                <c:pt idx="1265">
                  <c:v>1267</c:v>
                </c:pt>
                <c:pt idx="1266">
                  <c:v>1268</c:v>
                </c:pt>
                <c:pt idx="1267">
                  <c:v>1269</c:v>
                </c:pt>
                <c:pt idx="1268">
                  <c:v>1270</c:v>
                </c:pt>
                <c:pt idx="1269">
                  <c:v>1271</c:v>
                </c:pt>
                <c:pt idx="1270">
                  <c:v>1272</c:v>
                </c:pt>
                <c:pt idx="1271">
                  <c:v>1273</c:v>
                </c:pt>
                <c:pt idx="1272">
                  <c:v>1274</c:v>
                </c:pt>
                <c:pt idx="1273">
                  <c:v>1275</c:v>
                </c:pt>
                <c:pt idx="1274">
                  <c:v>1276</c:v>
                </c:pt>
                <c:pt idx="1275">
                  <c:v>1277</c:v>
                </c:pt>
                <c:pt idx="1276">
                  <c:v>1278</c:v>
                </c:pt>
                <c:pt idx="1277">
                  <c:v>1279</c:v>
                </c:pt>
                <c:pt idx="1278">
                  <c:v>1280</c:v>
                </c:pt>
                <c:pt idx="1279">
                  <c:v>1281</c:v>
                </c:pt>
                <c:pt idx="1280">
                  <c:v>1282</c:v>
                </c:pt>
                <c:pt idx="1281">
                  <c:v>1283</c:v>
                </c:pt>
                <c:pt idx="1282">
                  <c:v>1284</c:v>
                </c:pt>
                <c:pt idx="1283">
                  <c:v>1285</c:v>
                </c:pt>
                <c:pt idx="1284">
                  <c:v>1286</c:v>
                </c:pt>
                <c:pt idx="1285">
                  <c:v>1287</c:v>
                </c:pt>
                <c:pt idx="1286">
                  <c:v>1288</c:v>
                </c:pt>
                <c:pt idx="1287">
                  <c:v>1289</c:v>
                </c:pt>
                <c:pt idx="1288">
                  <c:v>1290</c:v>
                </c:pt>
                <c:pt idx="1289">
                  <c:v>1291</c:v>
                </c:pt>
                <c:pt idx="1290">
                  <c:v>1292</c:v>
                </c:pt>
                <c:pt idx="1291">
                  <c:v>1293</c:v>
                </c:pt>
                <c:pt idx="1292">
                  <c:v>1294</c:v>
                </c:pt>
                <c:pt idx="1293">
                  <c:v>1295</c:v>
                </c:pt>
                <c:pt idx="1294">
                  <c:v>1296</c:v>
                </c:pt>
                <c:pt idx="1295">
                  <c:v>1297</c:v>
                </c:pt>
                <c:pt idx="1296">
                  <c:v>1298</c:v>
                </c:pt>
                <c:pt idx="1297">
                  <c:v>1299</c:v>
                </c:pt>
                <c:pt idx="1298">
                  <c:v>1300</c:v>
                </c:pt>
                <c:pt idx="1299">
                  <c:v>1301</c:v>
                </c:pt>
                <c:pt idx="1300">
                  <c:v>1302</c:v>
                </c:pt>
                <c:pt idx="1301">
                  <c:v>1303</c:v>
                </c:pt>
                <c:pt idx="1302">
                  <c:v>1304</c:v>
                </c:pt>
                <c:pt idx="1303">
                  <c:v>1305</c:v>
                </c:pt>
                <c:pt idx="1304">
                  <c:v>1306</c:v>
                </c:pt>
                <c:pt idx="1305">
                  <c:v>1307</c:v>
                </c:pt>
                <c:pt idx="1306">
                  <c:v>1308</c:v>
                </c:pt>
                <c:pt idx="1307">
                  <c:v>1309</c:v>
                </c:pt>
                <c:pt idx="1308">
                  <c:v>1310</c:v>
                </c:pt>
                <c:pt idx="1309">
                  <c:v>1311</c:v>
                </c:pt>
                <c:pt idx="1310">
                  <c:v>1312</c:v>
                </c:pt>
                <c:pt idx="1311">
                  <c:v>1313</c:v>
                </c:pt>
                <c:pt idx="1312">
                  <c:v>1314</c:v>
                </c:pt>
                <c:pt idx="1313">
                  <c:v>1315</c:v>
                </c:pt>
                <c:pt idx="1314">
                  <c:v>1316</c:v>
                </c:pt>
                <c:pt idx="1315">
                  <c:v>1317</c:v>
                </c:pt>
                <c:pt idx="1316">
                  <c:v>1318</c:v>
                </c:pt>
                <c:pt idx="1317">
                  <c:v>1319</c:v>
                </c:pt>
                <c:pt idx="1318">
                  <c:v>1320</c:v>
                </c:pt>
                <c:pt idx="1319">
                  <c:v>1321</c:v>
                </c:pt>
                <c:pt idx="1320">
                  <c:v>1322</c:v>
                </c:pt>
                <c:pt idx="1321">
                  <c:v>1323</c:v>
                </c:pt>
                <c:pt idx="1322">
                  <c:v>1324</c:v>
                </c:pt>
                <c:pt idx="1323">
                  <c:v>1325</c:v>
                </c:pt>
                <c:pt idx="1324">
                  <c:v>1326</c:v>
                </c:pt>
                <c:pt idx="1325">
                  <c:v>1327</c:v>
                </c:pt>
                <c:pt idx="1326">
                  <c:v>1328</c:v>
                </c:pt>
                <c:pt idx="1327">
                  <c:v>1329</c:v>
                </c:pt>
                <c:pt idx="1328">
                  <c:v>1330</c:v>
                </c:pt>
                <c:pt idx="1329">
                  <c:v>1331</c:v>
                </c:pt>
                <c:pt idx="1330">
                  <c:v>1332</c:v>
                </c:pt>
                <c:pt idx="1331">
                  <c:v>1333</c:v>
                </c:pt>
                <c:pt idx="1332">
                  <c:v>1334</c:v>
                </c:pt>
                <c:pt idx="1333">
                  <c:v>1335</c:v>
                </c:pt>
                <c:pt idx="1334">
                  <c:v>1336</c:v>
                </c:pt>
                <c:pt idx="1335">
                  <c:v>1337</c:v>
                </c:pt>
                <c:pt idx="1336">
                  <c:v>1338</c:v>
                </c:pt>
                <c:pt idx="1337">
                  <c:v>1339</c:v>
                </c:pt>
                <c:pt idx="1338">
                  <c:v>1340</c:v>
                </c:pt>
                <c:pt idx="1339">
                  <c:v>1341</c:v>
                </c:pt>
                <c:pt idx="1340">
                  <c:v>1342</c:v>
                </c:pt>
                <c:pt idx="1341">
                  <c:v>1343</c:v>
                </c:pt>
                <c:pt idx="1342">
                  <c:v>1344</c:v>
                </c:pt>
                <c:pt idx="1343">
                  <c:v>1345</c:v>
                </c:pt>
                <c:pt idx="1344">
                  <c:v>1346</c:v>
                </c:pt>
                <c:pt idx="1345">
                  <c:v>1347</c:v>
                </c:pt>
                <c:pt idx="1346">
                  <c:v>1348</c:v>
                </c:pt>
                <c:pt idx="1347">
                  <c:v>1349</c:v>
                </c:pt>
                <c:pt idx="1348">
                  <c:v>1350</c:v>
                </c:pt>
                <c:pt idx="1349">
                  <c:v>1351</c:v>
                </c:pt>
                <c:pt idx="1350">
                  <c:v>1352</c:v>
                </c:pt>
                <c:pt idx="1351">
                  <c:v>1353</c:v>
                </c:pt>
                <c:pt idx="1352">
                  <c:v>1354</c:v>
                </c:pt>
                <c:pt idx="1353">
                  <c:v>1355</c:v>
                </c:pt>
                <c:pt idx="1354">
                  <c:v>1356</c:v>
                </c:pt>
                <c:pt idx="1355">
                  <c:v>1357</c:v>
                </c:pt>
                <c:pt idx="1356">
                  <c:v>1358</c:v>
                </c:pt>
                <c:pt idx="1357">
                  <c:v>1359</c:v>
                </c:pt>
                <c:pt idx="1358">
                  <c:v>1360</c:v>
                </c:pt>
                <c:pt idx="1359">
                  <c:v>1361</c:v>
                </c:pt>
                <c:pt idx="1360">
                  <c:v>1362</c:v>
                </c:pt>
                <c:pt idx="1361">
                  <c:v>1363</c:v>
                </c:pt>
                <c:pt idx="1362">
                  <c:v>1364</c:v>
                </c:pt>
                <c:pt idx="1363">
                  <c:v>1365</c:v>
                </c:pt>
                <c:pt idx="1364">
                  <c:v>1366</c:v>
                </c:pt>
                <c:pt idx="1365">
                  <c:v>1367</c:v>
                </c:pt>
                <c:pt idx="1366">
                  <c:v>1368</c:v>
                </c:pt>
                <c:pt idx="1367">
                  <c:v>1369</c:v>
                </c:pt>
                <c:pt idx="1368">
                  <c:v>1370</c:v>
                </c:pt>
                <c:pt idx="1369">
                  <c:v>1371</c:v>
                </c:pt>
                <c:pt idx="1370">
                  <c:v>1372</c:v>
                </c:pt>
                <c:pt idx="1371">
                  <c:v>1373</c:v>
                </c:pt>
                <c:pt idx="1372">
                  <c:v>1374</c:v>
                </c:pt>
                <c:pt idx="1373">
                  <c:v>1375</c:v>
                </c:pt>
                <c:pt idx="1374">
                  <c:v>1376</c:v>
                </c:pt>
                <c:pt idx="1375">
                  <c:v>1377</c:v>
                </c:pt>
                <c:pt idx="1376">
                  <c:v>1378</c:v>
                </c:pt>
                <c:pt idx="1377">
                  <c:v>1379</c:v>
                </c:pt>
                <c:pt idx="1378">
                  <c:v>1380</c:v>
                </c:pt>
                <c:pt idx="1379">
                  <c:v>1381</c:v>
                </c:pt>
                <c:pt idx="1380">
                  <c:v>1382</c:v>
                </c:pt>
                <c:pt idx="1381">
                  <c:v>1383</c:v>
                </c:pt>
                <c:pt idx="1382">
                  <c:v>1384</c:v>
                </c:pt>
                <c:pt idx="1383">
                  <c:v>1385</c:v>
                </c:pt>
                <c:pt idx="1384">
                  <c:v>1386</c:v>
                </c:pt>
                <c:pt idx="1385">
                  <c:v>1387</c:v>
                </c:pt>
                <c:pt idx="1386">
                  <c:v>1388</c:v>
                </c:pt>
                <c:pt idx="1387">
                  <c:v>1389</c:v>
                </c:pt>
                <c:pt idx="1388">
                  <c:v>1390</c:v>
                </c:pt>
                <c:pt idx="1389">
                  <c:v>1391</c:v>
                </c:pt>
                <c:pt idx="1390">
                  <c:v>1392</c:v>
                </c:pt>
                <c:pt idx="1391">
                  <c:v>1393</c:v>
                </c:pt>
                <c:pt idx="1392">
                  <c:v>1394</c:v>
                </c:pt>
                <c:pt idx="1393">
                  <c:v>1395</c:v>
                </c:pt>
                <c:pt idx="1394">
                  <c:v>1396</c:v>
                </c:pt>
                <c:pt idx="1395">
                  <c:v>1397</c:v>
                </c:pt>
                <c:pt idx="1396">
                  <c:v>1398</c:v>
                </c:pt>
                <c:pt idx="1397">
                  <c:v>1399</c:v>
                </c:pt>
                <c:pt idx="1398">
                  <c:v>1400</c:v>
                </c:pt>
                <c:pt idx="1399">
                  <c:v>1401</c:v>
                </c:pt>
                <c:pt idx="1400">
                  <c:v>1402</c:v>
                </c:pt>
                <c:pt idx="1401">
                  <c:v>1403</c:v>
                </c:pt>
                <c:pt idx="1402">
                  <c:v>1404</c:v>
                </c:pt>
                <c:pt idx="1403">
                  <c:v>1405</c:v>
                </c:pt>
                <c:pt idx="1404">
                  <c:v>1406</c:v>
                </c:pt>
                <c:pt idx="1405">
                  <c:v>1407</c:v>
                </c:pt>
                <c:pt idx="1406">
                  <c:v>1408</c:v>
                </c:pt>
                <c:pt idx="1407">
                  <c:v>1409</c:v>
                </c:pt>
                <c:pt idx="1408">
                  <c:v>1410</c:v>
                </c:pt>
                <c:pt idx="1409">
                  <c:v>1411</c:v>
                </c:pt>
                <c:pt idx="1410">
                  <c:v>1412</c:v>
                </c:pt>
                <c:pt idx="1411">
                  <c:v>1413</c:v>
                </c:pt>
                <c:pt idx="1412">
                  <c:v>1414</c:v>
                </c:pt>
                <c:pt idx="1413">
                  <c:v>1415</c:v>
                </c:pt>
                <c:pt idx="1414">
                  <c:v>1416</c:v>
                </c:pt>
                <c:pt idx="1415">
                  <c:v>1417</c:v>
                </c:pt>
                <c:pt idx="1416">
                  <c:v>1418</c:v>
                </c:pt>
                <c:pt idx="1417">
                  <c:v>1419</c:v>
                </c:pt>
                <c:pt idx="1418">
                  <c:v>1420</c:v>
                </c:pt>
                <c:pt idx="1419">
                  <c:v>1421</c:v>
                </c:pt>
                <c:pt idx="1420">
                  <c:v>1422</c:v>
                </c:pt>
                <c:pt idx="1421">
                  <c:v>1423</c:v>
                </c:pt>
                <c:pt idx="1422">
                  <c:v>1424</c:v>
                </c:pt>
                <c:pt idx="1423">
                  <c:v>1425</c:v>
                </c:pt>
                <c:pt idx="1424">
                  <c:v>1426</c:v>
                </c:pt>
                <c:pt idx="1425">
                  <c:v>1427</c:v>
                </c:pt>
                <c:pt idx="1426">
                  <c:v>1428</c:v>
                </c:pt>
                <c:pt idx="1427">
                  <c:v>1429</c:v>
                </c:pt>
                <c:pt idx="1428">
                  <c:v>1430</c:v>
                </c:pt>
                <c:pt idx="1429">
                  <c:v>1431</c:v>
                </c:pt>
                <c:pt idx="1430">
                  <c:v>1432</c:v>
                </c:pt>
                <c:pt idx="1431">
                  <c:v>1433</c:v>
                </c:pt>
                <c:pt idx="1432">
                  <c:v>1434</c:v>
                </c:pt>
                <c:pt idx="1433">
                  <c:v>1435</c:v>
                </c:pt>
                <c:pt idx="1434">
                  <c:v>1436</c:v>
                </c:pt>
                <c:pt idx="1435">
                  <c:v>1437</c:v>
                </c:pt>
                <c:pt idx="1436">
                  <c:v>1438</c:v>
                </c:pt>
                <c:pt idx="1437">
                  <c:v>1439</c:v>
                </c:pt>
                <c:pt idx="1438">
                  <c:v>1440</c:v>
                </c:pt>
                <c:pt idx="1439">
                  <c:v>1441</c:v>
                </c:pt>
                <c:pt idx="1440">
                  <c:v>1442</c:v>
                </c:pt>
                <c:pt idx="1441">
                  <c:v>1443</c:v>
                </c:pt>
                <c:pt idx="1442">
                  <c:v>1444</c:v>
                </c:pt>
                <c:pt idx="1443">
                  <c:v>1445</c:v>
                </c:pt>
                <c:pt idx="1444">
                  <c:v>1446</c:v>
                </c:pt>
                <c:pt idx="1445">
                  <c:v>1447</c:v>
                </c:pt>
                <c:pt idx="1446">
                  <c:v>1448</c:v>
                </c:pt>
                <c:pt idx="1447">
                  <c:v>1449</c:v>
                </c:pt>
                <c:pt idx="1448">
                  <c:v>1450</c:v>
                </c:pt>
                <c:pt idx="1449">
                  <c:v>1451</c:v>
                </c:pt>
                <c:pt idx="1450">
                  <c:v>1452</c:v>
                </c:pt>
                <c:pt idx="1451">
                  <c:v>1453</c:v>
                </c:pt>
                <c:pt idx="1452">
                  <c:v>1454</c:v>
                </c:pt>
                <c:pt idx="1453">
                  <c:v>1455</c:v>
                </c:pt>
                <c:pt idx="1454">
                  <c:v>1456</c:v>
                </c:pt>
                <c:pt idx="1455">
                  <c:v>1457</c:v>
                </c:pt>
                <c:pt idx="1456">
                  <c:v>1458</c:v>
                </c:pt>
                <c:pt idx="1457">
                  <c:v>1459</c:v>
                </c:pt>
                <c:pt idx="1458">
                  <c:v>1460</c:v>
                </c:pt>
                <c:pt idx="1459">
                  <c:v>1461</c:v>
                </c:pt>
                <c:pt idx="1460">
                  <c:v>1462</c:v>
                </c:pt>
                <c:pt idx="1461">
                  <c:v>1463</c:v>
                </c:pt>
                <c:pt idx="1462">
                  <c:v>1464</c:v>
                </c:pt>
                <c:pt idx="1463">
                  <c:v>1465</c:v>
                </c:pt>
                <c:pt idx="1464">
                  <c:v>1466</c:v>
                </c:pt>
                <c:pt idx="1465">
                  <c:v>1467</c:v>
                </c:pt>
                <c:pt idx="1466">
                  <c:v>1468</c:v>
                </c:pt>
                <c:pt idx="1467">
                  <c:v>1469</c:v>
                </c:pt>
                <c:pt idx="1468">
                  <c:v>1470</c:v>
                </c:pt>
                <c:pt idx="1469">
                  <c:v>1471</c:v>
                </c:pt>
                <c:pt idx="1470">
                  <c:v>1472</c:v>
                </c:pt>
                <c:pt idx="1471">
                  <c:v>1473</c:v>
                </c:pt>
                <c:pt idx="1472">
                  <c:v>1474</c:v>
                </c:pt>
                <c:pt idx="1473">
                  <c:v>1475</c:v>
                </c:pt>
                <c:pt idx="1474">
                  <c:v>1476</c:v>
                </c:pt>
                <c:pt idx="1475">
                  <c:v>1477</c:v>
                </c:pt>
                <c:pt idx="1476">
                  <c:v>1478</c:v>
                </c:pt>
                <c:pt idx="1477">
                  <c:v>1479</c:v>
                </c:pt>
                <c:pt idx="1478">
                  <c:v>1480</c:v>
                </c:pt>
                <c:pt idx="1479">
                  <c:v>1481</c:v>
                </c:pt>
                <c:pt idx="1480">
                  <c:v>1482</c:v>
                </c:pt>
                <c:pt idx="1481">
                  <c:v>1483</c:v>
                </c:pt>
                <c:pt idx="1482">
                  <c:v>1484</c:v>
                </c:pt>
                <c:pt idx="1483">
                  <c:v>1485</c:v>
                </c:pt>
                <c:pt idx="1484">
                  <c:v>1486</c:v>
                </c:pt>
                <c:pt idx="1485">
                  <c:v>1487</c:v>
                </c:pt>
                <c:pt idx="1486">
                  <c:v>1488</c:v>
                </c:pt>
                <c:pt idx="1487">
                  <c:v>1489</c:v>
                </c:pt>
                <c:pt idx="1488">
                  <c:v>1490</c:v>
                </c:pt>
                <c:pt idx="1489">
                  <c:v>1491</c:v>
                </c:pt>
                <c:pt idx="1490">
                  <c:v>1492</c:v>
                </c:pt>
                <c:pt idx="1491">
                  <c:v>1493</c:v>
                </c:pt>
                <c:pt idx="1492">
                  <c:v>1494</c:v>
                </c:pt>
                <c:pt idx="1493">
                  <c:v>1495</c:v>
                </c:pt>
                <c:pt idx="1494">
                  <c:v>1496</c:v>
                </c:pt>
                <c:pt idx="1495">
                  <c:v>1497</c:v>
                </c:pt>
                <c:pt idx="1496">
                  <c:v>1498</c:v>
                </c:pt>
                <c:pt idx="1497">
                  <c:v>1499</c:v>
                </c:pt>
                <c:pt idx="1498">
                  <c:v>1500</c:v>
                </c:pt>
                <c:pt idx="1499">
                  <c:v>1501</c:v>
                </c:pt>
                <c:pt idx="1500">
                  <c:v>1502</c:v>
                </c:pt>
                <c:pt idx="1501">
                  <c:v>1503</c:v>
                </c:pt>
                <c:pt idx="1502">
                  <c:v>1504</c:v>
                </c:pt>
                <c:pt idx="1503">
                  <c:v>1505</c:v>
                </c:pt>
                <c:pt idx="1504">
                  <c:v>1506</c:v>
                </c:pt>
                <c:pt idx="1505">
                  <c:v>1507</c:v>
                </c:pt>
                <c:pt idx="1506">
                  <c:v>1508</c:v>
                </c:pt>
                <c:pt idx="1507">
                  <c:v>1509</c:v>
                </c:pt>
                <c:pt idx="1508">
                  <c:v>1510</c:v>
                </c:pt>
                <c:pt idx="1509">
                  <c:v>1511</c:v>
                </c:pt>
                <c:pt idx="1510">
                  <c:v>1512</c:v>
                </c:pt>
                <c:pt idx="1511">
                  <c:v>1513</c:v>
                </c:pt>
                <c:pt idx="1512">
                  <c:v>1514</c:v>
                </c:pt>
                <c:pt idx="1513">
                  <c:v>1515</c:v>
                </c:pt>
                <c:pt idx="1514">
                  <c:v>1516</c:v>
                </c:pt>
                <c:pt idx="1515">
                  <c:v>1517</c:v>
                </c:pt>
                <c:pt idx="1516">
                  <c:v>1518</c:v>
                </c:pt>
                <c:pt idx="1517">
                  <c:v>1519</c:v>
                </c:pt>
                <c:pt idx="1518">
                  <c:v>1520</c:v>
                </c:pt>
                <c:pt idx="1519">
                  <c:v>1521</c:v>
                </c:pt>
                <c:pt idx="1520">
                  <c:v>1522</c:v>
                </c:pt>
                <c:pt idx="1521">
                  <c:v>1523</c:v>
                </c:pt>
                <c:pt idx="1522">
                  <c:v>1524</c:v>
                </c:pt>
                <c:pt idx="1523">
                  <c:v>1525</c:v>
                </c:pt>
                <c:pt idx="1524">
                  <c:v>1526</c:v>
                </c:pt>
                <c:pt idx="1525">
                  <c:v>1527</c:v>
                </c:pt>
                <c:pt idx="1526">
                  <c:v>1528</c:v>
                </c:pt>
                <c:pt idx="1527">
                  <c:v>1529</c:v>
                </c:pt>
                <c:pt idx="1528">
                  <c:v>1530</c:v>
                </c:pt>
                <c:pt idx="1529">
                  <c:v>1531</c:v>
                </c:pt>
                <c:pt idx="1530">
                  <c:v>1532</c:v>
                </c:pt>
                <c:pt idx="1531">
                  <c:v>1533</c:v>
                </c:pt>
                <c:pt idx="1532">
                  <c:v>1534</c:v>
                </c:pt>
                <c:pt idx="1533">
                  <c:v>1535</c:v>
                </c:pt>
                <c:pt idx="1534">
                  <c:v>1536</c:v>
                </c:pt>
                <c:pt idx="1535">
                  <c:v>1537</c:v>
                </c:pt>
                <c:pt idx="1536">
                  <c:v>1538</c:v>
                </c:pt>
                <c:pt idx="1537">
                  <c:v>1539</c:v>
                </c:pt>
                <c:pt idx="1538">
                  <c:v>1540</c:v>
                </c:pt>
                <c:pt idx="1539">
                  <c:v>1541</c:v>
                </c:pt>
                <c:pt idx="1540">
                  <c:v>1542</c:v>
                </c:pt>
                <c:pt idx="1541">
                  <c:v>1543</c:v>
                </c:pt>
                <c:pt idx="1542">
                  <c:v>1544</c:v>
                </c:pt>
                <c:pt idx="1543">
                  <c:v>1545</c:v>
                </c:pt>
                <c:pt idx="1544">
                  <c:v>1546</c:v>
                </c:pt>
                <c:pt idx="1545">
                  <c:v>1547</c:v>
                </c:pt>
                <c:pt idx="1546">
                  <c:v>1548</c:v>
                </c:pt>
                <c:pt idx="1547">
                  <c:v>1549</c:v>
                </c:pt>
                <c:pt idx="1548">
                  <c:v>1550</c:v>
                </c:pt>
                <c:pt idx="1549">
                  <c:v>1551</c:v>
                </c:pt>
                <c:pt idx="1550">
                  <c:v>1552</c:v>
                </c:pt>
                <c:pt idx="1551">
                  <c:v>1553</c:v>
                </c:pt>
                <c:pt idx="1552">
                  <c:v>1554</c:v>
                </c:pt>
                <c:pt idx="1553">
                  <c:v>1555</c:v>
                </c:pt>
                <c:pt idx="1554">
                  <c:v>1556</c:v>
                </c:pt>
                <c:pt idx="1555">
                  <c:v>1557</c:v>
                </c:pt>
                <c:pt idx="1556">
                  <c:v>1558</c:v>
                </c:pt>
                <c:pt idx="1557">
                  <c:v>1559</c:v>
                </c:pt>
                <c:pt idx="1558">
                  <c:v>1560</c:v>
                </c:pt>
                <c:pt idx="1559">
                  <c:v>1561</c:v>
                </c:pt>
                <c:pt idx="1560">
                  <c:v>1562</c:v>
                </c:pt>
                <c:pt idx="1561">
                  <c:v>1563</c:v>
                </c:pt>
                <c:pt idx="1562">
                  <c:v>1564</c:v>
                </c:pt>
                <c:pt idx="1563">
                  <c:v>1565</c:v>
                </c:pt>
                <c:pt idx="1564">
                  <c:v>1566</c:v>
                </c:pt>
                <c:pt idx="1565">
                  <c:v>1567</c:v>
                </c:pt>
                <c:pt idx="1566">
                  <c:v>1568</c:v>
                </c:pt>
                <c:pt idx="1567">
                  <c:v>1569</c:v>
                </c:pt>
                <c:pt idx="1568">
                  <c:v>1570</c:v>
                </c:pt>
                <c:pt idx="1569">
                  <c:v>1571</c:v>
                </c:pt>
                <c:pt idx="1570">
                  <c:v>1572</c:v>
                </c:pt>
                <c:pt idx="1571">
                  <c:v>1573</c:v>
                </c:pt>
                <c:pt idx="1572">
                  <c:v>1574</c:v>
                </c:pt>
                <c:pt idx="1573">
                  <c:v>1575</c:v>
                </c:pt>
                <c:pt idx="1574">
                  <c:v>1576</c:v>
                </c:pt>
                <c:pt idx="1575">
                  <c:v>1577</c:v>
                </c:pt>
                <c:pt idx="1576">
                  <c:v>1578</c:v>
                </c:pt>
                <c:pt idx="1577">
                  <c:v>1579</c:v>
                </c:pt>
                <c:pt idx="1578">
                  <c:v>1580</c:v>
                </c:pt>
                <c:pt idx="1579">
                  <c:v>1581</c:v>
                </c:pt>
                <c:pt idx="1580">
                  <c:v>1582</c:v>
                </c:pt>
                <c:pt idx="1581">
                  <c:v>1583</c:v>
                </c:pt>
                <c:pt idx="1582">
                  <c:v>1584</c:v>
                </c:pt>
                <c:pt idx="1583">
                  <c:v>1585</c:v>
                </c:pt>
                <c:pt idx="1584">
                  <c:v>1586</c:v>
                </c:pt>
                <c:pt idx="1585">
                  <c:v>1587</c:v>
                </c:pt>
                <c:pt idx="1586">
                  <c:v>1588</c:v>
                </c:pt>
                <c:pt idx="1587">
                  <c:v>1589</c:v>
                </c:pt>
                <c:pt idx="1588">
                  <c:v>1590</c:v>
                </c:pt>
                <c:pt idx="1589">
                  <c:v>1591</c:v>
                </c:pt>
                <c:pt idx="1590">
                  <c:v>1592</c:v>
                </c:pt>
                <c:pt idx="1591">
                  <c:v>1593</c:v>
                </c:pt>
                <c:pt idx="1592">
                  <c:v>1594</c:v>
                </c:pt>
                <c:pt idx="1593">
                  <c:v>1595</c:v>
                </c:pt>
                <c:pt idx="1594">
                  <c:v>1596</c:v>
                </c:pt>
                <c:pt idx="1595">
                  <c:v>1597</c:v>
                </c:pt>
                <c:pt idx="1596">
                  <c:v>1598</c:v>
                </c:pt>
                <c:pt idx="1597">
                  <c:v>1599</c:v>
                </c:pt>
                <c:pt idx="1598">
                  <c:v>1600</c:v>
                </c:pt>
                <c:pt idx="1599">
                  <c:v>1601</c:v>
                </c:pt>
                <c:pt idx="1600">
                  <c:v>1602</c:v>
                </c:pt>
                <c:pt idx="1601">
                  <c:v>1603</c:v>
                </c:pt>
                <c:pt idx="1602">
                  <c:v>1604</c:v>
                </c:pt>
                <c:pt idx="1603">
                  <c:v>1605</c:v>
                </c:pt>
                <c:pt idx="1604">
                  <c:v>1606</c:v>
                </c:pt>
                <c:pt idx="1605">
                  <c:v>1607</c:v>
                </c:pt>
                <c:pt idx="1606">
                  <c:v>1608</c:v>
                </c:pt>
                <c:pt idx="1607">
                  <c:v>1609</c:v>
                </c:pt>
                <c:pt idx="1608">
                  <c:v>1610</c:v>
                </c:pt>
                <c:pt idx="1609">
                  <c:v>1611</c:v>
                </c:pt>
                <c:pt idx="1610">
                  <c:v>1612</c:v>
                </c:pt>
                <c:pt idx="1611">
                  <c:v>1613</c:v>
                </c:pt>
                <c:pt idx="1612">
                  <c:v>1614</c:v>
                </c:pt>
                <c:pt idx="1613">
                  <c:v>1615</c:v>
                </c:pt>
                <c:pt idx="1614">
                  <c:v>1616</c:v>
                </c:pt>
                <c:pt idx="1615">
                  <c:v>1617</c:v>
                </c:pt>
                <c:pt idx="1616">
                  <c:v>1618</c:v>
                </c:pt>
                <c:pt idx="1617">
                  <c:v>1619</c:v>
                </c:pt>
                <c:pt idx="1618">
                  <c:v>1620</c:v>
                </c:pt>
                <c:pt idx="1619">
                  <c:v>1621</c:v>
                </c:pt>
                <c:pt idx="1620">
                  <c:v>1622</c:v>
                </c:pt>
                <c:pt idx="1621">
                  <c:v>1623</c:v>
                </c:pt>
                <c:pt idx="1622">
                  <c:v>1624</c:v>
                </c:pt>
                <c:pt idx="1623">
                  <c:v>1625</c:v>
                </c:pt>
                <c:pt idx="1624">
                  <c:v>1626</c:v>
                </c:pt>
                <c:pt idx="1625">
                  <c:v>1627</c:v>
                </c:pt>
                <c:pt idx="1626">
                  <c:v>1628</c:v>
                </c:pt>
                <c:pt idx="1627">
                  <c:v>1629</c:v>
                </c:pt>
                <c:pt idx="1628">
                  <c:v>1630</c:v>
                </c:pt>
                <c:pt idx="1629">
                  <c:v>1631</c:v>
                </c:pt>
                <c:pt idx="1630">
                  <c:v>1632</c:v>
                </c:pt>
                <c:pt idx="1631">
                  <c:v>1633</c:v>
                </c:pt>
                <c:pt idx="1632">
                  <c:v>1634</c:v>
                </c:pt>
                <c:pt idx="1633">
                  <c:v>1635</c:v>
                </c:pt>
                <c:pt idx="1634">
                  <c:v>1636</c:v>
                </c:pt>
                <c:pt idx="1635">
                  <c:v>1637</c:v>
                </c:pt>
                <c:pt idx="1636">
                  <c:v>1638</c:v>
                </c:pt>
                <c:pt idx="1637">
                  <c:v>1639</c:v>
                </c:pt>
                <c:pt idx="1638">
                  <c:v>1640</c:v>
                </c:pt>
                <c:pt idx="1639">
                  <c:v>1641</c:v>
                </c:pt>
                <c:pt idx="1640">
                  <c:v>1642</c:v>
                </c:pt>
                <c:pt idx="1641">
                  <c:v>1643</c:v>
                </c:pt>
                <c:pt idx="1642">
                  <c:v>1644</c:v>
                </c:pt>
                <c:pt idx="1643">
                  <c:v>1645</c:v>
                </c:pt>
                <c:pt idx="1644">
                  <c:v>1646</c:v>
                </c:pt>
                <c:pt idx="1645">
                  <c:v>1647</c:v>
                </c:pt>
                <c:pt idx="1646">
                  <c:v>1648</c:v>
                </c:pt>
                <c:pt idx="1647">
                  <c:v>1649</c:v>
                </c:pt>
                <c:pt idx="1648">
                  <c:v>1650</c:v>
                </c:pt>
                <c:pt idx="1649">
                  <c:v>1651</c:v>
                </c:pt>
                <c:pt idx="1650">
                  <c:v>1652</c:v>
                </c:pt>
                <c:pt idx="1651">
                  <c:v>1653</c:v>
                </c:pt>
                <c:pt idx="1652">
                  <c:v>1654</c:v>
                </c:pt>
                <c:pt idx="1653">
                  <c:v>1655</c:v>
                </c:pt>
                <c:pt idx="1654">
                  <c:v>1656</c:v>
                </c:pt>
                <c:pt idx="1655">
                  <c:v>1657</c:v>
                </c:pt>
                <c:pt idx="1656">
                  <c:v>1658</c:v>
                </c:pt>
                <c:pt idx="1657">
                  <c:v>1659</c:v>
                </c:pt>
                <c:pt idx="1658">
                  <c:v>1660</c:v>
                </c:pt>
                <c:pt idx="1659">
                  <c:v>1661</c:v>
                </c:pt>
                <c:pt idx="1660">
                  <c:v>1662</c:v>
                </c:pt>
                <c:pt idx="1661">
                  <c:v>1663</c:v>
                </c:pt>
                <c:pt idx="1662">
                  <c:v>1664</c:v>
                </c:pt>
                <c:pt idx="1663">
                  <c:v>1665</c:v>
                </c:pt>
                <c:pt idx="1664">
                  <c:v>1666</c:v>
                </c:pt>
                <c:pt idx="1665">
                  <c:v>1667</c:v>
                </c:pt>
                <c:pt idx="1666">
                  <c:v>1668</c:v>
                </c:pt>
                <c:pt idx="1667">
                  <c:v>1669</c:v>
                </c:pt>
                <c:pt idx="1668">
                  <c:v>1670</c:v>
                </c:pt>
                <c:pt idx="1669">
                  <c:v>1671</c:v>
                </c:pt>
                <c:pt idx="1670">
                  <c:v>1672</c:v>
                </c:pt>
                <c:pt idx="1671">
                  <c:v>1673</c:v>
                </c:pt>
                <c:pt idx="1672">
                  <c:v>1674</c:v>
                </c:pt>
                <c:pt idx="1673">
                  <c:v>1675</c:v>
                </c:pt>
                <c:pt idx="1674">
                  <c:v>1676</c:v>
                </c:pt>
                <c:pt idx="1675">
                  <c:v>1677</c:v>
                </c:pt>
                <c:pt idx="1676">
                  <c:v>1678</c:v>
                </c:pt>
                <c:pt idx="1677">
                  <c:v>1679</c:v>
                </c:pt>
                <c:pt idx="1678">
                  <c:v>1680</c:v>
                </c:pt>
                <c:pt idx="1679">
                  <c:v>1681</c:v>
                </c:pt>
                <c:pt idx="1680">
                  <c:v>1682</c:v>
                </c:pt>
                <c:pt idx="1681">
                  <c:v>1683</c:v>
                </c:pt>
                <c:pt idx="1682">
                  <c:v>1684</c:v>
                </c:pt>
                <c:pt idx="1683">
                  <c:v>1685</c:v>
                </c:pt>
                <c:pt idx="1684">
                  <c:v>1686</c:v>
                </c:pt>
                <c:pt idx="1685">
                  <c:v>1687</c:v>
                </c:pt>
                <c:pt idx="1686">
                  <c:v>1688</c:v>
                </c:pt>
                <c:pt idx="1687">
                  <c:v>1689</c:v>
                </c:pt>
                <c:pt idx="1688">
                  <c:v>1690</c:v>
                </c:pt>
                <c:pt idx="1689">
                  <c:v>1691</c:v>
                </c:pt>
                <c:pt idx="1690">
                  <c:v>1692</c:v>
                </c:pt>
                <c:pt idx="1691">
                  <c:v>1693</c:v>
                </c:pt>
                <c:pt idx="1692">
                  <c:v>1694</c:v>
                </c:pt>
                <c:pt idx="1693">
                  <c:v>1695</c:v>
                </c:pt>
                <c:pt idx="1694">
                  <c:v>1696</c:v>
                </c:pt>
                <c:pt idx="1695">
                  <c:v>1697</c:v>
                </c:pt>
                <c:pt idx="1696">
                  <c:v>1698</c:v>
                </c:pt>
                <c:pt idx="1697">
                  <c:v>1699</c:v>
                </c:pt>
                <c:pt idx="1698">
                  <c:v>1700</c:v>
                </c:pt>
                <c:pt idx="1699">
                  <c:v>1701</c:v>
                </c:pt>
                <c:pt idx="1700">
                  <c:v>1702</c:v>
                </c:pt>
                <c:pt idx="1701">
                  <c:v>1703</c:v>
                </c:pt>
                <c:pt idx="1702">
                  <c:v>1704</c:v>
                </c:pt>
                <c:pt idx="1703">
                  <c:v>1705</c:v>
                </c:pt>
                <c:pt idx="1704">
                  <c:v>1706</c:v>
                </c:pt>
                <c:pt idx="1705">
                  <c:v>1707</c:v>
                </c:pt>
                <c:pt idx="1706">
                  <c:v>1708</c:v>
                </c:pt>
                <c:pt idx="1707">
                  <c:v>1709</c:v>
                </c:pt>
                <c:pt idx="1708">
                  <c:v>1710</c:v>
                </c:pt>
                <c:pt idx="1709">
                  <c:v>1711</c:v>
                </c:pt>
                <c:pt idx="1710">
                  <c:v>1712</c:v>
                </c:pt>
                <c:pt idx="1711">
                  <c:v>1713</c:v>
                </c:pt>
                <c:pt idx="1712">
                  <c:v>1714</c:v>
                </c:pt>
                <c:pt idx="1713">
                  <c:v>1715</c:v>
                </c:pt>
                <c:pt idx="1714">
                  <c:v>1716</c:v>
                </c:pt>
                <c:pt idx="1715">
                  <c:v>1717</c:v>
                </c:pt>
                <c:pt idx="1716">
                  <c:v>1718</c:v>
                </c:pt>
                <c:pt idx="1717">
                  <c:v>1719</c:v>
                </c:pt>
                <c:pt idx="1718">
                  <c:v>1720</c:v>
                </c:pt>
                <c:pt idx="1719">
                  <c:v>1721</c:v>
                </c:pt>
                <c:pt idx="1720">
                  <c:v>1722</c:v>
                </c:pt>
                <c:pt idx="1721">
                  <c:v>1723</c:v>
                </c:pt>
                <c:pt idx="1722">
                  <c:v>1724</c:v>
                </c:pt>
                <c:pt idx="1723">
                  <c:v>1725</c:v>
                </c:pt>
                <c:pt idx="1724">
                  <c:v>1726</c:v>
                </c:pt>
                <c:pt idx="1725">
                  <c:v>1727</c:v>
                </c:pt>
                <c:pt idx="1726">
                  <c:v>1728</c:v>
                </c:pt>
                <c:pt idx="1727">
                  <c:v>1729</c:v>
                </c:pt>
                <c:pt idx="1728">
                  <c:v>1730</c:v>
                </c:pt>
                <c:pt idx="1729">
                  <c:v>1731</c:v>
                </c:pt>
                <c:pt idx="1730">
                  <c:v>1732</c:v>
                </c:pt>
                <c:pt idx="1731">
                  <c:v>1733</c:v>
                </c:pt>
                <c:pt idx="1732">
                  <c:v>1734</c:v>
                </c:pt>
                <c:pt idx="1733">
                  <c:v>1735</c:v>
                </c:pt>
                <c:pt idx="1734">
                  <c:v>1736</c:v>
                </c:pt>
                <c:pt idx="1735">
                  <c:v>1737</c:v>
                </c:pt>
                <c:pt idx="1736">
                  <c:v>1738</c:v>
                </c:pt>
                <c:pt idx="1737">
                  <c:v>1739</c:v>
                </c:pt>
                <c:pt idx="1738">
                  <c:v>1740</c:v>
                </c:pt>
                <c:pt idx="1739">
                  <c:v>1741</c:v>
                </c:pt>
                <c:pt idx="1740">
                  <c:v>1742</c:v>
                </c:pt>
                <c:pt idx="1741">
                  <c:v>1743</c:v>
                </c:pt>
                <c:pt idx="1742">
                  <c:v>1744</c:v>
                </c:pt>
                <c:pt idx="1743">
                  <c:v>1745</c:v>
                </c:pt>
                <c:pt idx="1744">
                  <c:v>1746</c:v>
                </c:pt>
                <c:pt idx="1745">
                  <c:v>1747</c:v>
                </c:pt>
                <c:pt idx="1746">
                  <c:v>1748</c:v>
                </c:pt>
                <c:pt idx="1747">
                  <c:v>1749</c:v>
                </c:pt>
                <c:pt idx="1748">
                  <c:v>1750</c:v>
                </c:pt>
                <c:pt idx="1749">
                  <c:v>1751</c:v>
                </c:pt>
                <c:pt idx="1750">
                  <c:v>1752</c:v>
                </c:pt>
                <c:pt idx="1751">
                  <c:v>1753</c:v>
                </c:pt>
                <c:pt idx="1752">
                  <c:v>1754</c:v>
                </c:pt>
                <c:pt idx="1753">
                  <c:v>1755</c:v>
                </c:pt>
                <c:pt idx="1754">
                  <c:v>1756</c:v>
                </c:pt>
                <c:pt idx="1755">
                  <c:v>1757</c:v>
                </c:pt>
                <c:pt idx="1756">
                  <c:v>1758</c:v>
                </c:pt>
                <c:pt idx="1757">
                  <c:v>1759</c:v>
                </c:pt>
                <c:pt idx="1758">
                  <c:v>1760</c:v>
                </c:pt>
                <c:pt idx="1759">
                  <c:v>1761</c:v>
                </c:pt>
                <c:pt idx="1760">
                  <c:v>1762</c:v>
                </c:pt>
                <c:pt idx="1761">
                  <c:v>1763</c:v>
                </c:pt>
                <c:pt idx="1762">
                  <c:v>1764</c:v>
                </c:pt>
                <c:pt idx="1763">
                  <c:v>1765</c:v>
                </c:pt>
                <c:pt idx="1764">
                  <c:v>1766</c:v>
                </c:pt>
                <c:pt idx="1765">
                  <c:v>1767</c:v>
                </c:pt>
                <c:pt idx="1766">
                  <c:v>1768</c:v>
                </c:pt>
                <c:pt idx="1767">
                  <c:v>1769</c:v>
                </c:pt>
                <c:pt idx="1768">
                  <c:v>1770</c:v>
                </c:pt>
                <c:pt idx="1769">
                  <c:v>1771</c:v>
                </c:pt>
                <c:pt idx="1770">
                  <c:v>1772</c:v>
                </c:pt>
                <c:pt idx="1771">
                  <c:v>1773</c:v>
                </c:pt>
                <c:pt idx="1772">
                  <c:v>1774</c:v>
                </c:pt>
                <c:pt idx="1773">
                  <c:v>1775</c:v>
                </c:pt>
                <c:pt idx="1774">
                  <c:v>1776</c:v>
                </c:pt>
                <c:pt idx="1775">
                  <c:v>1777</c:v>
                </c:pt>
                <c:pt idx="1776">
                  <c:v>1778</c:v>
                </c:pt>
                <c:pt idx="1777">
                  <c:v>1779</c:v>
                </c:pt>
                <c:pt idx="1778">
                  <c:v>1780</c:v>
                </c:pt>
                <c:pt idx="1779">
                  <c:v>1781</c:v>
                </c:pt>
                <c:pt idx="1780">
                  <c:v>1782</c:v>
                </c:pt>
                <c:pt idx="1781">
                  <c:v>1783</c:v>
                </c:pt>
                <c:pt idx="1782">
                  <c:v>1784</c:v>
                </c:pt>
                <c:pt idx="1783">
                  <c:v>1785</c:v>
                </c:pt>
                <c:pt idx="1784">
                  <c:v>1786</c:v>
                </c:pt>
                <c:pt idx="1785">
                  <c:v>1787</c:v>
                </c:pt>
                <c:pt idx="1786">
                  <c:v>1788</c:v>
                </c:pt>
                <c:pt idx="1787">
                  <c:v>1789</c:v>
                </c:pt>
                <c:pt idx="1788">
                  <c:v>1790</c:v>
                </c:pt>
                <c:pt idx="1789">
                  <c:v>1791</c:v>
                </c:pt>
                <c:pt idx="1790">
                  <c:v>1792</c:v>
                </c:pt>
                <c:pt idx="1791">
                  <c:v>1793</c:v>
                </c:pt>
                <c:pt idx="1792">
                  <c:v>1794</c:v>
                </c:pt>
                <c:pt idx="1793">
                  <c:v>1795</c:v>
                </c:pt>
                <c:pt idx="1794">
                  <c:v>1796</c:v>
                </c:pt>
                <c:pt idx="1795">
                  <c:v>1797</c:v>
                </c:pt>
                <c:pt idx="1796">
                  <c:v>1798</c:v>
                </c:pt>
                <c:pt idx="1797">
                  <c:v>1799</c:v>
                </c:pt>
                <c:pt idx="1798">
                  <c:v>1800</c:v>
                </c:pt>
                <c:pt idx="1799">
                  <c:v>1801</c:v>
                </c:pt>
                <c:pt idx="1800">
                  <c:v>1802</c:v>
                </c:pt>
                <c:pt idx="1801">
                  <c:v>1803</c:v>
                </c:pt>
                <c:pt idx="1802">
                  <c:v>1804</c:v>
                </c:pt>
                <c:pt idx="1803">
                  <c:v>1805</c:v>
                </c:pt>
                <c:pt idx="1804">
                  <c:v>1806</c:v>
                </c:pt>
                <c:pt idx="1805">
                  <c:v>1807</c:v>
                </c:pt>
                <c:pt idx="1806">
                  <c:v>1808</c:v>
                </c:pt>
                <c:pt idx="1807">
                  <c:v>1809</c:v>
                </c:pt>
                <c:pt idx="1808">
                  <c:v>1810</c:v>
                </c:pt>
                <c:pt idx="1809">
                  <c:v>1811</c:v>
                </c:pt>
                <c:pt idx="1810">
                  <c:v>1812</c:v>
                </c:pt>
                <c:pt idx="1811">
                  <c:v>1813</c:v>
                </c:pt>
                <c:pt idx="1812">
                  <c:v>1814</c:v>
                </c:pt>
                <c:pt idx="1813">
                  <c:v>1815</c:v>
                </c:pt>
                <c:pt idx="1814">
                  <c:v>1816</c:v>
                </c:pt>
                <c:pt idx="1815">
                  <c:v>1817</c:v>
                </c:pt>
                <c:pt idx="1816">
                  <c:v>1818</c:v>
                </c:pt>
                <c:pt idx="1817">
                  <c:v>1819</c:v>
                </c:pt>
                <c:pt idx="1818">
                  <c:v>1820</c:v>
                </c:pt>
                <c:pt idx="1819">
                  <c:v>1821</c:v>
                </c:pt>
                <c:pt idx="1820">
                  <c:v>1822</c:v>
                </c:pt>
                <c:pt idx="1821">
                  <c:v>1823</c:v>
                </c:pt>
                <c:pt idx="1822">
                  <c:v>1824</c:v>
                </c:pt>
                <c:pt idx="1823">
                  <c:v>1825</c:v>
                </c:pt>
                <c:pt idx="1824">
                  <c:v>1826</c:v>
                </c:pt>
                <c:pt idx="1825">
                  <c:v>1827</c:v>
                </c:pt>
                <c:pt idx="1826">
                  <c:v>1828</c:v>
                </c:pt>
                <c:pt idx="1827">
                  <c:v>1829</c:v>
                </c:pt>
                <c:pt idx="1828">
                  <c:v>1830</c:v>
                </c:pt>
                <c:pt idx="1829">
                  <c:v>1831</c:v>
                </c:pt>
                <c:pt idx="1830">
                  <c:v>1832</c:v>
                </c:pt>
                <c:pt idx="1831">
                  <c:v>1833</c:v>
                </c:pt>
                <c:pt idx="1832">
                  <c:v>1834</c:v>
                </c:pt>
                <c:pt idx="1833">
                  <c:v>1835</c:v>
                </c:pt>
                <c:pt idx="1834">
                  <c:v>1836</c:v>
                </c:pt>
                <c:pt idx="1835">
                  <c:v>1837</c:v>
                </c:pt>
                <c:pt idx="1836">
                  <c:v>1838</c:v>
                </c:pt>
                <c:pt idx="1837">
                  <c:v>1839</c:v>
                </c:pt>
                <c:pt idx="1838">
                  <c:v>1840</c:v>
                </c:pt>
                <c:pt idx="1839">
                  <c:v>1841</c:v>
                </c:pt>
                <c:pt idx="1840">
                  <c:v>1842</c:v>
                </c:pt>
                <c:pt idx="1841">
                  <c:v>1843</c:v>
                </c:pt>
                <c:pt idx="1842">
                  <c:v>1844</c:v>
                </c:pt>
                <c:pt idx="1843">
                  <c:v>1845</c:v>
                </c:pt>
                <c:pt idx="1844">
                  <c:v>1846</c:v>
                </c:pt>
                <c:pt idx="1845">
                  <c:v>1847</c:v>
                </c:pt>
                <c:pt idx="1846">
                  <c:v>1848</c:v>
                </c:pt>
                <c:pt idx="1847">
                  <c:v>1849</c:v>
                </c:pt>
                <c:pt idx="1848">
                  <c:v>1850</c:v>
                </c:pt>
                <c:pt idx="1849">
                  <c:v>1851</c:v>
                </c:pt>
                <c:pt idx="1850">
                  <c:v>1852</c:v>
                </c:pt>
                <c:pt idx="1851">
                  <c:v>1853</c:v>
                </c:pt>
                <c:pt idx="1852">
                  <c:v>1854</c:v>
                </c:pt>
                <c:pt idx="1853">
                  <c:v>1855</c:v>
                </c:pt>
                <c:pt idx="1854">
                  <c:v>1856</c:v>
                </c:pt>
                <c:pt idx="1855">
                  <c:v>1857</c:v>
                </c:pt>
                <c:pt idx="1856">
                  <c:v>1858</c:v>
                </c:pt>
                <c:pt idx="1857">
                  <c:v>1859</c:v>
                </c:pt>
                <c:pt idx="1858">
                  <c:v>1860</c:v>
                </c:pt>
                <c:pt idx="1859">
                  <c:v>1861</c:v>
                </c:pt>
                <c:pt idx="1860">
                  <c:v>1862</c:v>
                </c:pt>
                <c:pt idx="1861">
                  <c:v>1863</c:v>
                </c:pt>
                <c:pt idx="1862">
                  <c:v>1864</c:v>
                </c:pt>
                <c:pt idx="1863">
                  <c:v>1865</c:v>
                </c:pt>
                <c:pt idx="1864">
                  <c:v>1866</c:v>
                </c:pt>
                <c:pt idx="1865">
                  <c:v>1867</c:v>
                </c:pt>
                <c:pt idx="1866">
                  <c:v>1868</c:v>
                </c:pt>
                <c:pt idx="1867">
                  <c:v>1869</c:v>
                </c:pt>
                <c:pt idx="1868">
                  <c:v>1870</c:v>
                </c:pt>
                <c:pt idx="1869">
                  <c:v>1871</c:v>
                </c:pt>
                <c:pt idx="1870">
                  <c:v>1872</c:v>
                </c:pt>
                <c:pt idx="1871">
                  <c:v>1873</c:v>
                </c:pt>
                <c:pt idx="1872">
                  <c:v>1874</c:v>
                </c:pt>
                <c:pt idx="1873">
                  <c:v>1875</c:v>
                </c:pt>
                <c:pt idx="1874">
                  <c:v>1876</c:v>
                </c:pt>
                <c:pt idx="1875">
                  <c:v>1877</c:v>
                </c:pt>
                <c:pt idx="1876">
                  <c:v>1878</c:v>
                </c:pt>
                <c:pt idx="1877">
                  <c:v>1879</c:v>
                </c:pt>
                <c:pt idx="1878">
                  <c:v>1880</c:v>
                </c:pt>
                <c:pt idx="1879">
                  <c:v>1881</c:v>
                </c:pt>
                <c:pt idx="1880">
                  <c:v>1882</c:v>
                </c:pt>
                <c:pt idx="1881">
                  <c:v>1883</c:v>
                </c:pt>
                <c:pt idx="1882">
                  <c:v>1884</c:v>
                </c:pt>
                <c:pt idx="1883">
                  <c:v>1885</c:v>
                </c:pt>
                <c:pt idx="1884">
                  <c:v>1886</c:v>
                </c:pt>
                <c:pt idx="1885">
                  <c:v>1887</c:v>
                </c:pt>
                <c:pt idx="1886">
                  <c:v>1888</c:v>
                </c:pt>
                <c:pt idx="1887">
                  <c:v>1889</c:v>
                </c:pt>
                <c:pt idx="1888">
                  <c:v>1890</c:v>
                </c:pt>
                <c:pt idx="1889">
                  <c:v>1891</c:v>
                </c:pt>
                <c:pt idx="1890">
                  <c:v>1892</c:v>
                </c:pt>
                <c:pt idx="1891">
                  <c:v>1893</c:v>
                </c:pt>
                <c:pt idx="1892">
                  <c:v>1894</c:v>
                </c:pt>
                <c:pt idx="1893">
                  <c:v>1895</c:v>
                </c:pt>
                <c:pt idx="1894">
                  <c:v>1896</c:v>
                </c:pt>
                <c:pt idx="1895">
                  <c:v>1897</c:v>
                </c:pt>
                <c:pt idx="1896">
                  <c:v>1898</c:v>
                </c:pt>
                <c:pt idx="1897">
                  <c:v>1899</c:v>
                </c:pt>
                <c:pt idx="1898">
                  <c:v>1900</c:v>
                </c:pt>
                <c:pt idx="1899">
                  <c:v>1901</c:v>
                </c:pt>
                <c:pt idx="1900">
                  <c:v>1902</c:v>
                </c:pt>
                <c:pt idx="1901">
                  <c:v>1903</c:v>
                </c:pt>
                <c:pt idx="1902">
                  <c:v>1904</c:v>
                </c:pt>
                <c:pt idx="1903">
                  <c:v>1905</c:v>
                </c:pt>
                <c:pt idx="1904">
                  <c:v>1906</c:v>
                </c:pt>
                <c:pt idx="1905">
                  <c:v>1907</c:v>
                </c:pt>
                <c:pt idx="1906">
                  <c:v>1908</c:v>
                </c:pt>
                <c:pt idx="1907">
                  <c:v>1909</c:v>
                </c:pt>
                <c:pt idx="1908">
                  <c:v>1910</c:v>
                </c:pt>
                <c:pt idx="1909">
                  <c:v>1911</c:v>
                </c:pt>
                <c:pt idx="1910">
                  <c:v>1912</c:v>
                </c:pt>
                <c:pt idx="1911">
                  <c:v>1913</c:v>
                </c:pt>
                <c:pt idx="1912">
                  <c:v>1914</c:v>
                </c:pt>
                <c:pt idx="1913">
                  <c:v>1915</c:v>
                </c:pt>
                <c:pt idx="1914">
                  <c:v>1916</c:v>
                </c:pt>
                <c:pt idx="1915">
                  <c:v>1917</c:v>
                </c:pt>
                <c:pt idx="1916">
                  <c:v>1918</c:v>
                </c:pt>
                <c:pt idx="1917">
                  <c:v>1919</c:v>
                </c:pt>
                <c:pt idx="1918">
                  <c:v>1920</c:v>
                </c:pt>
                <c:pt idx="1919">
                  <c:v>1921</c:v>
                </c:pt>
                <c:pt idx="1920">
                  <c:v>1922</c:v>
                </c:pt>
                <c:pt idx="1921">
                  <c:v>1923</c:v>
                </c:pt>
                <c:pt idx="1922">
                  <c:v>1924</c:v>
                </c:pt>
                <c:pt idx="1923">
                  <c:v>1925</c:v>
                </c:pt>
                <c:pt idx="1924">
                  <c:v>1926</c:v>
                </c:pt>
                <c:pt idx="1925">
                  <c:v>1927</c:v>
                </c:pt>
                <c:pt idx="1926">
                  <c:v>1928</c:v>
                </c:pt>
                <c:pt idx="1927">
                  <c:v>1929</c:v>
                </c:pt>
                <c:pt idx="1928">
                  <c:v>1930</c:v>
                </c:pt>
                <c:pt idx="1929">
                  <c:v>1931</c:v>
                </c:pt>
                <c:pt idx="1930">
                  <c:v>1932</c:v>
                </c:pt>
                <c:pt idx="1931">
                  <c:v>1933</c:v>
                </c:pt>
                <c:pt idx="1932">
                  <c:v>1934</c:v>
                </c:pt>
                <c:pt idx="1933">
                  <c:v>1935</c:v>
                </c:pt>
                <c:pt idx="1934">
                  <c:v>1936</c:v>
                </c:pt>
                <c:pt idx="1935">
                  <c:v>1937</c:v>
                </c:pt>
                <c:pt idx="1936">
                  <c:v>1938</c:v>
                </c:pt>
                <c:pt idx="1937">
                  <c:v>1939</c:v>
                </c:pt>
                <c:pt idx="1938">
                  <c:v>1940</c:v>
                </c:pt>
                <c:pt idx="1939">
                  <c:v>1941</c:v>
                </c:pt>
                <c:pt idx="1940">
                  <c:v>1942</c:v>
                </c:pt>
                <c:pt idx="1941">
                  <c:v>1943</c:v>
                </c:pt>
                <c:pt idx="1942">
                  <c:v>1944</c:v>
                </c:pt>
                <c:pt idx="1943">
                  <c:v>1945</c:v>
                </c:pt>
                <c:pt idx="1944">
                  <c:v>1946</c:v>
                </c:pt>
                <c:pt idx="1945">
                  <c:v>1947</c:v>
                </c:pt>
                <c:pt idx="1946">
                  <c:v>1948</c:v>
                </c:pt>
                <c:pt idx="1947">
                  <c:v>1949</c:v>
                </c:pt>
                <c:pt idx="1948">
                  <c:v>1950</c:v>
                </c:pt>
                <c:pt idx="1949">
                  <c:v>1951</c:v>
                </c:pt>
                <c:pt idx="1950">
                  <c:v>1952</c:v>
                </c:pt>
                <c:pt idx="1951">
                  <c:v>1953</c:v>
                </c:pt>
                <c:pt idx="1952">
                  <c:v>1954</c:v>
                </c:pt>
                <c:pt idx="1953">
                  <c:v>1955</c:v>
                </c:pt>
                <c:pt idx="1954">
                  <c:v>1956</c:v>
                </c:pt>
                <c:pt idx="1955">
                  <c:v>1957</c:v>
                </c:pt>
                <c:pt idx="1956">
                  <c:v>1958</c:v>
                </c:pt>
                <c:pt idx="1957">
                  <c:v>1959</c:v>
                </c:pt>
                <c:pt idx="1958">
                  <c:v>1960</c:v>
                </c:pt>
                <c:pt idx="1959">
                  <c:v>1961</c:v>
                </c:pt>
                <c:pt idx="1960">
                  <c:v>1962</c:v>
                </c:pt>
                <c:pt idx="1961">
                  <c:v>1963</c:v>
                </c:pt>
                <c:pt idx="1962">
                  <c:v>1964</c:v>
                </c:pt>
                <c:pt idx="1963">
                  <c:v>1965</c:v>
                </c:pt>
                <c:pt idx="1964">
                  <c:v>1966</c:v>
                </c:pt>
                <c:pt idx="1965">
                  <c:v>1967</c:v>
                </c:pt>
                <c:pt idx="1966">
                  <c:v>1968</c:v>
                </c:pt>
                <c:pt idx="1967">
                  <c:v>1969</c:v>
                </c:pt>
                <c:pt idx="1968">
                  <c:v>1970</c:v>
                </c:pt>
                <c:pt idx="1969">
                  <c:v>1971</c:v>
                </c:pt>
                <c:pt idx="1970">
                  <c:v>1972</c:v>
                </c:pt>
                <c:pt idx="1971">
                  <c:v>1973</c:v>
                </c:pt>
                <c:pt idx="1972">
                  <c:v>1974</c:v>
                </c:pt>
                <c:pt idx="1973">
                  <c:v>1975</c:v>
                </c:pt>
                <c:pt idx="1974">
                  <c:v>1976</c:v>
                </c:pt>
                <c:pt idx="1975">
                  <c:v>1977</c:v>
                </c:pt>
                <c:pt idx="1976">
                  <c:v>1978</c:v>
                </c:pt>
                <c:pt idx="1977">
                  <c:v>1979</c:v>
                </c:pt>
                <c:pt idx="1978">
                  <c:v>1980</c:v>
                </c:pt>
                <c:pt idx="1979">
                  <c:v>1981</c:v>
                </c:pt>
                <c:pt idx="1980">
                  <c:v>1982</c:v>
                </c:pt>
                <c:pt idx="1981">
                  <c:v>1983</c:v>
                </c:pt>
                <c:pt idx="1982">
                  <c:v>1984</c:v>
                </c:pt>
                <c:pt idx="1983">
                  <c:v>1985</c:v>
                </c:pt>
                <c:pt idx="1984">
                  <c:v>1986</c:v>
                </c:pt>
                <c:pt idx="1985">
                  <c:v>1987</c:v>
                </c:pt>
                <c:pt idx="1986">
                  <c:v>1988</c:v>
                </c:pt>
                <c:pt idx="1987">
                  <c:v>1989</c:v>
                </c:pt>
                <c:pt idx="1988">
                  <c:v>1990</c:v>
                </c:pt>
                <c:pt idx="1989">
                  <c:v>1991</c:v>
                </c:pt>
                <c:pt idx="1990">
                  <c:v>1992</c:v>
                </c:pt>
                <c:pt idx="1991">
                  <c:v>1993</c:v>
                </c:pt>
                <c:pt idx="1992">
                  <c:v>1994</c:v>
                </c:pt>
                <c:pt idx="1993">
                  <c:v>1995</c:v>
                </c:pt>
                <c:pt idx="1994">
                  <c:v>1996</c:v>
                </c:pt>
                <c:pt idx="1995">
                  <c:v>1997</c:v>
                </c:pt>
                <c:pt idx="1996">
                  <c:v>1998</c:v>
                </c:pt>
                <c:pt idx="1997">
                  <c:v>1999</c:v>
                </c:pt>
                <c:pt idx="1998">
                  <c:v>2000</c:v>
                </c:pt>
                <c:pt idx="1999">
                  <c:v>2001</c:v>
                </c:pt>
                <c:pt idx="2000">
                  <c:v>2002</c:v>
                </c:pt>
                <c:pt idx="2001">
                  <c:v>2003</c:v>
                </c:pt>
                <c:pt idx="2002">
                  <c:v>2004</c:v>
                </c:pt>
                <c:pt idx="2003">
                  <c:v>2005</c:v>
                </c:pt>
                <c:pt idx="2004">
                  <c:v>2006</c:v>
                </c:pt>
                <c:pt idx="2005">
                  <c:v>2007</c:v>
                </c:pt>
                <c:pt idx="2006">
                  <c:v>2008</c:v>
                </c:pt>
                <c:pt idx="2007">
                  <c:v>2009</c:v>
                </c:pt>
                <c:pt idx="2008">
                  <c:v>2010</c:v>
                </c:pt>
                <c:pt idx="2009">
                  <c:v>2011</c:v>
                </c:pt>
                <c:pt idx="2010">
                  <c:v>2012</c:v>
                </c:pt>
                <c:pt idx="2011">
                  <c:v>2013</c:v>
                </c:pt>
                <c:pt idx="2012">
                  <c:v>2014</c:v>
                </c:pt>
                <c:pt idx="2013">
                  <c:v>2015</c:v>
                </c:pt>
                <c:pt idx="2014">
                  <c:v>2016</c:v>
                </c:pt>
                <c:pt idx="2015">
                  <c:v>2017</c:v>
                </c:pt>
                <c:pt idx="2016">
                  <c:v>2018</c:v>
                </c:pt>
                <c:pt idx="2017">
                  <c:v>2019</c:v>
                </c:pt>
                <c:pt idx="2018">
                  <c:v>2020</c:v>
                </c:pt>
                <c:pt idx="2019">
                  <c:v>2021</c:v>
                </c:pt>
                <c:pt idx="2020">
                  <c:v>2022</c:v>
                </c:pt>
                <c:pt idx="2021">
                  <c:v>2023</c:v>
                </c:pt>
                <c:pt idx="2022">
                  <c:v>2024</c:v>
                </c:pt>
                <c:pt idx="2023">
                  <c:v>2025</c:v>
                </c:pt>
                <c:pt idx="2024">
                  <c:v>2026</c:v>
                </c:pt>
                <c:pt idx="2025">
                  <c:v>2027</c:v>
                </c:pt>
                <c:pt idx="2026">
                  <c:v>2028</c:v>
                </c:pt>
                <c:pt idx="2027">
                  <c:v>2029</c:v>
                </c:pt>
                <c:pt idx="2028">
                  <c:v>2030</c:v>
                </c:pt>
                <c:pt idx="2029">
                  <c:v>2031</c:v>
                </c:pt>
                <c:pt idx="2030">
                  <c:v>2032</c:v>
                </c:pt>
                <c:pt idx="2031">
                  <c:v>2033</c:v>
                </c:pt>
                <c:pt idx="2032">
                  <c:v>2034</c:v>
                </c:pt>
                <c:pt idx="2033">
                  <c:v>2035</c:v>
                </c:pt>
                <c:pt idx="2034">
                  <c:v>2036</c:v>
                </c:pt>
                <c:pt idx="2035">
                  <c:v>2037</c:v>
                </c:pt>
                <c:pt idx="2036">
                  <c:v>2038</c:v>
                </c:pt>
                <c:pt idx="2037">
                  <c:v>2039</c:v>
                </c:pt>
                <c:pt idx="2038">
                  <c:v>2040</c:v>
                </c:pt>
                <c:pt idx="2039">
                  <c:v>2041</c:v>
                </c:pt>
                <c:pt idx="2040">
                  <c:v>2042</c:v>
                </c:pt>
                <c:pt idx="2041">
                  <c:v>2043</c:v>
                </c:pt>
                <c:pt idx="2042">
                  <c:v>2044</c:v>
                </c:pt>
                <c:pt idx="2043">
                  <c:v>2045</c:v>
                </c:pt>
                <c:pt idx="2044">
                  <c:v>2046</c:v>
                </c:pt>
                <c:pt idx="2045">
                  <c:v>2047</c:v>
                </c:pt>
                <c:pt idx="2046">
                  <c:v>2048</c:v>
                </c:pt>
                <c:pt idx="2047">
                  <c:v>2049</c:v>
                </c:pt>
                <c:pt idx="2048">
                  <c:v>2050</c:v>
                </c:pt>
                <c:pt idx="2049">
                  <c:v>2051</c:v>
                </c:pt>
                <c:pt idx="2050">
                  <c:v>2052</c:v>
                </c:pt>
                <c:pt idx="2051">
                  <c:v>2053</c:v>
                </c:pt>
                <c:pt idx="2052">
                  <c:v>2054</c:v>
                </c:pt>
                <c:pt idx="2053">
                  <c:v>2055</c:v>
                </c:pt>
                <c:pt idx="2054">
                  <c:v>2056</c:v>
                </c:pt>
                <c:pt idx="2055">
                  <c:v>2057</c:v>
                </c:pt>
                <c:pt idx="2056">
                  <c:v>2058</c:v>
                </c:pt>
                <c:pt idx="2057">
                  <c:v>2059</c:v>
                </c:pt>
                <c:pt idx="2058">
                  <c:v>2060</c:v>
                </c:pt>
                <c:pt idx="2059">
                  <c:v>2061</c:v>
                </c:pt>
                <c:pt idx="2060">
                  <c:v>2062</c:v>
                </c:pt>
                <c:pt idx="2061">
                  <c:v>2063</c:v>
                </c:pt>
                <c:pt idx="2062">
                  <c:v>2064</c:v>
                </c:pt>
                <c:pt idx="2063">
                  <c:v>2065</c:v>
                </c:pt>
                <c:pt idx="2064">
                  <c:v>2066</c:v>
                </c:pt>
                <c:pt idx="2065">
                  <c:v>2067</c:v>
                </c:pt>
                <c:pt idx="2066">
                  <c:v>2068</c:v>
                </c:pt>
                <c:pt idx="2067">
                  <c:v>2069</c:v>
                </c:pt>
                <c:pt idx="2068">
                  <c:v>2070</c:v>
                </c:pt>
                <c:pt idx="2069">
                  <c:v>2071</c:v>
                </c:pt>
                <c:pt idx="2070">
                  <c:v>2072</c:v>
                </c:pt>
                <c:pt idx="2071">
                  <c:v>2073</c:v>
                </c:pt>
                <c:pt idx="2072">
                  <c:v>2074</c:v>
                </c:pt>
                <c:pt idx="2073">
                  <c:v>2075</c:v>
                </c:pt>
                <c:pt idx="2074">
                  <c:v>2076</c:v>
                </c:pt>
                <c:pt idx="2075">
                  <c:v>2077</c:v>
                </c:pt>
                <c:pt idx="2076">
                  <c:v>2078</c:v>
                </c:pt>
                <c:pt idx="2077">
                  <c:v>2079</c:v>
                </c:pt>
                <c:pt idx="2078">
                  <c:v>2080</c:v>
                </c:pt>
                <c:pt idx="2079">
                  <c:v>2081</c:v>
                </c:pt>
                <c:pt idx="2080">
                  <c:v>2082</c:v>
                </c:pt>
                <c:pt idx="2081">
                  <c:v>2083</c:v>
                </c:pt>
                <c:pt idx="2082">
                  <c:v>2084</c:v>
                </c:pt>
                <c:pt idx="2083">
                  <c:v>2085</c:v>
                </c:pt>
                <c:pt idx="2084">
                  <c:v>2086</c:v>
                </c:pt>
                <c:pt idx="2085">
                  <c:v>2087</c:v>
                </c:pt>
                <c:pt idx="2086">
                  <c:v>2088</c:v>
                </c:pt>
                <c:pt idx="2087">
                  <c:v>2089</c:v>
                </c:pt>
                <c:pt idx="2088">
                  <c:v>2090</c:v>
                </c:pt>
                <c:pt idx="2089">
                  <c:v>2091</c:v>
                </c:pt>
                <c:pt idx="2090">
                  <c:v>2092</c:v>
                </c:pt>
                <c:pt idx="2091">
                  <c:v>2093</c:v>
                </c:pt>
                <c:pt idx="2092">
                  <c:v>2094</c:v>
                </c:pt>
                <c:pt idx="2093">
                  <c:v>2095</c:v>
                </c:pt>
                <c:pt idx="2094">
                  <c:v>2096</c:v>
                </c:pt>
                <c:pt idx="2095">
                  <c:v>2097</c:v>
                </c:pt>
                <c:pt idx="2096">
                  <c:v>2098</c:v>
                </c:pt>
                <c:pt idx="2097">
                  <c:v>2099</c:v>
                </c:pt>
                <c:pt idx="2098">
                  <c:v>2100</c:v>
                </c:pt>
                <c:pt idx="2099">
                  <c:v>2101</c:v>
                </c:pt>
                <c:pt idx="2100">
                  <c:v>2102</c:v>
                </c:pt>
                <c:pt idx="2101">
                  <c:v>2103</c:v>
                </c:pt>
                <c:pt idx="2102">
                  <c:v>2104</c:v>
                </c:pt>
                <c:pt idx="2103">
                  <c:v>2105</c:v>
                </c:pt>
                <c:pt idx="2104">
                  <c:v>2106</c:v>
                </c:pt>
                <c:pt idx="2105">
                  <c:v>2107</c:v>
                </c:pt>
                <c:pt idx="2106">
                  <c:v>2108</c:v>
                </c:pt>
                <c:pt idx="2107">
                  <c:v>2109</c:v>
                </c:pt>
                <c:pt idx="2108">
                  <c:v>2110</c:v>
                </c:pt>
                <c:pt idx="2109">
                  <c:v>2111</c:v>
                </c:pt>
                <c:pt idx="2110">
                  <c:v>2112</c:v>
                </c:pt>
                <c:pt idx="2111">
                  <c:v>2113</c:v>
                </c:pt>
                <c:pt idx="2112">
                  <c:v>2114</c:v>
                </c:pt>
                <c:pt idx="2113">
                  <c:v>2115</c:v>
                </c:pt>
                <c:pt idx="2114">
                  <c:v>2116</c:v>
                </c:pt>
                <c:pt idx="2115">
                  <c:v>2117</c:v>
                </c:pt>
                <c:pt idx="2116">
                  <c:v>2118</c:v>
                </c:pt>
                <c:pt idx="2117">
                  <c:v>2119</c:v>
                </c:pt>
                <c:pt idx="2118">
                  <c:v>2120</c:v>
                </c:pt>
                <c:pt idx="2119">
                  <c:v>2121</c:v>
                </c:pt>
                <c:pt idx="2120">
                  <c:v>2122</c:v>
                </c:pt>
                <c:pt idx="2121">
                  <c:v>2123</c:v>
                </c:pt>
                <c:pt idx="2122">
                  <c:v>2124</c:v>
                </c:pt>
                <c:pt idx="2123">
                  <c:v>2125</c:v>
                </c:pt>
                <c:pt idx="2124">
                  <c:v>2126</c:v>
                </c:pt>
                <c:pt idx="2125">
                  <c:v>2127</c:v>
                </c:pt>
                <c:pt idx="2126">
                  <c:v>2128</c:v>
                </c:pt>
                <c:pt idx="2127">
                  <c:v>2129</c:v>
                </c:pt>
                <c:pt idx="2128">
                  <c:v>2130</c:v>
                </c:pt>
                <c:pt idx="2129">
                  <c:v>2131</c:v>
                </c:pt>
                <c:pt idx="2130">
                  <c:v>2132</c:v>
                </c:pt>
                <c:pt idx="2131">
                  <c:v>2133</c:v>
                </c:pt>
                <c:pt idx="2132">
                  <c:v>2134</c:v>
                </c:pt>
                <c:pt idx="2133">
                  <c:v>2135</c:v>
                </c:pt>
                <c:pt idx="2134">
                  <c:v>2136</c:v>
                </c:pt>
                <c:pt idx="2135">
                  <c:v>2137</c:v>
                </c:pt>
                <c:pt idx="2136">
                  <c:v>2138</c:v>
                </c:pt>
                <c:pt idx="2137">
                  <c:v>2139</c:v>
                </c:pt>
                <c:pt idx="2138">
                  <c:v>2140</c:v>
                </c:pt>
                <c:pt idx="2139">
                  <c:v>2141</c:v>
                </c:pt>
                <c:pt idx="2140">
                  <c:v>2142</c:v>
                </c:pt>
                <c:pt idx="2141">
                  <c:v>2143</c:v>
                </c:pt>
                <c:pt idx="2142">
                  <c:v>2144</c:v>
                </c:pt>
                <c:pt idx="2143">
                  <c:v>2145</c:v>
                </c:pt>
                <c:pt idx="2144">
                  <c:v>2146</c:v>
                </c:pt>
                <c:pt idx="2145">
                  <c:v>2147</c:v>
                </c:pt>
                <c:pt idx="2146">
                  <c:v>2148</c:v>
                </c:pt>
                <c:pt idx="2147">
                  <c:v>2149</c:v>
                </c:pt>
                <c:pt idx="2148">
                  <c:v>2150</c:v>
                </c:pt>
                <c:pt idx="2149">
                  <c:v>2151</c:v>
                </c:pt>
                <c:pt idx="2150">
                  <c:v>2152</c:v>
                </c:pt>
                <c:pt idx="2151">
                  <c:v>2153</c:v>
                </c:pt>
                <c:pt idx="2152">
                  <c:v>2154</c:v>
                </c:pt>
                <c:pt idx="2153">
                  <c:v>2155</c:v>
                </c:pt>
                <c:pt idx="2154">
                  <c:v>2156</c:v>
                </c:pt>
                <c:pt idx="2155">
                  <c:v>2157</c:v>
                </c:pt>
                <c:pt idx="2156">
                  <c:v>2158</c:v>
                </c:pt>
                <c:pt idx="2157">
                  <c:v>2159</c:v>
                </c:pt>
                <c:pt idx="2158">
                  <c:v>2160</c:v>
                </c:pt>
                <c:pt idx="2159">
                  <c:v>2161</c:v>
                </c:pt>
                <c:pt idx="2160">
                  <c:v>2162</c:v>
                </c:pt>
                <c:pt idx="2161">
                  <c:v>2163</c:v>
                </c:pt>
                <c:pt idx="2162">
                  <c:v>2164</c:v>
                </c:pt>
                <c:pt idx="2163">
                  <c:v>2165</c:v>
                </c:pt>
                <c:pt idx="2164">
                  <c:v>2166</c:v>
                </c:pt>
                <c:pt idx="2165">
                  <c:v>2167</c:v>
                </c:pt>
                <c:pt idx="2166">
                  <c:v>2168</c:v>
                </c:pt>
                <c:pt idx="2167">
                  <c:v>2169</c:v>
                </c:pt>
                <c:pt idx="2168">
                  <c:v>2170</c:v>
                </c:pt>
                <c:pt idx="2169">
                  <c:v>2171</c:v>
                </c:pt>
                <c:pt idx="2170">
                  <c:v>2172</c:v>
                </c:pt>
                <c:pt idx="2171">
                  <c:v>2173</c:v>
                </c:pt>
                <c:pt idx="2172">
                  <c:v>2174</c:v>
                </c:pt>
                <c:pt idx="2173">
                  <c:v>2175</c:v>
                </c:pt>
                <c:pt idx="2174">
                  <c:v>2176</c:v>
                </c:pt>
                <c:pt idx="2175">
                  <c:v>2177</c:v>
                </c:pt>
                <c:pt idx="2176">
                  <c:v>2178</c:v>
                </c:pt>
                <c:pt idx="2177">
                  <c:v>2179</c:v>
                </c:pt>
                <c:pt idx="2178">
                  <c:v>2180</c:v>
                </c:pt>
                <c:pt idx="2179">
                  <c:v>2181</c:v>
                </c:pt>
                <c:pt idx="2180">
                  <c:v>2182</c:v>
                </c:pt>
                <c:pt idx="2181">
                  <c:v>2183</c:v>
                </c:pt>
                <c:pt idx="2182">
                  <c:v>2184</c:v>
                </c:pt>
                <c:pt idx="2183">
                  <c:v>2185</c:v>
                </c:pt>
                <c:pt idx="2184">
                  <c:v>2186</c:v>
                </c:pt>
                <c:pt idx="2185">
                  <c:v>2187</c:v>
                </c:pt>
                <c:pt idx="2186">
                  <c:v>2188</c:v>
                </c:pt>
                <c:pt idx="2187">
                  <c:v>2189</c:v>
                </c:pt>
                <c:pt idx="2188">
                  <c:v>2190</c:v>
                </c:pt>
                <c:pt idx="2189">
                  <c:v>2191</c:v>
                </c:pt>
                <c:pt idx="2190">
                  <c:v>2192</c:v>
                </c:pt>
                <c:pt idx="2191">
                  <c:v>2193</c:v>
                </c:pt>
                <c:pt idx="2192">
                  <c:v>2194</c:v>
                </c:pt>
                <c:pt idx="2193">
                  <c:v>2195</c:v>
                </c:pt>
                <c:pt idx="2194">
                  <c:v>2196</c:v>
                </c:pt>
                <c:pt idx="2195">
                  <c:v>2197</c:v>
                </c:pt>
                <c:pt idx="2196">
                  <c:v>2198</c:v>
                </c:pt>
                <c:pt idx="2197">
                  <c:v>2199</c:v>
                </c:pt>
                <c:pt idx="2198">
                  <c:v>2200</c:v>
                </c:pt>
                <c:pt idx="2199">
                  <c:v>2201</c:v>
                </c:pt>
                <c:pt idx="2200">
                  <c:v>2202</c:v>
                </c:pt>
                <c:pt idx="2201">
                  <c:v>2203</c:v>
                </c:pt>
                <c:pt idx="2202">
                  <c:v>2204</c:v>
                </c:pt>
                <c:pt idx="2203">
                  <c:v>2205</c:v>
                </c:pt>
                <c:pt idx="2204">
                  <c:v>2206</c:v>
                </c:pt>
                <c:pt idx="2205">
                  <c:v>2207</c:v>
                </c:pt>
                <c:pt idx="2206">
                  <c:v>2208</c:v>
                </c:pt>
                <c:pt idx="2207">
                  <c:v>2209</c:v>
                </c:pt>
                <c:pt idx="2208">
                  <c:v>2210</c:v>
                </c:pt>
                <c:pt idx="2209">
                  <c:v>2211</c:v>
                </c:pt>
                <c:pt idx="2210">
                  <c:v>2212</c:v>
                </c:pt>
                <c:pt idx="2211">
                  <c:v>2213</c:v>
                </c:pt>
                <c:pt idx="2212">
                  <c:v>2214</c:v>
                </c:pt>
                <c:pt idx="2213">
                  <c:v>2215</c:v>
                </c:pt>
                <c:pt idx="2214">
                  <c:v>2216</c:v>
                </c:pt>
                <c:pt idx="2215">
                  <c:v>2217</c:v>
                </c:pt>
                <c:pt idx="2216">
                  <c:v>2218</c:v>
                </c:pt>
                <c:pt idx="2217">
                  <c:v>2219</c:v>
                </c:pt>
                <c:pt idx="2218">
                  <c:v>2220</c:v>
                </c:pt>
                <c:pt idx="2219">
                  <c:v>2221</c:v>
                </c:pt>
                <c:pt idx="2220">
                  <c:v>2222</c:v>
                </c:pt>
                <c:pt idx="2221">
                  <c:v>2223</c:v>
                </c:pt>
                <c:pt idx="2222">
                  <c:v>2224</c:v>
                </c:pt>
                <c:pt idx="2223">
                  <c:v>2225</c:v>
                </c:pt>
                <c:pt idx="2224">
                  <c:v>2226</c:v>
                </c:pt>
                <c:pt idx="2225">
                  <c:v>2227</c:v>
                </c:pt>
                <c:pt idx="2226">
                  <c:v>2228</c:v>
                </c:pt>
                <c:pt idx="2227">
                  <c:v>2229</c:v>
                </c:pt>
                <c:pt idx="2228">
                  <c:v>2230</c:v>
                </c:pt>
                <c:pt idx="2229">
                  <c:v>2231</c:v>
                </c:pt>
                <c:pt idx="2230">
                  <c:v>2232</c:v>
                </c:pt>
                <c:pt idx="2231">
                  <c:v>2233</c:v>
                </c:pt>
                <c:pt idx="2232">
                  <c:v>2234</c:v>
                </c:pt>
                <c:pt idx="2233">
                  <c:v>2235</c:v>
                </c:pt>
                <c:pt idx="2234">
                  <c:v>2236</c:v>
                </c:pt>
                <c:pt idx="2235">
                  <c:v>2237</c:v>
                </c:pt>
                <c:pt idx="2236">
                  <c:v>2238</c:v>
                </c:pt>
                <c:pt idx="2237">
                  <c:v>2239</c:v>
                </c:pt>
                <c:pt idx="2238">
                  <c:v>2240</c:v>
                </c:pt>
                <c:pt idx="2239">
                  <c:v>2241</c:v>
                </c:pt>
                <c:pt idx="2240">
                  <c:v>2242</c:v>
                </c:pt>
                <c:pt idx="2241">
                  <c:v>2243</c:v>
                </c:pt>
                <c:pt idx="2242">
                  <c:v>2244</c:v>
                </c:pt>
                <c:pt idx="2243">
                  <c:v>2245</c:v>
                </c:pt>
                <c:pt idx="2244">
                  <c:v>2246</c:v>
                </c:pt>
                <c:pt idx="2245">
                  <c:v>2247</c:v>
                </c:pt>
                <c:pt idx="2246">
                  <c:v>2248</c:v>
                </c:pt>
                <c:pt idx="2247">
                  <c:v>2249</c:v>
                </c:pt>
                <c:pt idx="2248">
                  <c:v>2250</c:v>
                </c:pt>
                <c:pt idx="2249">
                  <c:v>2251</c:v>
                </c:pt>
                <c:pt idx="2250">
                  <c:v>2252</c:v>
                </c:pt>
                <c:pt idx="2251">
                  <c:v>2253</c:v>
                </c:pt>
                <c:pt idx="2252">
                  <c:v>2254</c:v>
                </c:pt>
                <c:pt idx="2253">
                  <c:v>2255</c:v>
                </c:pt>
                <c:pt idx="2254">
                  <c:v>2256</c:v>
                </c:pt>
                <c:pt idx="2255">
                  <c:v>2257</c:v>
                </c:pt>
                <c:pt idx="2256">
                  <c:v>2258</c:v>
                </c:pt>
                <c:pt idx="2257">
                  <c:v>2259</c:v>
                </c:pt>
                <c:pt idx="2258">
                  <c:v>2260</c:v>
                </c:pt>
                <c:pt idx="2259">
                  <c:v>2261</c:v>
                </c:pt>
                <c:pt idx="2260">
                  <c:v>2262</c:v>
                </c:pt>
                <c:pt idx="2261">
                  <c:v>2263</c:v>
                </c:pt>
                <c:pt idx="2262">
                  <c:v>2264</c:v>
                </c:pt>
                <c:pt idx="2263">
                  <c:v>2265</c:v>
                </c:pt>
                <c:pt idx="2264">
                  <c:v>2266</c:v>
                </c:pt>
                <c:pt idx="2265">
                  <c:v>2267</c:v>
                </c:pt>
                <c:pt idx="2266">
                  <c:v>2268</c:v>
                </c:pt>
                <c:pt idx="2267">
                  <c:v>2269</c:v>
                </c:pt>
                <c:pt idx="2268">
                  <c:v>2270</c:v>
                </c:pt>
                <c:pt idx="2269">
                  <c:v>2271</c:v>
                </c:pt>
                <c:pt idx="2270">
                  <c:v>2272</c:v>
                </c:pt>
                <c:pt idx="2271">
                  <c:v>2273</c:v>
                </c:pt>
                <c:pt idx="2272">
                  <c:v>2274</c:v>
                </c:pt>
                <c:pt idx="2273">
                  <c:v>2275</c:v>
                </c:pt>
                <c:pt idx="2274">
                  <c:v>2276</c:v>
                </c:pt>
                <c:pt idx="2275">
                  <c:v>2277</c:v>
                </c:pt>
                <c:pt idx="2276">
                  <c:v>2278</c:v>
                </c:pt>
                <c:pt idx="2277">
                  <c:v>2279</c:v>
                </c:pt>
                <c:pt idx="2278">
                  <c:v>2280</c:v>
                </c:pt>
                <c:pt idx="2279">
                  <c:v>2281</c:v>
                </c:pt>
                <c:pt idx="2280">
                  <c:v>2282</c:v>
                </c:pt>
                <c:pt idx="2281">
                  <c:v>2283</c:v>
                </c:pt>
                <c:pt idx="2282">
                  <c:v>2284</c:v>
                </c:pt>
                <c:pt idx="2283">
                  <c:v>2285</c:v>
                </c:pt>
                <c:pt idx="2284">
                  <c:v>2286</c:v>
                </c:pt>
                <c:pt idx="2285">
                  <c:v>2287</c:v>
                </c:pt>
                <c:pt idx="2286">
                  <c:v>2288</c:v>
                </c:pt>
                <c:pt idx="2287">
                  <c:v>2289</c:v>
                </c:pt>
                <c:pt idx="2288">
                  <c:v>2290</c:v>
                </c:pt>
                <c:pt idx="2289">
                  <c:v>2291</c:v>
                </c:pt>
                <c:pt idx="2290">
                  <c:v>2292</c:v>
                </c:pt>
                <c:pt idx="2291">
                  <c:v>2293</c:v>
                </c:pt>
                <c:pt idx="2292">
                  <c:v>2294</c:v>
                </c:pt>
                <c:pt idx="2293">
                  <c:v>2295</c:v>
                </c:pt>
                <c:pt idx="2294">
                  <c:v>2296</c:v>
                </c:pt>
                <c:pt idx="2295">
                  <c:v>2297</c:v>
                </c:pt>
                <c:pt idx="2296">
                  <c:v>2298</c:v>
                </c:pt>
                <c:pt idx="2297">
                  <c:v>2299</c:v>
                </c:pt>
                <c:pt idx="2298">
                  <c:v>2300</c:v>
                </c:pt>
                <c:pt idx="2299">
                  <c:v>2301</c:v>
                </c:pt>
                <c:pt idx="2300">
                  <c:v>2302</c:v>
                </c:pt>
                <c:pt idx="2301">
                  <c:v>2303</c:v>
                </c:pt>
                <c:pt idx="2302">
                  <c:v>2304</c:v>
                </c:pt>
                <c:pt idx="2303">
                  <c:v>2305</c:v>
                </c:pt>
                <c:pt idx="2304">
                  <c:v>2306</c:v>
                </c:pt>
                <c:pt idx="2305">
                  <c:v>2307</c:v>
                </c:pt>
                <c:pt idx="2306">
                  <c:v>2308</c:v>
                </c:pt>
                <c:pt idx="2307">
                  <c:v>2309</c:v>
                </c:pt>
                <c:pt idx="2308">
                  <c:v>2310</c:v>
                </c:pt>
                <c:pt idx="2309">
                  <c:v>2311</c:v>
                </c:pt>
                <c:pt idx="2310">
                  <c:v>2312</c:v>
                </c:pt>
                <c:pt idx="2311">
                  <c:v>2313</c:v>
                </c:pt>
                <c:pt idx="2312">
                  <c:v>2314</c:v>
                </c:pt>
                <c:pt idx="2313">
                  <c:v>2315</c:v>
                </c:pt>
                <c:pt idx="2314">
                  <c:v>2316</c:v>
                </c:pt>
                <c:pt idx="2315">
                  <c:v>2317</c:v>
                </c:pt>
                <c:pt idx="2316">
                  <c:v>2318</c:v>
                </c:pt>
                <c:pt idx="2317">
                  <c:v>2319</c:v>
                </c:pt>
                <c:pt idx="2318">
                  <c:v>2320</c:v>
                </c:pt>
                <c:pt idx="2319">
                  <c:v>2321</c:v>
                </c:pt>
                <c:pt idx="2320">
                  <c:v>2322</c:v>
                </c:pt>
                <c:pt idx="2321">
                  <c:v>2323</c:v>
                </c:pt>
                <c:pt idx="2322">
                  <c:v>2324</c:v>
                </c:pt>
                <c:pt idx="2323">
                  <c:v>2325</c:v>
                </c:pt>
                <c:pt idx="2324">
                  <c:v>2326</c:v>
                </c:pt>
                <c:pt idx="2325">
                  <c:v>2327</c:v>
                </c:pt>
                <c:pt idx="2326">
                  <c:v>2328</c:v>
                </c:pt>
                <c:pt idx="2327">
                  <c:v>2329</c:v>
                </c:pt>
                <c:pt idx="2328">
                  <c:v>2330</c:v>
                </c:pt>
                <c:pt idx="2329">
                  <c:v>2331</c:v>
                </c:pt>
                <c:pt idx="2330">
                  <c:v>2332</c:v>
                </c:pt>
                <c:pt idx="2331">
                  <c:v>2333</c:v>
                </c:pt>
                <c:pt idx="2332">
                  <c:v>2334</c:v>
                </c:pt>
                <c:pt idx="2333">
                  <c:v>2335</c:v>
                </c:pt>
                <c:pt idx="2334">
                  <c:v>2336</c:v>
                </c:pt>
                <c:pt idx="2335">
                  <c:v>2337</c:v>
                </c:pt>
                <c:pt idx="2336">
                  <c:v>2338</c:v>
                </c:pt>
                <c:pt idx="2337">
                  <c:v>2339</c:v>
                </c:pt>
                <c:pt idx="2338">
                  <c:v>2340</c:v>
                </c:pt>
                <c:pt idx="2339">
                  <c:v>2341</c:v>
                </c:pt>
                <c:pt idx="2340">
                  <c:v>2342</c:v>
                </c:pt>
                <c:pt idx="2341">
                  <c:v>2343</c:v>
                </c:pt>
                <c:pt idx="2342">
                  <c:v>2344</c:v>
                </c:pt>
                <c:pt idx="2343">
                  <c:v>2345</c:v>
                </c:pt>
                <c:pt idx="2344">
                  <c:v>2346</c:v>
                </c:pt>
                <c:pt idx="2345">
                  <c:v>2347</c:v>
                </c:pt>
                <c:pt idx="2346">
                  <c:v>2348</c:v>
                </c:pt>
                <c:pt idx="2347">
                  <c:v>2349</c:v>
                </c:pt>
                <c:pt idx="2348">
                  <c:v>2350</c:v>
                </c:pt>
                <c:pt idx="2349">
                  <c:v>2351</c:v>
                </c:pt>
                <c:pt idx="2350">
                  <c:v>2352</c:v>
                </c:pt>
                <c:pt idx="2351">
                  <c:v>2353</c:v>
                </c:pt>
                <c:pt idx="2352">
                  <c:v>2354</c:v>
                </c:pt>
                <c:pt idx="2353">
                  <c:v>2355</c:v>
                </c:pt>
                <c:pt idx="2354">
                  <c:v>2356</c:v>
                </c:pt>
                <c:pt idx="2355">
                  <c:v>2357</c:v>
                </c:pt>
                <c:pt idx="2356">
                  <c:v>2358</c:v>
                </c:pt>
                <c:pt idx="2357">
                  <c:v>2359</c:v>
                </c:pt>
                <c:pt idx="2358">
                  <c:v>2360</c:v>
                </c:pt>
                <c:pt idx="2359">
                  <c:v>2361</c:v>
                </c:pt>
                <c:pt idx="2360">
                  <c:v>2362</c:v>
                </c:pt>
                <c:pt idx="2361">
                  <c:v>2363</c:v>
                </c:pt>
                <c:pt idx="2362">
                  <c:v>2364</c:v>
                </c:pt>
                <c:pt idx="2363">
                  <c:v>2365</c:v>
                </c:pt>
                <c:pt idx="2364">
                  <c:v>2366</c:v>
                </c:pt>
                <c:pt idx="2365">
                  <c:v>2367</c:v>
                </c:pt>
                <c:pt idx="2366">
                  <c:v>2368</c:v>
                </c:pt>
                <c:pt idx="2367">
                  <c:v>2369</c:v>
                </c:pt>
                <c:pt idx="2368">
                  <c:v>2370</c:v>
                </c:pt>
                <c:pt idx="2369">
                  <c:v>2371</c:v>
                </c:pt>
                <c:pt idx="2370">
                  <c:v>2372</c:v>
                </c:pt>
                <c:pt idx="2371">
                  <c:v>2373</c:v>
                </c:pt>
                <c:pt idx="2372">
                  <c:v>2374</c:v>
                </c:pt>
                <c:pt idx="2373">
                  <c:v>2375</c:v>
                </c:pt>
                <c:pt idx="2374">
                  <c:v>2376</c:v>
                </c:pt>
                <c:pt idx="2375">
                  <c:v>2377</c:v>
                </c:pt>
                <c:pt idx="2376">
                  <c:v>2378</c:v>
                </c:pt>
                <c:pt idx="2377">
                  <c:v>2379</c:v>
                </c:pt>
                <c:pt idx="2378">
                  <c:v>2380</c:v>
                </c:pt>
                <c:pt idx="2379">
                  <c:v>2381</c:v>
                </c:pt>
                <c:pt idx="2380">
                  <c:v>2382</c:v>
                </c:pt>
                <c:pt idx="2381">
                  <c:v>2383</c:v>
                </c:pt>
                <c:pt idx="2382">
                  <c:v>2384</c:v>
                </c:pt>
                <c:pt idx="2383">
                  <c:v>2385</c:v>
                </c:pt>
                <c:pt idx="2384">
                  <c:v>2386</c:v>
                </c:pt>
                <c:pt idx="2385">
                  <c:v>2387</c:v>
                </c:pt>
                <c:pt idx="2386">
                  <c:v>2388</c:v>
                </c:pt>
                <c:pt idx="2387">
                  <c:v>2389</c:v>
                </c:pt>
                <c:pt idx="2388">
                  <c:v>2390</c:v>
                </c:pt>
                <c:pt idx="2389">
                  <c:v>2391</c:v>
                </c:pt>
                <c:pt idx="2390">
                  <c:v>2392</c:v>
                </c:pt>
                <c:pt idx="2391">
                  <c:v>2393</c:v>
                </c:pt>
                <c:pt idx="2392">
                  <c:v>2394</c:v>
                </c:pt>
                <c:pt idx="2393">
                  <c:v>2395</c:v>
                </c:pt>
                <c:pt idx="2394">
                  <c:v>2396</c:v>
                </c:pt>
                <c:pt idx="2395">
                  <c:v>2397</c:v>
                </c:pt>
                <c:pt idx="2396">
                  <c:v>2398</c:v>
                </c:pt>
                <c:pt idx="2397">
                  <c:v>2399</c:v>
                </c:pt>
                <c:pt idx="2398">
                  <c:v>2400</c:v>
                </c:pt>
                <c:pt idx="2399">
                  <c:v>2401</c:v>
                </c:pt>
                <c:pt idx="2400">
                  <c:v>2402</c:v>
                </c:pt>
                <c:pt idx="2401">
                  <c:v>2403</c:v>
                </c:pt>
                <c:pt idx="2402">
                  <c:v>2404</c:v>
                </c:pt>
                <c:pt idx="2403">
                  <c:v>2405</c:v>
                </c:pt>
                <c:pt idx="2404">
                  <c:v>2406</c:v>
                </c:pt>
                <c:pt idx="2405">
                  <c:v>2407</c:v>
                </c:pt>
                <c:pt idx="2406">
                  <c:v>2408</c:v>
                </c:pt>
                <c:pt idx="2407">
                  <c:v>2409</c:v>
                </c:pt>
                <c:pt idx="2408">
                  <c:v>2410</c:v>
                </c:pt>
                <c:pt idx="2409">
                  <c:v>2411</c:v>
                </c:pt>
                <c:pt idx="2410">
                  <c:v>2412</c:v>
                </c:pt>
                <c:pt idx="2411">
                  <c:v>2413</c:v>
                </c:pt>
                <c:pt idx="2412">
                  <c:v>2414</c:v>
                </c:pt>
                <c:pt idx="2413">
                  <c:v>2415</c:v>
                </c:pt>
                <c:pt idx="2414">
                  <c:v>2416</c:v>
                </c:pt>
                <c:pt idx="2415">
                  <c:v>2417</c:v>
                </c:pt>
                <c:pt idx="2416">
                  <c:v>2418</c:v>
                </c:pt>
                <c:pt idx="2417">
                  <c:v>2419</c:v>
                </c:pt>
                <c:pt idx="2418">
                  <c:v>2420</c:v>
                </c:pt>
                <c:pt idx="2419">
                  <c:v>2421</c:v>
                </c:pt>
                <c:pt idx="2420">
                  <c:v>2422</c:v>
                </c:pt>
                <c:pt idx="2421">
                  <c:v>2423</c:v>
                </c:pt>
                <c:pt idx="2422">
                  <c:v>2424</c:v>
                </c:pt>
                <c:pt idx="2423">
                  <c:v>2425</c:v>
                </c:pt>
                <c:pt idx="2424">
                  <c:v>2426</c:v>
                </c:pt>
                <c:pt idx="2425">
                  <c:v>2427</c:v>
                </c:pt>
                <c:pt idx="2426">
                  <c:v>2428</c:v>
                </c:pt>
                <c:pt idx="2427">
                  <c:v>2429</c:v>
                </c:pt>
                <c:pt idx="2428">
                  <c:v>2430</c:v>
                </c:pt>
                <c:pt idx="2429">
                  <c:v>2431</c:v>
                </c:pt>
                <c:pt idx="2430">
                  <c:v>2432</c:v>
                </c:pt>
                <c:pt idx="2431">
                  <c:v>2433</c:v>
                </c:pt>
                <c:pt idx="2432">
                  <c:v>2434</c:v>
                </c:pt>
                <c:pt idx="2433">
                  <c:v>2435</c:v>
                </c:pt>
                <c:pt idx="2434">
                  <c:v>2436</c:v>
                </c:pt>
                <c:pt idx="2435">
                  <c:v>2437</c:v>
                </c:pt>
                <c:pt idx="2436">
                  <c:v>2438</c:v>
                </c:pt>
                <c:pt idx="2437">
                  <c:v>2439</c:v>
                </c:pt>
                <c:pt idx="2438">
                  <c:v>2440</c:v>
                </c:pt>
                <c:pt idx="2439">
                  <c:v>2441</c:v>
                </c:pt>
                <c:pt idx="2440">
                  <c:v>2442</c:v>
                </c:pt>
                <c:pt idx="2441">
                  <c:v>2443</c:v>
                </c:pt>
                <c:pt idx="2442">
                  <c:v>2444</c:v>
                </c:pt>
                <c:pt idx="2443">
                  <c:v>2445</c:v>
                </c:pt>
                <c:pt idx="2444">
                  <c:v>2446</c:v>
                </c:pt>
                <c:pt idx="2445">
                  <c:v>2447</c:v>
                </c:pt>
                <c:pt idx="2446">
                  <c:v>2448</c:v>
                </c:pt>
                <c:pt idx="2447">
                  <c:v>2449</c:v>
                </c:pt>
                <c:pt idx="2448">
                  <c:v>2450</c:v>
                </c:pt>
                <c:pt idx="2449">
                  <c:v>2451</c:v>
                </c:pt>
                <c:pt idx="2450">
                  <c:v>2452</c:v>
                </c:pt>
                <c:pt idx="2451">
                  <c:v>2453</c:v>
                </c:pt>
                <c:pt idx="2452">
                  <c:v>2454</c:v>
                </c:pt>
                <c:pt idx="2453">
                  <c:v>2455</c:v>
                </c:pt>
                <c:pt idx="2454">
                  <c:v>2456</c:v>
                </c:pt>
                <c:pt idx="2455">
                  <c:v>2457</c:v>
                </c:pt>
                <c:pt idx="2456">
                  <c:v>2458</c:v>
                </c:pt>
                <c:pt idx="2457">
                  <c:v>2459</c:v>
                </c:pt>
                <c:pt idx="2458">
                  <c:v>2460</c:v>
                </c:pt>
                <c:pt idx="2459">
                  <c:v>2461</c:v>
                </c:pt>
                <c:pt idx="2460">
                  <c:v>2462</c:v>
                </c:pt>
                <c:pt idx="2461">
                  <c:v>2463</c:v>
                </c:pt>
                <c:pt idx="2462">
                  <c:v>2464</c:v>
                </c:pt>
                <c:pt idx="2463">
                  <c:v>2465</c:v>
                </c:pt>
                <c:pt idx="2464">
                  <c:v>2466</c:v>
                </c:pt>
                <c:pt idx="2465">
                  <c:v>2467</c:v>
                </c:pt>
                <c:pt idx="2466">
                  <c:v>2468</c:v>
                </c:pt>
                <c:pt idx="2467">
                  <c:v>2469</c:v>
                </c:pt>
                <c:pt idx="2468">
                  <c:v>2470</c:v>
                </c:pt>
                <c:pt idx="2469">
                  <c:v>2471</c:v>
                </c:pt>
                <c:pt idx="2470">
                  <c:v>2472</c:v>
                </c:pt>
                <c:pt idx="2471">
                  <c:v>2473</c:v>
                </c:pt>
                <c:pt idx="2472">
                  <c:v>2474</c:v>
                </c:pt>
                <c:pt idx="2473">
                  <c:v>2475</c:v>
                </c:pt>
                <c:pt idx="2474">
                  <c:v>2476</c:v>
                </c:pt>
                <c:pt idx="2475">
                  <c:v>2477</c:v>
                </c:pt>
                <c:pt idx="2476">
                  <c:v>2478</c:v>
                </c:pt>
                <c:pt idx="2477">
                  <c:v>2479</c:v>
                </c:pt>
                <c:pt idx="2478">
                  <c:v>2480</c:v>
                </c:pt>
                <c:pt idx="2479">
                  <c:v>2481</c:v>
                </c:pt>
                <c:pt idx="2480">
                  <c:v>2482</c:v>
                </c:pt>
                <c:pt idx="2481">
                  <c:v>2483</c:v>
                </c:pt>
                <c:pt idx="2482">
                  <c:v>2484</c:v>
                </c:pt>
                <c:pt idx="2483">
                  <c:v>2485</c:v>
                </c:pt>
                <c:pt idx="2484">
                  <c:v>2486</c:v>
                </c:pt>
                <c:pt idx="2485">
                  <c:v>2487</c:v>
                </c:pt>
                <c:pt idx="2486">
                  <c:v>2488</c:v>
                </c:pt>
                <c:pt idx="2487">
                  <c:v>2489</c:v>
                </c:pt>
                <c:pt idx="2488">
                  <c:v>2490</c:v>
                </c:pt>
                <c:pt idx="2489">
                  <c:v>2491</c:v>
                </c:pt>
                <c:pt idx="2490">
                  <c:v>2492</c:v>
                </c:pt>
                <c:pt idx="2491">
                  <c:v>2493</c:v>
                </c:pt>
                <c:pt idx="2492">
                  <c:v>2494</c:v>
                </c:pt>
                <c:pt idx="2493">
                  <c:v>2495</c:v>
                </c:pt>
                <c:pt idx="2494">
                  <c:v>2496</c:v>
                </c:pt>
                <c:pt idx="2495">
                  <c:v>2497</c:v>
                </c:pt>
                <c:pt idx="2496">
                  <c:v>2498</c:v>
                </c:pt>
                <c:pt idx="2497">
                  <c:v>2499</c:v>
                </c:pt>
                <c:pt idx="2498">
                  <c:v>2500</c:v>
                </c:pt>
                <c:pt idx="2499">
                  <c:v>2501</c:v>
                </c:pt>
                <c:pt idx="2500">
                  <c:v>2502</c:v>
                </c:pt>
                <c:pt idx="2501">
                  <c:v>2503</c:v>
                </c:pt>
                <c:pt idx="2502">
                  <c:v>2504</c:v>
                </c:pt>
                <c:pt idx="2503">
                  <c:v>2505</c:v>
                </c:pt>
                <c:pt idx="2504">
                  <c:v>2506</c:v>
                </c:pt>
                <c:pt idx="2505">
                  <c:v>2507</c:v>
                </c:pt>
                <c:pt idx="2506">
                  <c:v>2508</c:v>
                </c:pt>
                <c:pt idx="2507">
                  <c:v>2509</c:v>
                </c:pt>
                <c:pt idx="2508">
                  <c:v>2510</c:v>
                </c:pt>
                <c:pt idx="2509">
                  <c:v>2511</c:v>
                </c:pt>
                <c:pt idx="2510">
                  <c:v>2512</c:v>
                </c:pt>
                <c:pt idx="2511">
                  <c:v>2513</c:v>
                </c:pt>
                <c:pt idx="2512">
                  <c:v>2514</c:v>
                </c:pt>
                <c:pt idx="2513">
                  <c:v>2515</c:v>
                </c:pt>
                <c:pt idx="2514">
                  <c:v>2516</c:v>
                </c:pt>
                <c:pt idx="2515">
                  <c:v>2517</c:v>
                </c:pt>
                <c:pt idx="2516">
                  <c:v>2518</c:v>
                </c:pt>
                <c:pt idx="2517">
                  <c:v>2519</c:v>
                </c:pt>
                <c:pt idx="2518">
                  <c:v>2520</c:v>
                </c:pt>
                <c:pt idx="2519">
                  <c:v>2521</c:v>
                </c:pt>
                <c:pt idx="2520">
                  <c:v>2522</c:v>
                </c:pt>
                <c:pt idx="2521">
                  <c:v>2523</c:v>
                </c:pt>
                <c:pt idx="2522">
                  <c:v>2524</c:v>
                </c:pt>
                <c:pt idx="2523">
                  <c:v>2525</c:v>
                </c:pt>
                <c:pt idx="2524">
                  <c:v>2526</c:v>
                </c:pt>
                <c:pt idx="2525">
                  <c:v>2527</c:v>
                </c:pt>
                <c:pt idx="2526">
                  <c:v>2528</c:v>
                </c:pt>
                <c:pt idx="2527">
                  <c:v>2529</c:v>
                </c:pt>
                <c:pt idx="2528">
                  <c:v>2530</c:v>
                </c:pt>
                <c:pt idx="2529">
                  <c:v>2531</c:v>
                </c:pt>
                <c:pt idx="2530">
                  <c:v>2532</c:v>
                </c:pt>
                <c:pt idx="2531">
                  <c:v>2533</c:v>
                </c:pt>
                <c:pt idx="2532">
                  <c:v>2534</c:v>
                </c:pt>
                <c:pt idx="2533">
                  <c:v>2535</c:v>
                </c:pt>
                <c:pt idx="2534">
                  <c:v>2536</c:v>
                </c:pt>
                <c:pt idx="2535">
                  <c:v>2537</c:v>
                </c:pt>
                <c:pt idx="2536">
                  <c:v>2538</c:v>
                </c:pt>
                <c:pt idx="2537">
                  <c:v>2539</c:v>
                </c:pt>
                <c:pt idx="2538">
                  <c:v>2540</c:v>
                </c:pt>
                <c:pt idx="2539">
                  <c:v>2541</c:v>
                </c:pt>
                <c:pt idx="2540">
                  <c:v>2542</c:v>
                </c:pt>
                <c:pt idx="2541">
                  <c:v>2543</c:v>
                </c:pt>
                <c:pt idx="2542">
                  <c:v>2544</c:v>
                </c:pt>
                <c:pt idx="2543">
                  <c:v>2545</c:v>
                </c:pt>
                <c:pt idx="2544">
                  <c:v>2546</c:v>
                </c:pt>
                <c:pt idx="2545">
                  <c:v>2547</c:v>
                </c:pt>
                <c:pt idx="2546">
                  <c:v>2548</c:v>
                </c:pt>
                <c:pt idx="2547">
                  <c:v>2549</c:v>
                </c:pt>
                <c:pt idx="2548">
                  <c:v>2550</c:v>
                </c:pt>
                <c:pt idx="2549">
                  <c:v>2551</c:v>
                </c:pt>
                <c:pt idx="2550">
                  <c:v>2552</c:v>
                </c:pt>
                <c:pt idx="2551">
                  <c:v>2553</c:v>
                </c:pt>
                <c:pt idx="2552">
                  <c:v>2554</c:v>
                </c:pt>
                <c:pt idx="2553">
                  <c:v>2555</c:v>
                </c:pt>
                <c:pt idx="2554">
                  <c:v>2556</c:v>
                </c:pt>
                <c:pt idx="2555">
                  <c:v>2557</c:v>
                </c:pt>
                <c:pt idx="2556">
                  <c:v>2558</c:v>
                </c:pt>
                <c:pt idx="2557">
                  <c:v>2559</c:v>
                </c:pt>
                <c:pt idx="2558">
                  <c:v>2560</c:v>
                </c:pt>
                <c:pt idx="2559">
                  <c:v>2561</c:v>
                </c:pt>
                <c:pt idx="2560">
                  <c:v>2562</c:v>
                </c:pt>
                <c:pt idx="2561">
                  <c:v>2563</c:v>
                </c:pt>
                <c:pt idx="2562">
                  <c:v>2564</c:v>
                </c:pt>
                <c:pt idx="2563">
                  <c:v>2565</c:v>
                </c:pt>
                <c:pt idx="2564">
                  <c:v>2566</c:v>
                </c:pt>
                <c:pt idx="2565">
                  <c:v>2567</c:v>
                </c:pt>
                <c:pt idx="2566">
                  <c:v>2568</c:v>
                </c:pt>
                <c:pt idx="2567">
                  <c:v>2569</c:v>
                </c:pt>
                <c:pt idx="2568">
                  <c:v>2570</c:v>
                </c:pt>
                <c:pt idx="2569">
                  <c:v>2571</c:v>
                </c:pt>
                <c:pt idx="2570">
                  <c:v>2572</c:v>
                </c:pt>
                <c:pt idx="2571">
                  <c:v>2573</c:v>
                </c:pt>
                <c:pt idx="2572">
                  <c:v>2574</c:v>
                </c:pt>
                <c:pt idx="2573">
                  <c:v>2575</c:v>
                </c:pt>
                <c:pt idx="2574">
                  <c:v>2576</c:v>
                </c:pt>
                <c:pt idx="2575">
                  <c:v>2577</c:v>
                </c:pt>
                <c:pt idx="2576">
                  <c:v>2578</c:v>
                </c:pt>
                <c:pt idx="2577">
                  <c:v>2579</c:v>
                </c:pt>
                <c:pt idx="2578">
                  <c:v>2580</c:v>
                </c:pt>
                <c:pt idx="2579">
                  <c:v>2581</c:v>
                </c:pt>
                <c:pt idx="2580">
                  <c:v>2582</c:v>
                </c:pt>
                <c:pt idx="2581">
                  <c:v>2583</c:v>
                </c:pt>
                <c:pt idx="2582">
                  <c:v>2584</c:v>
                </c:pt>
                <c:pt idx="2583">
                  <c:v>2585</c:v>
                </c:pt>
                <c:pt idx="2584">
                  <c:v>2586</c:v>
                </c:pt>
                <c:pt idx="2585">
                  <c:v>2587</c:v>
                </c:pt>
                <c:pt idx="2586">
                  <c:v>2588</c:v>
                </c:pt>
                <c:pt idx="2587">
                  <c:v>2589</c:v>
                </c:pt>
                <c:pt idx="2588">
                  <c:v>2590</c:v>
                </c:pt>
                <c:pt idx="2589">
                  <c:v>2591</c:v>
                </c:pt>
                <c:pt idx="2590">
                  <c:v>2592</c:v>
                </c:pt>
                <c:pt idx="2591">
                  <c:v>2593</c:v>
                </c:pt>
                <c:pt idx="2592">
                  <c:v>2594</c:v>
                </c:pt>
                <c:pt idx="2593">
                  <c:v>2595</c:v>
                </c:pt>
                <c:pt idx="2594">
                  <c:v>2596</c:v>
                </c:pt>
                <c:pt idx="2595">
                  <c:v>2597</c:v>
                </c:pt>
                <c:pt idx="2596">
                  <c:v>2598</c:v>
                </c:pt>
                <c:pt idx="2597">
                  <c:v>2599</c:v>
                </c:pt>
                <c:pt idx="2598">
                  <c:v>2600</c:v>
                </c:pt>
                <c:pt idx="2599">
                  <c:v>2601</c:v>
                </c:pt>
                <c:pt idx="2600">
                  <c:v>2602</c:v>
                </c:pt>
                <c:pt idx="2601">
                  <c:v>2603</c:v>
                </c:pt>
                <c:pt idx="2602">
                  <c:v>2604</c:v>
                </c:pt>
                <c:pt idx="2603">
                  <c:v>2605</c:v>
                </c:pt>
                <c:pt idx="2604">
                  <c:v>2606</c:v>
                </c:pt>
                <c:pt idx="2605">
                  <c:v>2607</c:v>
                </c:pt>
                <c:pt idx="2606">
                  <c:v>2608</c:v>
                </c:pt>
                <c:pt idx="2607">
                  <c:v>2609</c:v>
                </c:pt>
                <c:pt idx="2608">
                  <c:v>2610</c:v>
                </c:pt>
                <c:pt idx="2609">
                  <c:v>2611</c:v>
                </c:pt>
                <c:pt idx="2610">
                  <c:v>2612</c:v>
                </c:pt>
                <c:pt idx="2611">
                  <c:v>2613</c:v>
                </c:pt>
                <c:pt idx="2612">
                  <c:v>2614</c:v>
                </c:pt>
                <c:pt idx="2613">
                  <c:v>2615</c:v>
                </c:pt>
                <c:pt idx="2614">
                  <c:v>2616</c:v>
                </c:pt>
                <c:pt idx="2615">
                  <c:v>2617</c:v>
                </c:pt>
                <c:pt idx="2616">
                  <c:v>2618</c:v>
                </c:pt>
                <c:pt idx="2617">
                  <c:v>2619</c:v>
                </c:pt>
                <c:pt idx="2618">
                  <c:v>2620</c:v>
                </c:pt>
                <c:pt idx="2619">
                  <c:v>2621</c:v>
                </c:pt>
                <c:pt idx="2620">
                  <c:v>2622</c:v>
                </c:pt>
                <c:pt idx="2621">
                  <c:v>2623</c:v>
                </c:pt>
                <c:pt idx="2622">
                  <c:v>2624</c:v>
                </c:pt>
                <c:pt idx="2623">
                  <c:v>2625</c:v>
                </c:pt>
                <c:pt idx="2624">
                  <c:v>2626</c:v>
                </c:pt>
                <c:pt idx="2625">
                  <c:v>2627</c:v>
                </c:pt>
                <c:pt idx="2626">
                  <c:v>2628</c:v>
                </c:pt>
                <c:pt idx="2627">
                  <c:v>2629</c:v>
                </c:pt>
                <c:pt idx="2628">
                  <c:v>2630</c:v>
                </c:pt>
                <c:pt idx="2629">
                  <c:v>2631</c:v>
                </c:pt>
                <c:pt idx="2630">
                  <c:v>2632</c:v>
                </c:pt>
                <c:pt idx="2631">
                  <c:v>2633</c:v>
                </c:pt>
                <c:pt idx="2632">
                  <c:v>2634</c:v>
                </c:pt>
                <c:pt idx="2633">
                  <c:v>2635</c:v>
                </c:pt>
                <c:pt idx="2634">
                  <c:v>2636</c:v>
                </c:pt>
                <c:pt idx="2635">
                  <c:v>2637</c:v>
                </c:pt>
                <c:pt idx="2636">
                  <c:v>2638</c:v>
                </c:pt>
                <c:pt idx="2637">
                  <c:v>2639</c:v>
                </c:pt>
                <c:pt idx="2638">
                  <c:v>2640</c:v>
                </c:pt>
                <c:pt idx="2639">
                  <c:v>2641</c:v>
                </c:pt>
                <c:pt idx="2640">
                  <c:v>2642</c:v>
                </c:pt>
                <c:pt idx="2641">
                  <c:v>2643</c:v>
                </c:pt>
                <c:pt idx="2642">
                  <c:v>2644</c:v>
                </c:pt>
                <c:pt idx="2643">
                  <c:v>2645</c:v>
                </c:pt>
                <c:pt idx="2644">
                  <c:v>2646</c:v>
                </c:pt>
                <c:pt idx="2645">
                  <c:v>2647</c:v>
                </c:pt>
                <c:pt idx="2646">
                  <c:v>2648</c:v>
                </c:pt>
                <c:pt idx="2647">
                  <c:v>2649</c:v>
                </c:pt>
                <c:pt idx="2648">
                  <c:v>2650</c:v>
                </c:pt>
                <c:pt idx="2649">
                  <c:v>2651</c:v>
                </c:pt>
                <c:pt idx="2650">
                  <c:v>2652</c:v>
                </c:pt>
                <c:pt idx="2651">
                  <c:v>2653</c:v>
                </c:pt>
                <c:pt idx="2652">
                  <c:v>2654</c:v>
                </c:pt>
                <c:pt idx="2653">
                  <c:v>2655</c:v>
                </c:pt>
                <c:pt idx="2654">
                  <c:v>2656</c:v>
                </c:pt>
                <c:pt idx="2655">
                  <c:v>2657</c:v>
                </c:pt>
                <c:pt idx="2656">
                  <c:v>2658</c:v>
                </c:pt>
                <c:pt idx="2657">
                  <c:v>2659</c:v>
                </c:pt>
                <c:pt idx="2658">
                  <c:v>2660</c:v>
                </c:pt>
                <c:pt idx="2659">
                  <c:v>2661</c:v>
                </c:pt>
                <c:pt idx="2660">
                  <c:v>2662</c:v>
                </c:pt>
                <c:pt idx="2661">
                  <c:v>2663</c:v>
                </c:pt>
                <c:pt idx="2662">
                  <c:v>2664</c:v>
                </c:pt>
                <c:pt idx="2663">
                  <c:v>2665</c:v>
                </c:pt>
                <c:pt idx="2664">
                  <c:v>2666</c:v>
                </c:pt>
                <c:pt idx="2665">
                  <c:v>2667</c:v>
                </c:pt>
                <c:pt idx="2666">
                  <c:v>2668</c:v>
                </c:pt>
                <c:pt idx="2667">
                  <c:v>2669</c:v>
                </c:pt>
                <c:pt idx="2668">
                  <c:v>2670</c:v>
                </c:pt>
                <c:pt idx="2669">
                  <c:v>2671</c:v>
                </c:pt>
                <c:pt idx="2670">
                  <c:v>2672</c:v>
                </c:pt>
                <c:pt idx="2671">
                  <c:v>2673</c:v>
                </c:pt>
                <c:pt idx="2672">
                  <c:v>2674</c:v>
                </c:pt>
                <c:pt idx="2673">
                  <c:v>2675</c:v>
                </c:pt>
                <c:pt idx="2674">
                  <c:v>2676</c:v>
                </c:pt>
                <c:pt idx="2675">
                  <c:v>2677</c:v>
                </c:pt>
                <c:pt idx="2676">
                  <c:v>2678</c:v>
                </c:pt>
                <c:pt idx="2677">
                  <c:v>2679</c:v>
                </c:pt>
                <c:pt idx="2678">
                  <c:v>2680</c:v>
                </c:pt>
                <c:pt idx="2679">
                  <c:v>2681</c:v>
                </c:pt>
                <c:pt idx="2680">
                  <c:v>2682</c:v>
                </c:pt>
                <c:pt idx="2681">
                  <c:v>2683</c:v>
                </c:pt>
                <c:pt idx="2682">
                  <c:v>2684</c:v>
                </c:pt>
                <c:pt idx="2683">
                  <c:v>2685</c:v>
                </c:pt>
                <c:pt idx="2684">
                  <c:v>2686</c:v>
                </c:pt>
                <c:pt idx="2685">
                  <c:v>2687</c:v>
                </c:pt>
                <c:pt idx="2686">
                  <c:v>2688</c:v>
                </c:pt>
                <c:pt idx="2687">
                  <c:v>2689</c:v>
                </c:pt>
                <c:pt idx="2688">
                  <c:v>2690</c:v>
                </c:pt>
                <c:pt idx="2689">
                  <c:v>2691</c:v>
                </c:pt>
                <c:pt idx="2690">
                  <c:v>2692</c:v>
                </c:pt>
                <c:pt idx="2691">
                  <c:v>2693</c:v>
                </c:pt>
                <c:pt idx="2692">
                  <c:v>2694</c:v>
                </c:pt>
                <c:pt idx="2693">
                  <c:v>2695</c:v>
                </c:pt>
                <c:pt idx="2694">
                  <c:v>2696</c:v>
                </c:pt>
                <c:pt idx="2695">
                  <c:v>2697</c:v>
                </c:pt>
                <c:pt idx="2696">
                  <c:v>2698</c:v>
                </c:pt>
                <c:pt idx="2697">
                  <c:v>2699</c:v>
                </c:pt>
                <c:pt idx="2698">
                  <c:v>2700</c:v>
                </c:pt>
                <c:pt idx="2699">
                  <c:v>2701</c:v>
                </c:pt>
                <c:pt idx="2700">
                  <c:v>2702</c:v>
                </c:pt>
                <c:pt idx="2701">
                  <c:v>2703</c:v>
                </c:pt>
                <c:pt idx="2702">
                  <c:v>2704</c:v>
                </c:pt>
                <c:pt idx="2703">
                  <c:v>2705</c:v>
                </c:pt>
                <c:pt idx="2704">
                  <c:v>2706</c:v>
                </c:pt>
                <c:pt idx="2705">
                  <c:v>2707</c:v>
                </c:pt>
                <c:pt idx="2706">
                  <c:v>2708</c:v>
                </c:pt>
                <c:pt idx="2707">
                  <c:v>2709</c:v>
                </c:pt>
                <c:pt idx="2708">
                  <c:v>2710</c:v>
                </c:pt>
                <c:pt idx="2709">
                  <c:v>2711</c:v>
                </c:pt>
                <c:pt idx="2710">
                  <c:v>2712</c:v>
                </c:pt>
                <c:pt idx="2711">
                  <c:v>2713</c:v>
                </c:pt>
                <c:pt idx="2712">
                  <c:v>2714</c:v>
                </c:pt>
                <c:pt idx="2713">
                  <c:v>2715</c:v>
                </c:pt>
                <c:pt idx="2714">
                  <c:v>2716</c:v>
                </c:pt>
                <c:pt idx="2715">
                  <c:v>2717</c:v>
                </c:pt>
                <c:pt idx="2716">
                  <c:v>2718</c:v>
                </c:pt>
                <c:pt idx="2717">
                  <c:v>2719</c:v>
                </c:pt>
                <c:pt idx="2718">
                  <c:v>2720</c:v>
                </c:pt>
                <c:pt idx="2719">
                  <c:v>2721</c:v>
                </c:pt>
                <c:pt idx="2720">
                  <c:v>2722</c:v>
                </c:pt>
                <c:pt idx="2721">
                  <c:v>2723</c:v>
                </c:pt>
                <c:pt idx="2722">
                  <c:v>2724</c:v>
                </c:pt>
                <c:pt idx="2723">
                  <c:v>2725</c:v>
                </c:pt>
                <c:pt idx="2724">
                  <c:v>2726</c:v>
                </c:pt>
                <c:pt idx="2725">
                  <c:v>2727</c:v>
                </c:pt>
                <c:pt idx="2726">
                  <c:v>2728</c:v>
                </c:pt>
                <c:pt idx="2727">
                  <c:v>2729</c:v>
                </c:pt>
                <c:pt idx="2728">
                  <c:v>2730</c:v>
                </c:pt>
                <c:pt idx="2729">
                  <c:v>2731</c:v>
                </c:pt>
                <c:pt idx="2730">
                  <c:v>2732</c:v>
                </c:pt>
                <c:pt idx="2731">
                  <c:v>2733</c:v>
                </c:pt>
                <c:pt idx="2732">
                  <c:v>2734</c:v>
                </c:pt>
                <c:pt idx="2733">
                  <c:v>2735</c:v>
                </c:pt>
                <c:pt idx="2734">
                  <c:v>2736</c:v>
                </c:pt>
                <c:pt idx="2735">
                  <c:v>2737</c:v>
                </c:pt>
                <c:pt idx="2736">
                  <c:v>2738</c:v>
                </c:pt>
                <c:pt idx="2737">
                  <c:v>2739</c:v>
                </c:pt>
                <c:pt idx="2738">
                  <c:v>2740</c:v>
                </c:pt>
                <c:pt idx="2739">
                  <c:v>2741</c:v>
                </c:pt>
                <c:pt idx="2740">
                  <c:v>2742</c:v>
                </c:pt>
                <c:pt idx="2741">
                  <c:v>2743</c:v>
                </c:pt>
                <c:pt idx="2742">
                  <c:v>2744</c:v>
                </c:pt>
                <c:pt idx="2743">
                  <c:v>2745</c:v>
                </c:pt>
                <c:pt idx="2744">
                  <c:v>2746</c:v>
                </c:pt>
                <c:pt idx="2745">
                  <c:v>2747</c:v>
                </c:pt>
                <c:pt idx="2746">
                  <c:v>2748</c:v>
                </c:pt>
                <c:pt idx="2747">
                  <c:v>2749</c:v>
                </c:pt>
                <c:pt idx="2748">
                  <c:v>2750</c:v>
                </c:pt>
                <c:pt idx="2749">
                  <c:v>2751</c:v>
                </c:pt>
                <c:pt idx="2750">
                  <c:v>2752</c:v>
                </c:pt>
                <c:pt idx="2751">
                  <c:v>2753</c:v>
                </c:pt>
                <c:pt idx="2752">
                  <c:v>2754</c:v>
                </c:pt>
                <c:pt idx="2753">
                  <c:v>2755</c:v>
                </c:pt>
                <c:pt idx="2754">
                  <c:v>2756</c:v>
                </c:pt>
                <c:pt idx="2755">
                  <c:v>2757</c:v>
                </c:pt>
                <c:pt idx="2756">
                  <c:v>2758</c:v>
                </c:pt>
                <c:pt idx="2757">
                  <c:v>2759</c:v>
                </c:pt>
                <c:pt idx="2758">
                  <c:v>2760</c:v>
                </c:pt>
                <c:pt idx="2759">
                  <c:v>2761</c:v>
                </c:pt>
                <c:pt idx="2760">
                  <c:v>2762</c:v>
                </c:pt>
                <c:pt idx="2761">
                  <c:v>2763</c:v>
                </c:pt>
                <c:pt idx="2762">
                  <c:v>2764</c:v>
                </c:pt>
                <c:pt idx="2763">
                  <c:v>2765</c:v>
                </c:pt>
                <c:pt idx="2764">
                  <c:v>2766</c:v>
                </c:pt>
                <c:pt idx="2765">
                  <c:v>2767</c:v>
                </c:pt>
                <c:pt idx="2766">
                  <c:v>2768</c:v>
                </c:pt>
                <c:pt idx="2767">
                  <c:v>2769</c:v>
                </c:pt>
                <c:pt idx="2768">
                  <c:v>2770</c:v>
                </c:pt>
                <c:pt idx="2769">
                  <c:v>2771</c:v>
                </c:pt>
                <c:pt idx="2770">
                  <c:v>2772</c:v>
                </c:pt>
                <c:pt idx="2771">
                  <c:v>2773</c:v>
                </c:pt>
                <c:pt idx="2772">
                  <c:v>2774</c:v>
                </c:pt>
                <c:pt idx="2773">
                  <c:v>2775</c:v>
                </c:pt>
                <c:pt idx="2774">
                  <c:v>2776</c:v>
                </c:pt>
                <c:pt idx="2775">
                  <c:v>2777</c:v>
                </c:pt>
                <c:pt idx="2776">
                  <c:v>2778</c:v>
                </c:pt>
                <c:pt idx="2777">
                  <c:v>2779</c:v>
                </c:pt>
                <c:pt idx="2778">
                  <c:v>2780</c:v>
                </c:pt>
                <c:pt idx="2779">
                  <c:v>2781</c:v>
                </c:pt>
                <c:pt idx="2780">
                  <c:v>2782</c:v>
                </c:pt>
                <c:pt idx="2781">
                  <c:v>2783</c:v>
                </c:pt>
                <c:pt idx="2782">
                  <c:v>2784</c:v>
                </c:pt>
                <c:pt idx="2783">
                  <c:v>2785</c:v>
                </c:pt>
                <c:pt idx="2784">
                  <c:v>2786</c:v>
                </c:pt>
                <c:pt idx="2785">
                  <c:v>2787</c:v>
                </c:pt>
                <c:pt idx="2786">
                  <c:v>2788</c:v>
                </c:pt>
                <c:pt idx="2787">
                  <c:v>2789</c:v>
                </c:pt>
                <c:pt idx="2788">
                  <c:v>2790</c:v>
                </c:pt>
                <c:pt idx="2789">
                  <c:v>2791</c:v>
                </c:pt>
                <c:pt idx="2790">
                  <c:v>2792</c:v>
                </c:pt>
                <c:pt idx="2791">
                  <c:v>2793</c:v>
                </c:pt>
                <c:pt idx="2792">
                  <c:v>2794</c:v>
                </c:pt>
                <c:pt idx="2793">
                  <c:v>2795</c:v>
                </c:pt>
                <c:pt idx="2794">
                  <c:v>2796</c:v>
                </c:pt>
                <c:pt idx="2795">
                  <c:v>2797</c:v>
                </c:pt>
                <c:pt idx="2796">
                  <c:v>2798</c:v>
                </c:pt>
                <c:pt idx="2797">
                  <c:v>2799</c:v>
                </c:pt>
                <c:pt idx="2798">
                  <c:v>2800</c:v>
                </c:pt>
                <c:pt idx="2799">
                  <c:v>2801</c:v>
                </c:pt>
                <c:pt idx="2800">
                  <c:v>2802</c:v>
                </c:pt>
                <c:pt idx="2801">
                  <c:v>2803</c:v>
                </c:pt>
                <c:pt idx="2802">
                  <c:v>2804</c:v>
                </c:pt>
                <c:pt idx="2803">
                  <c:v>2805</c:v>
                </c:pt>
                <c:pt idx="2804">
                  <c:v>2806</c:v>
                </c:pt>
                <c:pt idx="2805">
                  <c:v>2807</c:v>
                </c:pt>
                <c:pt idx="2806">
                  <c:v>2808</c:v>
                </c:pt>
                <c:pt idx="2807">
                  <c:v>2809</c:v>
                </c:pt>
                <c:pt idx="2808">
                  <c:v>2810</c:v>
                </c:pt>
                <c:pt idx="2809">
                  <c:v>2811</c:v>
                </c:pt>
                <c:pt idx="2810">
                  <c:v>2812</c:v>
                </c:pt>
                <c:pt idx="2811">
                  <c:v>2813</c:v>
                </c:pt>
                <c:pt idx="2812">
                  <c:v>2814</c:v>
                </c:pt>
                <c:pt idx="2813">
                  <c:v>2815</c:v>
                </c:pt>
                <c:pt idx="2814">
                  <c:v>2816</c:v>
                </c:pt>
                <c:pt idx="2815">
                  <c:v>2817</c:v>
                </c:pt>
                <c:pt idx="2816">
                  <c:v>2818</c:v>
                </c:pt>
                <c:pt idx="2817">
                  <c:v>2819</c:v>
                </c:pt>
                <c:pt idx="2818">
                  <c:v>2820</c:v>
                </c:pt>
                <c:pt idx="2819">
                  <c:v>2821</c:v>
                </c:pt>
                <c:pt idx="2820">
                  <c:v>2822</c:v>
                </c:pt>
                <c:pt idx="2821">
                  <c:v>2823</c:v>
                </c:pt>
                <c:pt idx="2822">
                  <c:v>2824</c:v>
                </c:pt>
                <c:pt idx="2823">
                  <c:v>2825</c:v>
                </c:pt>
                <c:pt idx="2824">
                  <c:v>2826</c:v>
                </c:pt>
                <c:pt idx="2825">
                  <c:v>2827</c:v>
                </c:pt>
                <c:pt idx="2826">
                  <c:v>2828</c:v>
                </c:pt>
                <c:pt idx="2827">
                  <c:v>2829</c:v>
                </c:pt>
                <c:pt idx="2828">
                  <c:v>2830</c:v>
                </c:pt>
                <c:pt idx="2829">
                  <c:v>2831</c:v>
                </c:pt>
                <c:pt idx="2830">
                  <c:v>2832</c:v>
                </c:pt>
                <c:pt idx="2831">
                  <c:v>2833</c:v>
                </c:pt>
                <c:pt idx="2832">
                  <c:v>2834</c:v>
                </c:pt>
                <c:pt idx="2833">
                  <c:v>2835</c:v>
                </c:pt>
                <c:pt idx="2834">
                  <c:v>2836</c:v>
                </c:pt>
                <c:pt idx="2835">
                  <c:v>2837</c:v>
                </c:pt>
                <c:pt idx="2836">
                  <c:v>2838</c:v>
                </c:pt>
                <c:pt idx="2837">
                  <c:v>2839</c:v>
                </c:pt>
                <c:pt idx="2838">
                  <c:v>2840</c:v>
                </c:pt>
                <c:pt idx="2839">
                  <c:v>2841</c:v>
                </c:pt>
                <c:pt idx="2840">
                  <c:v>2842</c:v>
                </c:pt>
                <c:pt idx="2841">
                  <c:v>2843</c:v>
                </c:pt>
                <c:pt idx="2842">
                  <c:v>2844</c:v>
                </c:pt>
                <c:pt idx="2843">
                  <c:v>2845</c:v>
                </c:pt>
                <c:pt idx="2844">
                  <c:v>2846</c:v>
                </c:pt>
                <c:pt idx="2845">
                  <c:v>2847</c:v>
                </c:pt>
                <c:pt idx="2846">
                  <c:v>2848</c:v>
                </c:pt>
                <c:pt idx="2847">
                  <c:v>2849</c:v>
                </c:pt>
                <c:pt idx="2848">
                  <c:v>2850</c:v>
                </c:pt>
                <c:pt idx="2849">
                  <c:v>2851</c:v>
                </c:pt>
                <c:pt idx="2850">
                  <c:v>2852</c:v>
                </c:pt>
                <c:pt idx="2851">
                  <c:v>2853</c:v>
                </c:pt>
                <c:pt idx="2852">
                  <c:v>2854</c:v>
                </c:pt>
                <c:pt idx="2853">
                  <c:v>2855</c:v>
                </c:pt>
                <c:pt idx="2854">
                  <c:v>2856</c:v>
                </c:pt>
                <c:pt idx="2855">
                  <c:v>2857</c:v>
                </c:pt>
                <c:pt idx="2856">
                  <c:v>2858</c:v>
                </c:pt>
                <c:pt idx="2857">
                  <c:v>2859</c:v>
                </c:pt>
                <c:pt idx="2858">
                  <c:v>2860</c:v>
                </c:pt>
                <c:pt idx="2859">
                  <c:v>2861</c:v>
                </c:pt>
                <c:pt idx="2860">
                  <c:v>2862</c:v>
                </c:pt>
                <c:pt idx="2861">
                  <c:v>2863</c:v>
                </c:pt>
                <c:pt idx="2862">
                  <c:v>2864</c:v>
                </c:pt>
                <c:pt idx="2863">
                  <c:v>2865</c:v>
                </c:pt>
                <c:pt idx="2864">
                  <c:v>2866</c:v>
                </c:pt>
                <c:pt idx="2865">
                  <c:v>2867</c:v>
                </c:pt>
                <c:pt idx="2866">
                  <c:v>2868</c:v>
                </c:pt>
                <c:pt idx="2867">
                  <c:v>2869</c:v>
                </c:pt>
                <c:pt idx="2868">
                  <c:v>2870</c:v>
                </c:pt>
                <c:pt idx="2869">
                  <c:v>2871</c:v>
                </c:pt>
                <c:pt idx="2870">
                  <c:v>2872</c:v>
                </c:pt>
                <c:pt idx="2871">
                  <c:v>2873</c:v>
                </c:pt>
                <c:pt idx="2872">
                  <c:v>2874</c:v>
                </c:pt>
                <c:pt idx="2873">
                  <c:v>2875</c:v>
                </c:pt>
                <c:pt idx="2874">
                  <c:v>2876</c:v>
                </c:pt>
                <c:pt idx="2875">
                  <c:v>2877</c:v>
                </c:pt>
                <c:pt idx="2876">
                  <c:v>2878</c:v>
                </c:pt>
                <c:pt idx="2877">
                  <c:v>2879</c:v>
                </c:pt>
                <c:pt idx="2878">
                  <c:v>2880</c:v>
                </c:pt>
                <c:pt idx="2879">
                  <c:v>2881</c:v>
                </c:pt>
                <c:pt idx="2880">
                  <c:v>2882</c:v>
                </c:pt>
                <c:pt idx="2881">
                  <c:v>2883</c:v>
                </c:pt>
                <c:pt idx="2882">
                  <c:v>2884</c:v>
                </c:pt>
                <c:pt idx="2883">
                  <c:v>2885</c:v>
                </c:pt>
                <c:pt idx="2884">
                  <c:v>2886</c:v>
                </c:pt>
                <c:pt idx="2885">
                  <c:v>2887</c:v>
                </c:pt>
                <c:pt idx="2886">
                  <c:v>2888</c:v>
                </c:pt>
                <c:pt idx="2887">
                  <c:v>2889</c:v>
                </c:pt>
                <c:pt idx="2888">
                  <c:v>2890</c:v>
                </c:pt>
                <c:pt idx="2889">
                  <c:v>2891</c:v>
                </c:pt>
                <c:pt idx="2890">
                  <c:v>2892</c:v>
                </c:pt>
                <c:pt idx="2891">
                  <c:v>2893</c:v>
                </c:pt>
                <c:pt idx="2892">
                  <c:v>2894</c:v>
                </c:pt>
                <c:pt idx="2893">
                  <c:v>2895</c:v>
                </c:pt>
                <c:pt idx="2894">
                  <c:v>2896</c:v>
                </c:pt>
                <c:pt idx="2895">
                  <c:v>2897</c:v>
                </c:pt>
                <c:pt idx="2896">
                  <c:v>2898</c:v>
                </c:pt>
                <c:pt idx="2897">
                  <c:v>2899</c:v>
                </c:pt>
                <c:pt idx="2898">
                  <c:v>2900</c:v>
                </c:pt>
                <c:pt idx="2899">
                  <c:v>2901</c:v>
                </c:pt>
                <c:pt idx="2900">
                  <c:v>2902</c:v>
                </c:pt>
                <c:pt idx="2901">
                  <c:v>2903</c:v>
                </c:pt>
                <c:pt idx="2902">
                  <c:v>2904</c:v>
                </c:pt>
                <c:pt idx="2903">
                  <c:v>2905</c:v>
                </c:pt>
                <c:pt idx="2904">
                  <c:v>2906</c:v>
                </c:pt>
                <c:pt idx="2905">
                  <c:v>2907</c:v>
                </c:pt>
                <c:pt idx="2906">
                  <c:v>2908</c:v>
                </c:pt>
                <c:pt idx="2907">
                  <c:v>2909</c:v>
                </c:pt>
                <c:pt idx="2908">
                  <c:v>2910</c:v>
                </c:pt>
                <c:pt idx="2909">
                  <c:v>2911</c:v>
                </c:pt>
                <c:pt idx="2910">
                  <c:v>2912</c:v>
                </c:pt>
                <c:pt idx="2911">
                  <c:v>2913</c:v>
                </c:pt>
                <c:pt idx="2912">
                  <c:v>2914</c:v>
                </c:pt>
                <c:pt idx="2913">
                  <c:v>2915</c:v>
                </c:pt>
                <c:pt idx="2914">
                  <c:v>2916</c:v>
                </c:pt>
                <c:pt idx="2915">
                  <c:v>2917</c:v>
                </c:pt>
                <c:pt idx="2916">
                  <c:v>2918</c:v>
                </c:pt>
                <c:pt idx="2917">
                  <c:v>2919</c:v>
                </c:pt>
                <c:pt idx="2918">
                  <c:v>2920</c:v>
                </c:pt>
                <c:pt idx="2919">
                  <c:v>2921</c:v>
                </c:pt>
                <c:pt idx="2920">
                  <c:v>2922</c:v>
                </c:pt>
                <c:pt idx="2921">
                  <c:v>2923</c:v>
                </c:pt>
                <c:pt idx="2922">
                  <c:v>2924</c:v>
                </c:pt>
                <c:pt idx="2923">
                  <c:v>2925</c:v>
                </c:pt>
                <c:pt idx="2924">
                  <c:v>2926</c:v>
                </c:pt>
                <c:pt idx="2925">
                  <c:v>2927</c:v>
                </c:pt>
                <c:pt idx="2926">
                  <c:v>2928</c:v>
                </c:pt>
                <c:pt idx="2927">
                  <c:v>2929</c:v>
                </c:pt>
                <c:pt idx="2928">
                  <c:v>2930</c:v>
                </c:pt>
                <c:pt idx="2929">
                  <c:v>2931</c:v>
                </c:pt>
                <c:pt idx="2930">
                  <c:v>2932</c:v>
                </c:pt>
                <c:pt idx="2931">
                  <c:v>2933</c:v>
                </c:pt>
                <c:pt idx="2932">
                  <c:v>2934</c:v>
                </c:pt>
                <c:pt idx="2933">
                  <c:v>2935</c:v>
                </c:pt>
                <c:pt idx="2934">
                  <c:v>2936</c:v>
                </c:pt>
                <c:pt idx="2935">
                  <c:v>2937</c:v>
                </c:pt>
                <c:pt idx="2936">
                  <c:v>2938</c:v>
                </c:pt>
                <c:pt idx="2937">
                  <c:v>2939</c:v>
                </c:pt>
                <c:pt idx="2938">
                  <c:v>2940</c:v>
                </c:pt>
                <c:pt idx="2939">
                  <c:v>2941</c:v>
                </c:pt>
                <c:pt idx="2940">
                  <c:v>2942</c:v>
                </c:pt>
                <c:pt idx="2941">
                  <c:v>2943</c:v>
                </c:pt>
                <c:pt idx="2942">
                  <c:v>2944</c:v>
                </c:pt>
                <c:pt idx="2943">
                  <c:v>2945</c:v>
                </c:pt>
                <c:pt idx="2944">
                  <c:v>2946</c:v>
                </c:pt>
                <c:pt idx="2945">
                  <c:v>2947</c:v>
                </c:pt>
                <c:pt idx="2946">
                  <c:v>2948</c:v>
                </c:pt>
                <c:pt idx="2947">
                  <c:v>2949</c:v>
                </c:pt>
                <c:pt idx="2948">
                  <c:v>2950</c:v>
                </c:pt>
                <c:pt idx="2949">
                  <c:v>2951</c:v>
                </c:pt>
                <c:pt idx="2950">
                  <c:v>2952</c:v>
                </c:pt>
                <c:pt idx="2951">
                  <c:v>2953</c:v>
                </c:pt>
                <c:pt idx="2952">
                  <c:v>2954</c:v>
                </c:pt>
                <c:pt idx="2953">
                  <c:v>2955</c:v>
                </c:pt>
                <c:pt idx="2954">
                  <c:v>2956</c:v>
                </c:pt>
                <c:pt idx="2955">
                  <c:v>2957</c:v>
                </c:pt>
                <c:pt idx="2956">
                  <c:v>2958</c:v>
                </c:pt>
                <c:pt idx="2957">
                  <c:v>2959</c:v>
                </c:pt>
                <c:pt idx="2958">
                  <c:v>2960</c:v>
                </c:pt>
                <c:pt idx="2959">
                  <c:v>2961</c:v>
                </c:pt>
                <c:pt idx="2960">
                  <c:v>2962</c:v>
                </c:pt>
                <c:pt idx="2961">
                  <c:v>2963</c:v>
                </c:pt>
                <c:pt idx="2962">
                  <c:v>2964</c:v>
                </c:pt>
                <c:pt idx="2963">
                  <c:v>2965</c:v>
                </c:pt>
                <c:pt idx="2964">
                  <c:v>2966</c:v>
                </c:pt>
                <c:pt idx="2965">
                  <c:v>2967</c:v>
                </c:pt>
                <c:pt idx="2966">
                  <c:v>2968</c:v>
                </c:pt>
                <c:pt idx="2967">
                  <c:v>2969</c:v>
                </c:pt>
                <c:pt idx="2968">
                  <c:v>2970</c:v>
                </c:pt>
                <c:pt idx="2969">
                  <c:v>2971</c:v>
                </c:pt>
                <c:pt idx="2970">
                  <c:v>2972</c:v>
                </c:pt>
                <c:pt idx="2971">
                  <c:v>2973</c:v>
                </c:pt>
                <c:pt idx="2972">
                  <c:v>2974</c:v>
                </c:pt>
                <c:pt idx="2973">
                  <c:v>2975</c:v>
                </c:pt>
                <c:pt idx="2974">
                  <c:v>2976</c:v>
                </c:pt>
                <c:pt idx="2975">
                  <c:v>2977</c:v>
                </c:pt>
                <c:pt idx="2976">
                  <c:v>2978</c:v>
                </c:pt>
                <c:pt idx="2977">
                  <c:v>2979</c:v>
                </c:pt>
                <c:pt idx="2978">
                  <c:v>2980</c:v>
                </c:pt>
                <c:pt idx="2979">
                  <c:v>2981</c:v>
                </c:pt>
                <c:pt idx="2980">
                  <c:v>2982</c:v>
                </c:pt>
                <c:pt idx="2981">
                  <c:v>2983</c:v>
                </c:pt>
                <c:pt idx="2982">
                  <c:v>2984</c:v>
                </c:pt>
                <c:pt idx="2983">
                  <c:v>2985</c:v>
                </c:pt>
                <c:pt idx="2984">
                  <c:v>2986</c:v>
                </c:pt>
                <c:pt idx="2985">
                  <c:v>2987</c:v>
                </c:pt>
                <c:pt idx="2986">
                  <c:v>2988</c:v>
                </c:pt>
                <c:pt idx="2987">
                  <c:v>2989</c:v>
                </c:pt>
                <c:pt idx="2988">
                  <c:v>2990</c:v>
                </c:pt>
                <c:pt idx="2989">
                  <c:v>2991</c:v>
                </c:pt>
                <c:pt idx="2990">
                  <c:v>2992</c:v>
                </c:pt>
                <c:pt idx="2991">
                  <c:v>2993</c:v>
                </c:pt>
                <c:pt idx="2992">
                  <c:v>2994</c:v>
                </c:pt>
                <c:pt idx="2993">
                  <c:v>2995</c:v>
                </c:pt>
                <c:pt idx="2994">
                  <c:v>2996</c:v>
                </c:pt>
                <c:pt idx="2995">
                  <c:v>2997</c:v>
                </c:pt>
                <c:pt idx="2996">
                  <c:v>2998</c:v>
                </c:pt>
                <c:pt idx="2997">
                  <c:v>2999</c:v>
                </c:pt>
                <c:pt idx="2998">
                  <c:v>3000</c:v>
                </c:pt>
                <c:pt idx="2999">
                  <c:v>3001</c:v>
                </c:pt>
                <c:pt idx="3000">
                  <c:v>3002</c:v>
                </c:pt>
                <c:pt idx="3001">
                  <c:v>3003</c:v>
                </c:pt>
                <c:pt idx="3002">
                  <c:v>3004</c:v>
                </c:pt>
                <c:pt idx="3003">
                  <c:v>3005</c:v>
                </c:pt>
                <c:pt idx="3004">
                  <c:v>3006</c:v>
                </c:pt>
                <c:pt idx="3005">
                  <c:v>3007</c:v>
                </c:pt>
                <c:pt idx="3006">
                  <c:v>3008</c:v>
                </c:pt>
                <c:pt idx="3007">
                  <c:v>3009</c:v>
                </c:pt>
                <c:pt idx="3008">
                  <c:v>3010</c:v>
                </c:pt>
                <c:pt idx="3009">
                  <c:v>3011</c:v>
                </c:pt>
                <c:pt idx="3010">
                  <c:v>3012</c:v>
                </c:pt>
                <c:pt idx="3011">
                  <c:v>3013</c:v>
                </c:pt>
                <c:pt idx="3012">
                  <c:v>3014</c:v>
                </c:pt>
                <c:pt idx="3013">
                  <c:v>3015</c:v>
                </c:pt>
                <c:pt idx="3014">
                  <c:v>3016</c:v>
                </c:pt>
                <c:pt idx="3015">
                  <c:v>3017</c:v>
                </c:pt>
                <c:pt idx="3016">
                  <c:v>3018</c:v>
                </c:pt>
                <c:pt idx="3017">
                  <c:v>3019</c:v>
                </c:pt>
                <c:pt idx="3018">
                  <c:v>3020</c:v>
                </c:pt>
                <c:pt idx="3019">
                  <c:v>3021</c:v>
                </c:pt>
                <c:pt idx="3020">
                  <c:v>3022</c:v>
                </c:pt>
                <c:pt idx="3021">
                  <c:v>3023</c:v>
                </c:pt>
                <c:pt idx="3022">
                  <c:v>3024</c:v>
                </c:pt>
                <c:pt idx="3023">
                  <c:v>3025</c:v>
                </c:pt>
                <c:pt idx="3024">
                  <c:v>3026</c:v>
                </c:pt>
                <c:pt idx="3025">
                  <c:v>3027</c:v>
                </c:pt>
                <c:pt idx="3026">
                  <c:v>3028</c:v>
                </c:pt>
                <c:pt idx="3027">
                  <c:v>3029</c:v>
                </c:pt>
                <c:pt idx="3028">
                  <c:v>3030</c:v>
                </c:pt>
                <c:pt idx="3029">
                  <c:v>3031</c:v>
                </c:pt>
                <c:pt idx="3030">
                  <c:v>3032</c:v>
                </c:pt>
                <c:pt idx="3031">
                  <c:v>3033</c:v>
                </c:pt>
                <c:pt idx="3032">
                  <c:v>3034</c:v>
                </c:pt>
                <c:pt idx="3033">
                  <c:v>3035</c:v>
                </c:pt>
                <c:pt idx="3034">
                  <c:v>3036</c:v>
                </c:pt>
                <c:pt idx="3035">
                  <c:v>3037</c:v>
                </c:pt>
                <c:pt idx="3036">
                  <c:v>3038</c:v>
                </c:pt>
                <c:pt idx="3037">
                  <c:v>3039</c:v>
                </c:pt>
                <c:pt idx="3038">
                  <c:v>3040</c:v>
                </c:pt>
                <c:pt idx="3039">
                  <c:v>3041</c:v>
                </c:pt>
                <c:pt idx="3040">
                  <c:v>3042</c:v>
                </c:pt>
                <c:pt idx="3041">
                  <c:v>3043</c:v>
                </c:pt>
                <c:pt idx="3042">
                  <c:v>3044</c:v>
                </c:pt>
                <c:pt idx="3043">
                  <c:v>3045</c:v>
                </c:pt>
                <c:pt idx="3044">
                  <c:v>3046</c:v>
                </c:pt>
                <c:pt idx="3045">
                  <c:v>3047</c:v>
                </c:pt>
                <c:pt idx="3046">
                  <c:v>3048</c:v>
                </c:pt>
                <c:pt idx="3047">
                  <c:v>3049</c:v>
                </c:pt>
                <c:pt idx="3048">
                  <c:v>3050</c:v>
                </c:pt>
                <c:pt idx="3049">
                  <c:v>3051</c:v>
                </c:pt>
                <c:pt idx="3050">
                  <c:v>3052</c:v>
                </c:pt>
                <c:pt idx="3051">
                  <c:v>3053</c:v>
                </c:pt>
                <c:pt idx="3052">
                  <c:v>3054</c:v>
                </c:pt>
                <c:pt idx="3053">
                  <c:v>3055</c:v>
                </c:pt>
                <c:pt idx="3054">
                  <c:v>3056</c:v>
                </c:pt>
                <c:pt idx="3055">
                  <c:v>3057</c:v>
                </c:pt>
                <c:pt idx="3056">
                  <c:v>3058</c:v>
                </c:pt>
                <c:pt idx="3057">
                  <c:v>3059</c:v>
                </c:pt>
                <c:pt idx="3058">
                  <c:v>3060</c:v>
                </c:pt>
                <c:pt idx="3059">
                  <c:v>3061</c:v>
                </c:pt>
                <c:pt idx="3060">
                  <c:v>3062</c:v>
                </c:pt>
                <c:pt idx="3061">
                  <c:v>3063</c:v>
                </c:pt>
                <c:pt idx="3062">
                  <c:v>3064</c:v>
                </c:pt>
                <c:pt idx="3063">
                  <c:v>3065</c:v>
                </c:pt>
                <c:pt idx="3064">
                  <c:v>3066</c:v>
                </c:pt>
                <c:pt idx="3065">
                  <c:v>3067</c:v>
                </c:pt>
                <c:pt idx="3066">
                  <c:v>3068</c:v>
                </c:pt>
                <c:pt idx="3067">
                  <c:v>3069</c:v>
                </c:pt>
                <c:pt idx="3068">
                  <c:v>3070</c:v>
                </c:pt>
                <c:pt idx="3069">
                  <c:v>3071</c:v>
                </c:pt>
                <c:pt idx="3070">
                  <c:v>3072</c:v>
                </c:pt>
                <c:pt idx="3071">
                  <c:v>3073</c:v>
                </c:pt>
                <c:pt idx="3072">
                  <c:v>3074</c:v>
                </c:pt>
                <c:pt idx="3073">
                  <c:v>3075</c:v>
                </c:pt>
                <c:pt idx="3074">
                  <c:v>3076</c:v>
                </c:pt>
                <c:pt idx="3075">
                  <c:v>3077</c:v>
                </c:pt>
                <c:pt idx="3076">
                  <c:v>3078</c:v>
                </c:pt>
                <c:pt idx="3077">
                  <c:v>3079</c:v>
                </c:pt>
                <c:pt idx="3078">
                  <c:v>3080</c:v>
                </c:pt>
                <c:pt idx="3079">
                  <c:v>3081</c:v>
                </c:pt>
                <c:pt idx="3080">
                  <c:v>3082</c:v>
                </c:pt>
                <c:pt idx="3081">
                  <c:v>3083</c:v>
                </c:pt>
                <c:pt idx="3082">
                  <c:v>3084</c:v>
                </c:pt>
                <c:pt idx="3083">
                  <c:v>3085</c:v>
                </c:pt>
                <c:pt idx="3084">
                  <c:v>3086</c:v>
                </c:pt>
                <c:pt idx="3085">
                  <c:v>3087</c:v>
                </c:pt>
                <c:pt idx="3086">
                  <c:v>3088</c:v>
                </c:pt>
                <c:pt idx="3087">
                  <c:v>3089</c:v>
                </c:pt>
                <c:pt idx="3088">
                  <c:v>3090</c:v>
                </c:pt>
                <c:pt idx="3089">
                  <c:v>3091</c:v>
                </c:pt>
                <c:pt idx="3090">
                  <c:v>3092</c:v>
                </c:pt>
                <c:pt idx="3091">
                  <c:v>3093</c:v>
                </c:pt>
                <c:pt idx="3092">
                  <c:v>3094</c:v>
                </c:pt>
                <c:pt idx="3093">
                  <c:v>3095</c:v>
                </c:pt>
                <c:pt idx="3094">
                  <c:v>3096</c:v>
                </c:pt>
                <c:pt idx="3095">
                  <c:v>3097</c:v>
                </c:pt>
                <c:pt idx="3096">
                  <c:v>3098</c:v>
                </c:pt>
                <c:pt idx="3097">
                  <c:v>3099</c:v>
                </c:pt>
                <c:pt idx="3098">
                  <c:v>3100</c:v>
                </c:pt>
                <c:pt idx="3099">
                  <c:v>3101</c:v>
                </c:pt>
                <c:pt idx="3100">
                  <c:v>3102</c:v>
                </c:pt>
                <c:pt idx="3101">
                  <c:v>3103</c:v>
                </c:pt>
                <c:pt idx="3102">
                  <c:v>3104</c:v>
                </c:pt>
                <c:pt idx="3103">
                  <c:v>3105</c:v>
                </c:pt>
                <c:pt idx="3104">
                  <c:v>3106</c:v>
                </c:pt>
                <c:pt idx="3105">
                  <c:v>3107</c:v>
                </c:pt>
                <c:pt idx="3106">
                  <c:v>3108</c:v>
                </c:pt>
                <c:pt idx="3107">
                  <c:v>3109</c:v>
                </c:pt>
                <c:pt idx="3108">
                  <c:v>3110</c:v>
                </c:pt>
                <c:pt idx="3109">
                  <c:v>3111</c:v>
                </c:pt>
                <c:pt idx="3110">
                  <c:v>3112</c:v>
                </c:pt>
                <c:pt idx="3111">
                  <c:v>3113</c:v>
                </c:pt>
                <c:pt idx="3112">
                  <c:v>3114</c:v>
                </c:pt>
                <c:pt idx="3113">
                  <c:v>3115</c:v>
                </c:pt>
                <c:pt idx="3114">
                  <c:v>3116</c:v>
                </c:pt>
                <c:pt idx="3115">
                  <c:v>3117</c:v>
                </c:pt>
                <c:pt idx="3116">
                  <c:v>3118</c:v>
                </c:pt>
                <c:pt idx="3117">
                  <c:v>3119</c:v>
                </c:pt>
                <c:pt idx="3118">
                  <c:v>3120</c:v>
                </c:pt>
                <c:pt idx="3119">
                  <c:v>3121</c:v>
                </c:pt>
                <c:pt idx="3120">
                  <c:v>3122</c:v>
                </c:pt>
                <c:pt idx="3121">
                  <c:v>3123</c:v>
                </c:pt>
                <c:pt idx="3122">
                  <c:v>3124</c:v>
                </c:pt>
                <c:pt idx="3123">
                  <c:v>3125</c:v>
                </c:pt>
                <c:pt idx="3124">
                  <c:v>3126</c:v>
                </c:pt>
                <c:pt idx="3125">
                  <c:v>3127</c:v>
                </c:pt>
                <c:pt idx="3126">
                  <c:v>3128</c:v>
                </c:pt>
                <c:pt idx="3127">
                  <c:v>3129</c:v>
                </c:pt>
                <c:pt idx="3128">
                  <c:v>3130</c:v>
                </c:pt>
                <c:pt idx="3129">
                  <c:v>3131</c:v>
                </c:pt>
                <c:pt idx="3130">
                  <c:v>3132</c:v>
                </c:pt>
                <c:pt idx="3131">
                  <c:v>3133</c:v>
                </c:pt>
                <c:pt idx="3132">
                  <c:v>3134</c:v>
                </c:pt>
                <c:pt idx="3133">
                  <c:v>3135</c:v>
                </c:pt>
                <c:pt idx="3134">
                  <c:v>3136</c:v>
                </c:pt>
                <c:pt idx="3135">
                  <c:v>3137</c:v>
                </c:pt>
                <c:pt idx="3136">
                  <c:v>3138</c:v>
                </c:pt>
                <c:pt idx="3137">
                  <c:v>3139</c:v>
                </c:pt>
                <c:pt idx="3138">
                  <c:v>3140</c:v>
                </c:pt>
                <c:pt idx="3139">
                  <c:v>3141</c:v>
                </c:pt>
                <c:pt idx="3140">
                  <c:v>3142</c:v>
                </c:pt>
                <c:pt idx="3141">
                  <c:v>3143</c:v>
                </c:pt>
                <c:pt idx="3142">
                  <c:v>3144</c:v>
                </c:pt>
                <c:pt idx="3143">
                  <c:v>3145</c:v>
                </c:pt>
                <c:pt idx="3144">
                  <c:v>3146</c:v>
                </c:pt>
                <c:pt idx="3145">
                  <c:v>3147</c:v>
                </c:pt>
                <c:pt idx="3146">
                  <c:v>3148</c:v>
                </c:pt>
                <c:pt idx="3147">
                  <c:v>3149</c:v>
                </c:pt>
                <c:pt idx="3148">
                  <c:v>3150</c:v>
                </c:pt>
                <c:pt idx="3149">
                  <c:v>3151</c:v>
                </c:pt>
                <c:pt idx="3150">
                  <c:v>3152</c:v>
                </c:pt>
                <c:pt idx="3151">
                  <c:v>3153</c:v>
                </c:pt>
                <c:pt idx="3152">
                  <c:v>3154</c:v>
                </c:pt>
                <c:pt idx="3153">
                  <c:v>3155</c:v>
                </c:pt>
                <c:pt idx="3154">
                  <c:v>3156</c:v>
                </c:pt>
                <c:pt idx="3155">
                  <c:v>3157</c:v>
                </c:pt>
                <c:pt idx="3156">
                  <c:v>3158</c:v>
                </c:pt>
                <c:pt idx="3157">
                  <c:v>3159</c:v>
                </c:pt>
                <c:pt idx="3158">
                  <c:v>3160</c:v>
                </c:pt>
                <c:pt idx="3159">
                  <c:v>3161</c:v>
                </c:pt>
                <c:pt idx="3160">
                  <c:v>3162</c:v>
                </c:pt>
                <c:pt idx="3161">
                  <c:v>3163</c:v>
                </c:pt>
                <c:pt idx="3162">
                  <c:v>3164</c:v>
                </c:pt>
                <c:pt idx="3163">
                  <c:v>3165</c:v>
                </c:pt>
                <c:pt idx="3164">
                  <c:v>3166</c:v>
                </c:pt>
                <c:pt idx="3165">
                  <c:v>3167</c:v>
                </c:pt>
                <c:pt idx="3166">
                  <c:v>3168</c:v>
                </c:pt>
                <c:pt idx="3167">
                  <c:v>3169</c:v>
                </c:pt>
                <c:pt idx="3168">
                  <c:v>3170</c:v>
                </c:pt>
                <c:pt idx="3169">
                  <c:v>3171</c:v>
                </c:pt>
                <c:pt idx="3170">
                  <c:v>3172</c:v>
                </c:pt>
                <c:pt idx="3171">
                  <c:v>3173</c:v>
                </c:pt>
                <c:pt idx="3172">
                  <c:v>3174</c:v>
                </c:pt>
                <c:pt idx="3173">
                  <c:v>3175</c:v>
                </c:pt>
                <c:pt idx="3174">
                  <c:v>3176</c:v>
                </c:pt>
                <c:pt idx="3175">
                  <c:v>3177</c:v>
                </c:pt>
                <c:pt idx="3176">
                  <c:v>3178</c:v>
                </c:pt>
                <c:pt idx="3177">
                  <c:v>3179</c:v>
                </c:pt>
                <c:pt idx="3178">
                  <c:v>3180</c:v>
                </c:pt>
                <c:pt idx="3179">
                  <c:v>3181</c:v>
                </c:pt>
                <c:pt idx="3180">
                  <c:v>3182</c:v>
                </c:pt>
                <c:pt idx="3181">
                  <c:v>3183</c:v>
                </c:pt>
                <c:pt idx="3182">
                  <c:v>3184</c:v>
                </c:pt>
                <c:pt idx="3183">
                  <c:v>3185</c:v>
                </c:pt>
                <c:pt idx="3184">
                  <c:v>3186</c:v>
                </c:pt>
                <c:pt idx="3185">
                  <c:v>3187</c:v>
                </c:pt>
                <c:pt idx="3186">
                  <c:v>3188</c:v>
                </c:pt>
                <c:pt idx="3187">
                  <c:v>3189</c:v>
                </c:pt>
                <c:pt idx="3188">
                  <c:v>3190</c:v>
                </c:pt>
                <c:pt idx="3189">
                  <c:v>3191</c:v>
                </c:pt>
                <c:pt idx="3190">
                  <c:v>3192</c:v>
                </c:pt>
                <c:pt idx="3191">
                  <c:v>3193</c:v>
                </c:pt>
                <c:pt idx="3192">
                  <c:v>3194</c:v>
                </c:pt>
                <c:pt idx="3193">
                  <c:v>3195</c:v>
                </c:pt>
                <c:pt idx="3194">
                  <c:v>3196</c:v>
                </c:pt>
                <c:pt idx="3195">
                  <c:v>3197</c:v>
                </c:pt>
                <c:pt idx="3196">
                  <c:v>3198</c:v>
                </c:pt>
                <c:pt idx="3197">
                  <c:v>3199</c:v>
                </c:pt>
                <c:pt idx="3198">
                  <c:v>3200</c:v>
                </c:pt>
                <c:pt idx="3199">
                  <c:v>3201</c:v>
                </c:pt>
                <c:pt idx="3200">
                  <c:v>3202</c:v>
                </c:pt>
                <c:pt idx="3201">
                  <c:v>3203</c:v>
                </c:pt>
                <c:pt idx="3202">
                  <c:v>3204</c:v>
                </c:pt>
                <c:pt idx="3203">
                  <c:v>3205</c:v>
                </c:pt>
                <c:pt idx="3204">
                  <c:v>3206</c:v>
                </c:pt>
                <c:pt idx="3205">
                  <c:v>3207</c:v>
                </c:pt>
                <c:pt idx="3206">
                  <c:v>3208</c:v>
                </c:pt>
                <c:pt idx="3207">
                  <c:v>3209</c:v>
                </c:pt>
                <c:pt idx="3208">
                  <c:v>3210</c:v>
                </c:pt>
                <c:pt idx="3209">
                  <c:v>3211</c:v>
                </c:pt>
                <c:pt idx="3210">
                  <c:v>3212</c:v>
                </c:pt>
                <c:pt idx="3211">
                  <c:v>3213</c:v>
                </c:pt>
                <c:pt idx="3212">
                  <c:v>3214</c:v>
                </c:pt>
                <c:pt idx="3213">
                  <c:v>3215</c:v>
                </c:pt>
                <c:pt idx="3214">
                  <c:v>3216</c:v>
                </c:pt>
                <c:pt idx="3215">
                  <c:v>3217</c:v>
                </c:pt>
                <c:pt idx="3216">
                  <c:v>3218</c:v>
                </c:pt>
                <c:pt idx="3217">
                  <c:v>3219</c:v>
                </c:pt>
                <c:pt idx="3218">
                  <c:v>3220</c:v>
                </c:pt>
                <c:pt idx="3219">
                  <c:v>3221</c:v>
                </c:pt>
                <c:pt idx="3220">
                  <c:v>3222</c:v>
                </c:pt>
                <c:pt idx="3221">
                  <c:v>3223</c:v>
                </c:pt>
                <c:pt idx="3222">
                  <c:v>3224</c:v>
                </c:pt>
                <c:pt idx="3223">
                  <c:v>3225</c:v>
                </c:pt>
                <c:pt idx="3224">
                  <c:v>3226</c:v>
                </c:pt>
                <c:pt idx="3225">
                  <c:v>3227</c:v>
                </c:pt>
                <c:pt idx="3226">
                  <c:v>3228</c:v>
                </c:pt>
                <c:pt idx="3227">
                  <c:v>3229</c:v>
                </c:pt>
                <c:pt idx="3228">
                  <c:v>3230</c:v>
                </c:pt>
                <c:pt idx="3229">
                  <c:v>3231</c:v>
                </c:pt>
                <c:pt idx="3230">
                  <c:v>3232</c:v>
                </c:pt>
                <c:pt idx="3231">
                  <c:v>3233</c:v>
                </c:pt>
                <c:pt idx="3232">
                  <c:v>3234</c:v>
                </c:pt>
                <c:pt idx="3233">
                  <c:v>3235</c:v>
                </c:pt>
                <c:pt idx="3234">
                  <c:v>3236</c:v>
                </c:pt>
                <c:pt idx="3235">
                  <c:v>3237</c:v>
                </c:pt>
                <c:pt idx="3236">
                  <c:v>3238</c:v>
                </c:pt>
                <c:pt idx="3237">
                  <c:v>3239</c:v>
                </c:pt>
                <c:pt idx="3238">
                  <c:v>3240</c:v>
                </c:pt>
                <c:pt idx="3239">
                  <c:v>3241</c:v>
                </c:pt>
                <c:pt idx="3240">
                  <c:v>3242</c:v>
                </c:pt>
                <c:pt idx="3241">
                  <c:v>3243</c:v>
                </c:pt>
                <c:pt idx="3242">
                  <c:v>3244</c:v>
                </c:pt>
                <c:pt idx="3243">
                  <c:v>3245</c:v>
                </c:pt>
                <c:pt idx="3244">
                  <c:v>3246</c:v>
                </c:pt>
                <c:pt idx="3245">
                  <c:v>3247</c:v>
                </c:pt>
                <c:pt idx="3246">
                  <c:v>3248</c:v>
                </c:pt>
                <c:pt idx="3247">
                  <c:v>3249</c:v>
                </c:pt>
                <c:pt idx="3248">
                  <c:v>3250</c:v>
                </c:pt>
                <c:pt idx="3249">
                  <c:v>3251</c:v>
                </c:pt>
                <c:pt idx="3250">
                  <c:v>3252</c:v>
                </c:pt>
                <c:pt idx="3251">
                  <c:v>3253</c:v>
                </c:pt>
                <c:pt idx="3252">
                  <c:v>3254</c:v>
                </c:pt>
                <c:pt idx="3253">
                  <c:v>3255</c:v>
                </c:pt>
                <c:pt idx="3254">
                  <c:v>3256</c:v>
                </c:pt>
                <c:pt idx="3255">
                  <c:v>3257</c:v>
                </c:pt>
                <c:pt idx="3256">
                  <c:v>3258</c:v>
                </c:pt>
                <c:pt idx="3257">
                  <c:v>3259</c:v>
                </c:pt>
                <c:pt idx="3258">
                  <c:v>3260</c:v>
                </c:pt>
                <c:pt idx="3259">
                  <c:v>3261</c:v>
                </c:pt>
                <c:pt idx="3260">
                  <c:v>3262</c:v>
                </c:pt>
                <c:pt idx="3261">
                  <c:v>3263</c:v>
                </c:pt>
                <c:pt idx="3262">
                  <c:v>3264</c:v>
                </c:pt>
                <c:pt idx="3263">
                  <c:v>3265</c:v>
                </c:pt>
                <c:pt idx="3264">
                  <c:v>3266</c:v>
                </c:pt>
                <c:pt idx="3265">
                  <c:v>3267</c:v>
                </c:pt>
                <c:pt idx="3266">
                  <c:v>3268</c:v>
                </c:pt>
                <c:pt idx="3267">
                  <c:v>3269</c:v>
                </c:pt>
                <c:pt idx="3268">
                  <c:v>3270</c:v>
                </c:pt>
                <c:pt idx="3269">
                  <c:v>3271</c:v>
                </c:pt>
                <c:pt idx="3270">
                  <c:v>3272</c:v>
                </c:pt>
                <c:pt idx="3271">
                  <c:v>3273</c:v>
                </c:pt>
                <c:pt idx="3272">
                  <c:v>3274</c:v>
                </c:pt>
                <c:pt idx="3273">
                  <c:v>3275</c:v>
                </c:pt>
                <c:pt idx="3274">
                  <c:v>3276</c:v>
                </c:pt>
                <c:pt idx="3275">
                  <c:v>3277</c:v>
                </c:pt>
                <c:pt idx="3276">
                  <c:v>3278</c:v>
                </c:pt>
                <c:pt idx="3277">
                  <c:v>3279</c:v>
                </c:pt>
                <c:pt idx="3278">
                  <c:v>3280</c:v>
                </c:pt>
                <c:pt idx="3279">
                  <c:v>3281</c:v>
                </c:pt>
                <c:pt idx="3280">
                  <c:v>3282</c:v>
                </c:pt>
                <c:pt idx="3281">
                  <c:v>3283</c:v>
                </c:pt>
                <c:pt idx="3282">
                  <c:v>3284</c:v>
                </c:pt>
                <c:pt idx="3283">
                  <c:v>3285</c:v>
                </c:pt>
                <c:pt idx="3284">
                  <c:v>3286</c:v>
                </c:pt>
                <c:pt idx="3285">
                  <c:v>3287</c:v>
                </c:pt>
                <c:pt idx="3286">
                  <c:v>3288</c:v>
                </c:pt>
                <c:pt idx="3287">
                  <c:v>3289</c:v>
                </c:pt>
                <c:pt idx="3288">
                  <c:v>3290</c:v>
                </c:pt>
                <c:pt idx="3289">
                  <c:v>3291</c:v>
                </c:pt>
                <c:pt idx="3290">
                  <c:v>3292</c:v>
                </c:pt>
                <c:pt idx="3291">
                  <c:v>3293</c:v>
                </c:pt>
                <c:pt idx="3292">
                  <c:v>3294</c:v>
                </c:pt>
                <c:pt idx="3293">
                  <c:v>3295</c:v>
                </c:pt>
                <c:pt idx="3294">
                  <c:v>3296</c:v>
                </c:pt>
                <c:pt idx="3295">
                  <c:v>3297</c:v>
                </c:pt>
                <c:pt idx="3296">
                  <c:v>3298</c:v>
                </c:pt>
                <c:pt idx="3297">
                  <c:v>3299</c:v>
                </c:pt>
                <c:pt idx="3298">
                  <c:v>3300</c:v>
                </c:pt>
                <c:pt idx="3299">
                  <c:v>3301</c:v>
                </c:pt>
                <c:pt idx="3300">
                  <c:v>3302</c:v>
                </c:pt>
                <c:pt idx="3301">
                  <c:v>3303</c:v>
                </c:pt>
                <c:pt idx="3302">
                  <c:v>3304</c:v>
                </c:pt>
                <c:pt idx="3303">
                  <c:v>3305</c:v>
                </c:pt>
                <c:pt idx="3304">
                  <c:v>3306</c:v>
                </c:pt>
                <c:pt idx="3305">
                  <c:v>3307</c:v>
                </c:pt>
                <c:pt idx="3306">
                  <c:v>3308</c:v>
                </c:pt>
                <c:pt idx="3307">
                  <c:v>3309</c:v>
                </c:pt>
                <c:pt idx="3308">
                  <c:v>3310</c:v>
                </c:pt>
                <c:pt idx="3309">
                  <c:v>3311</c:v>
                </c:pt>
                <c:pt idx="3310">
                  <c:v>3312</c:v>
                </c:pt>
                <c:pt idx="3311">
                  <c:v>3313</c:v>
                </c:pt>
                <c:pt idx="3312">
                  <c:v>3314</c:v>
                </c:pt>
                <c:pt idx="3313">
                  <c:v>3315</c:v>
                </c:pt>
                <c:pt idx="3314">
                  <c:v>3316</c:v>
                </c:pt>
                <c:pt idx="3315">
                  <c:v>3317</c:v>
                </c:pt>
                <c:pt idx="3316">
                  <c:v>3318</c:v>
                </c:pt>
                <c:pt idx="3317">
                  <c:v>3319</c:v>
                </c:pt>
                <c:pt idx="3318">
                  <c:v>3320</c:v>
                </c:pt>
                <c:pt idx="3319">
                  <c:v>3321</c:v>
                </c:pt>
                <c:pt idx="3320">
                  <c:v>3322</c:v>
                </c:pt>
                <c:pt idx="3321">
                  <c:v>3323</c:v>
                </c:pt>
                <c:pt idx="3322">
                  <c:v>3324</c:v>
                </c:pt>
                <c:pt idx="3323">
                  <c:v>3325</c:v>
                </c:pt>
                <c:pt idx="3324">
                  <c:v>3326</c:v>
                </c:pt>
                <c:pt idx="3325">
                  <c:v>3327</c:v>
                </c:pt>
                <c:pt idx="3326">
                  <c:v>3328</c:v>
                </c:pt>
                <c:pt idx="3327">
                  <c:v>3329</c:v>
                </c:pt>
                <c:pt idx="3328">
                  <c:v>3330</c:v>
                </c:pt>
                <c:pt idx="3329">
                  <c:v>3331</c:v>
                </c:pt>
                <c:pt idx="3330">
                  <c:v>3332</c:v>
                </c:pt>
                <c:pt idx="3331">
                  <c:v>3333</c:v>
                </c:pt>
                <c:pt idx="3332">
                  <c:v>3334</c:v>
                </c:pt>
                <c:pt idx="3333">
                  <c:v>3335</c:v>
                </c:pt>
                <c:pt idx="3334">
                  <c:v>3336</c:v>
                </c:pt>
                <c:pt idx="3335">
                  <c:v>3337</c:v>
                </c:pt>
                <c:pt idx="3336">
                  <c:v>3338</c:v>
                </c:pt>
                <c:pt idx="3337">
                  <c:v>3339</c:v>
                </c:pt>
                <c:pt idx="3338">
                  <c:v>3340</c:v>
                </c:pt>
                <c:pt idx="3339">
                  <c:v>3341</c:v>
                </c:pt>
                <c:pt idx="3340">
                  <c:v>3342</c:v>
                </c:pt>
                <c:pt idx="3341">
                  <c:v>3343</c:v>
                </c:pt>
                <c:pt idx="3342">
                  <c:v>3344</c:v>
                </c:pt>
                <c:pt idx="3343">
                  <c:v>3345</c:v>
                </c:pt>
                <c:pt idx="3344">
                  <c:v>3346</c:v>
                </c:pt>
                <c:pt idx="3345">
                  <c:v>3347</c:v>
                </c:pt>
                <c:pt idx="3346">
                  <c:v>3348</c:v>
                </c:pt>
                <c:pt idx="3347">
                  <c:v>3349</c:v>
                </c:pt>
                <c:pt idx="3348">
                  <c:v>3350</c:v>
                </c:pt>
                <c:pt idx="3349">
                  <c:v>3351</c:v>
                </c:pt>
                <c:pt idx="3350">
                  <c:v>3352</c:v>
                </c:pt>
                <c:pt idx="3351">
                  <c:v>3353</c:v>
                </c:pt>
                <c:pt idx="3352">
                  <c:v>3354</c:v>
                </c:pt>
                <c:pt idx="3353">
                  <c:v>3355</c:v>
                </c:pt>
                <c:pt idx="3354">
                  <c:v>3356</c:v>
                </c:pt>
                <c:pt idx="3355">
                  <c:v>3357</c:v>
                </c:pt>
                <c:pt idx="3356">
                  <c:v>3358</c:v>
                </c:pt>
                <c:pt idx="3357">
                  <c:v>3359</c:v>
                </c:pt>
                <c:pt idx="3358">
                  <c:v>3360</c:v>
                </c:pt>
                <c:pt idx="3359">
                  <c:v>3361</c:v>
                </c:pt>
                <c:pt idx="3360">
                  <c:v>3362</c:v>
                </c:pt>
                <c:pt idx="3361">
                  <c:v>3363</c:v>
                </c:pt>
                <c:pt idx="3362">
                  <c:v>3364</c:v>
                </c:pt>
                <c:pt idx="3363">
                  <c:v>3365</c:v>
                </c:pt>
                <c:pt idx="3364">
                  <c:v>3366</c:v>
                </c:pt>
                <c:pt idx="3365">
                  <c:v>3367</c:v>
                </c:pt>
                <c:pt idx="3366">
                  <c:v>3368</c:v>
                </c:pt>
                <c:pt idx="3367">
                  <c:v>3369</c:v>
                </c:pt>
                <c:pt idx="3368">
                  <c:v>3370</c:v>
                </c:pt>
                <c:pt idx="3369">
                  <c:v>3371</c:v>
                </c:pt>
                <c:pt idx="3370">
                  <c:v>3372</c:v>
                </c:pt>
                <c:pt idx="3371">
                  <c:v>3373</c:v>
                </c:pt>
                <c:pt idx="3372">
                  <c:v>3374</c:v>
                </c:pt>
                <c:pt idx="3373">
                  <c:v>3375</c:v>
                </c:pt>
                <c:pt idx="3374">
                  <c:v>3376</c:v>
                </c:pt>
                <c:pt idx="3375">
                  <c:v>3377</c:v>
                </c:pt>
                <c:pt idx="3376">
                  <c:v>3378</c:v>
                </c:pt>
                <c:pt idx="3377">
                  <c:v>3379</c:v>
                </c:pt>
                <c:pt idx="3378">
                  <c:v>3380</c:v>
                </c:pt>
                <c:pt idx="3379">
                  <c:v>3381</c:v>
                </c:pt>
                <c:pt idx="3380">
                  <c:v>3382</c:v>
                </c:pt>
                <c:pt idx="3381">
                  <c:v>3383</c:v>
                </c:pt>
                <c:pt idx="3382">
                  <c:v>3384</c:v>
                </c:pt>
                <c:pt idx="3383">
                  <c:v>3385</c:v>
                </c:pt>
                <c:pt idx="3384">
                  <c:v>3386</c:v>
                </c:pt>
                <c:pt idx="3385">
                  <c:v>3387</c:v>
                </c:pt>
                <c:pt idx="3386">
                  <c:v>3388</c:v>
                </c:pt>
                <c:pt idx="3387">
                  <c:v>3389</c:v>
                </c:pt>
                <c:pt idx="3388">
                  <c:v>3390</c:v>
                </c:pt>
                <c:pt idx="3389">
                  <c:v>3391</c:v>
                </c:pt>
                <c:pt idx="3390">
                  <c:v>3392</c:v>
                </c:pt>
                <c:pt idx="3391">
                  <c:v>3393</c:v>
                </c:pt>
                <c:pt idx="3392">
                  <c:v>3394</c:v>
                </c:pt>
                <c:pt idx="3393">
                  <c:v>3395</c:v>
                </c:pt>
                <c:pt idx="3394">
                  <c:v>3396</c:v>
                </c:pt>
                <c:pt idx="3395">
                  <c:v>3397</c:v>
                </c:pt>
                <c:pt idx="3396">
                  <c:v>3398</c:v>
                </c:pt>
                <c:pt idx="3397">
                  <c:v>3399</c:v>
                </c:pt>
                <c:pt idx="3398">
                  <c:v>3400</c:v>
                </c:pt>
                <c:pt idx="3399">
                  <c:v>3401</c:v>
                </c:pt>
                <c:pt idx="3400">
                  <c:v>3402</c:v>
                </c:pt>
                <c:pt idx="3401">
                  <c:v>3403</c:v>
                </c:pt>
                <c:pt idx="3402">
                  <c:v>3404</c:v>
                </c:pt>
                <c:pt idx="3403">
                  <c:v>3405</c:v>
                </c:pt>
                <c:pt idx="3404">
                  <c:v>3406</c:v>
                </c:pt>
                <c:pt idx="3405">
                  <c:v>3407</c:v>
                </c:pt>
                <c:pt idx="3406">
                  <c:v>3408</c:v>
                </c:pt>
                <c:pt idx="3407">
                  <c:v>3409</c:v>
                </c:pt>
                <c:pt idx="3408">
                  <c:v>3410</c:v>
                </c:pt>
                <c:pt idx="3409">
                  <c:v>3411</c:v>
                </c:pt>
                <c:pt idx="3410">
                  <c:v>3412</c:v>
                </c:pt>
                <c:pt idx="3411">
                  <c:v>3413</c:v>
                </c:pt>
                <c:pt idx="3412">
                  <c:v>3414</c:v>
                </c:pt>
                <c:pt idx="3413">
                  <c:v>3415</c:v>
                </c:pt>
                <c:pt idx="3414">
                  <c:v>3416</c:v>
                </c:pt>
                <c:pt idx="3415">
                  <c:v>3417</c:v>
                </c:pt>
                <c:pt idx="3416">
                  <c:v>3418</c:v>
                </c:pt>
                <c:pt idx="3417">
                  <c:v>3419</c:v>
                </c:pt>
                <c:pt idx="3418">
                  <c:v>3420</c:v>
                </c:pt>
                <c:pt idx="3419">
                  <c:v>3421</c:v>
                </c:pt>
                <c:pt idx="3420">
                  <c:v>3422</c:v>
                </c:pt>
                <c:pt idx="3421">
                  <c:v>3423</c:v>
                </c:pt>
                <c:pt idx="3422">
                  <c:v>3424</c:v>
                </c:pt>
                <c:pt idx="3423">
                  <c:v>3425</c:v>
                </c:pt>
                <c:pt idx="3424">
                  <c:v>3426</c:v>
                </c:pt>
                <c:pt idx="3425">
                  <c:v>3427</c:v>
                </c:pt>
                <c:pt idx="3426">
                  <c:v>3428</c:v>
                </c:pt>
                <c:pt idx="3427">
                  <c:v>3429</c:v>
                </c:pt>
                <c:pt idx="3428">
                  <c:v>3430</c:v>
                </c:pt>
                <c:pt idx="3429">
                  <c:v>3431</c:v>
                </c:pt>
                <c:pt idx="3430">
                  <c:v>3432</c:v>
                </c:pt>
                <c:pt idx="3431">
                  <c:v>3433</c:v>
                </c:pt>
                <c:pt idx="3432">
                  <c:v>3434</c:v>
                </c:pt>
                <c:pt idx="3433">
                  <c:v>3435</c:v>
                </c:pt>
                <c:pt idx="3434">
                  <c:v>3436</c:v>
                </c:pt>
                <c:pt idx="3435">
                  <c:v>3437</c:v>
                </c:pt>
                <c:pt idx="3436">
                  <c:v>3438</c:v>
                </c:pt>
                <c:pt idx="3437">
                  <c:v>3439</c:v>
                </c:pt>
                <c:pt idx="3438">
                  <c:v>3440</c:v>
                </c:pt>
                <c:pt idx="3439">
                  <c:v>3441</c:v>
                </c:pt>
                <c:pt idx="3440">
                  <c:v>3442</c:v>
                </c:pt>
                <c:pt idx="3441">
                  <c:v>3443</c:v>
                </c:pt>
                <c:pt idx="3442">
                  <c:v>3444</c:v>
                </c:pt>
                <c:pt idx="3443">
                  <c:v>3445</c:v>
                </c:pt>
                <c:pt idx="3444">
                  <c:v>3446</c:v>
                </c:pt>
                <c:pt idx="3445">
                  <c:v>3447</c:v>
                </c:pt>
                <c:pt idx="3446">
                  <c:v>3448</c:v>
                </c:pt>
                <c:pt idx="3447">
                  <c:v>3449</c:v>
                </c:pt>
                <c:pt idx="3448">
                  <c:v>3450</c:v>
                </c:pt>
                <c:pt idx="3449">
                  <c:v>3451</c:v>
                </c:pt>
                <c:pt idx="3450">
                  <c:v>3452</c:v>
                </c:pt>
                <c:pt idx="3451">
                  <c:v>3453</c:v>
                </c:pt>
                <c:pt idx="3452">
                  <c:v>3454</c:v>
                </c:pt>
                <c:pt idx="3453">
                  <c:v>3455</c:v>
                </c:pt>
                <c:pt idx="3454">
                  <c:v>3456</c:v>
                </c:pt>
                <c:pt idx="3455">
                  <c:v>3457</c:v>
                </c:pt>
                <c:pt idx="3456">
                  <c:v>3458</c:v>
                </c:pt>
                <c:pt idx="3457">
                  <c:v>3459</c:v>
                </c:pt>
                <c:pt idx="3458">
                  <c:v>3460</c:v>
                </c:pt>
                <c:pt idx="3459">
                  <c:v>3461</c:v>
                </c:pt>
                <c:pt idx="3460">
                  <c:v>3462</c:v>
                </c:pt>
                <c:pt idx="3461">
                  <c:v>3463</c:v>
                </c:pt>
                <c:pt idx="3462">
                  <c:v>3464</c:v>
                </c:pt>
                <c:pt idx="3463">
                  <c:v>3465</c:v>
                </c:pt>
                <c:pt idx="3464">
                  <c:v>3466</c:v>
                </c:pt>
                <c:pt idx="3465">
                  <c:v>3467</c:v>
                </c:pt>
                <c:pt idx="3466">
                  <c:v>3468</c:v>
                </c:pt>
                <c:pt idx="3467">
                  <c:v>3469</c:v>
                </c:pt>
                <c:pt idx="3468">
                  <c:v>3470</c:v>
                </c:pt>
                <c:pt idx="3469">
                  <c:v>3471</c:v>
                </c:pt>
                <c:pt idx="3470">
                  <c:v>3472</c:v>
                </c:pt>
                <c:pt idx="3471">
                  <c:v>3473</c:v>
                </c:pt>
                <c:pt idx="3472">
                  <c:v>3474</c:v>
                </c:pt>
                <c:pt idx="3473">
                  <c:v>3475</c:v>
                </c:pt>
                <c:pt idx="3474">
                  <c:v>3476</c:v>
                </c:pt>
                <c:pt idx="3475">
                  <c:v>3477</c:v>
                </c:pt>
                <c:pt idx="3476">
                  <c:v>3478</c:v>
                </c:pt>
                <c:pt idx="3477">
                  <c:v>3479</c:v>
                </c:pt>
                <c:pt idx="3478">
                  <c:v>3480</c:v>
                </c:pt>
                <c:pt idx="3479">
                  <c:v>3481</c:v>
                </c:pt>
                <c:pt idx="3480">
                  <c:v>3482</c:v>
                </c:pt>
                <c:pt idx="3481">
                  <c:v>3483</c:v>
                </c:pt>
                <c:pt idx="3482">
                  <c:v>3484</c:v>
                </c:pt>
                <c:pt idx="3483">
                  <c:v>3485</c:v>
                </c:pt>
                <c:pt idx="3484">
                  <c:v>3486</c:v>
                </c:pt>
                <c:pt idx="3485">
                  <c:v>3487</c:v>
                </c:pt>
                <c:pt idx="3486">
                  <c:v>3488</c:v>
                </c:pt>
                <c:pt idx="3487">
                  <c:v>3489</c:v>
                </c:pt>
                <c:pt idx="3488">
                  <c:v>3490</c:v>
                </c:pt>
                <c:pt idx="3489">
                  <c:v>3491</c:v>
                </c:pt>
                <c:pt idx="3490">
                  <c:v>3492</c:v>
                </c:pt>
                <c:pt idx="3491">
                  <c:v>3493</c:v>
                </c:pt>
                <c:pt idx="3492">
                  <c:v>3494</c:v>
                </c:pt>
                <c:pt idx="3493">
                  <c:v>3495</c:v>
                </c:pt>
                <c:pt idx="3494">
                  <c:v>3496</c:v>
                </c:pt>
                <c:pt idx="3495">
                  <c:v>3497</c:v>
                </c:pt>
                <c:pt idx="3496">
                  <c:v>3498</c:v>
                </c:pt>
                <c:pt idx="3497">
                  <c:v>3499</c:v>
                </c:pt>
                <c:pt idx="3498">
                  <c:v>3500</c:v>
                </c:pt>
                <c:pt idx="3499">
                  <c:v>3501</c:v>
                </c:pt>
                <c:pt idx="3500">
                  <c:v>3502</c:v>
                </c:pt>
                <c:pt idx="3501">
                  <c:v>3503</c:v>
                </c:pt>
                <c:pt idx="3502">
                  <c:v>3504</c:v>
                </c:pt>
                <c:pt idx="3503">
                  <c:v>3505</c:v>
                </c:pt>
                <c:pt idx="3504">
                  <c:v>3506</c:v>
                </c:pt>
                <c:pt idx="3505">
                  <c:v>3507</c:v>
                </c:pt>
                <c:pt idx="3506">
                  <c:v>3508</c:v>
                </c:pt>
                <c:pt idx="3507">
                  <c:v>3509</c:v>
                </c:pt>
                <c:pt idx="3508">
                  <c:v>3510</c:v>
                </c:pt>
                <c:pt idx="3509">
                  <c:v>3511</c:v>
                </c:pt>
                <c:pt idx="3510">
                  <c:v>3512</c:v>
                </c:pt>
                <c:pt idx="3511">
                  <c:v>3513</c:v>
                </c:pt>
                <c:pt idx="3512">
                  <c:v>3514</c:v>
                </c:pt>
                <c:pt idx="3513">
                  <c:v>3515</c:v>
                </c:pt>
                <c:pt idx="3514">
                  <c:v>3516</c:v>
                </c:pt>
                <c:pt idx="3515">
                  <c:v>3517</c:v>
                </c:pt>
                <c:pt idx="3516">
                  <c:v>3518</c:v>
                </c:pt>
                <c:pt idx="3517">
                  <c:v>3519</c:v>
                </c:pt>
                <c:pt idx="3518">
                  <c:v>3520</c:v>
                </c:pt>
                <c:pt idx="3519">
                  <c:v>3521</c:v>
                </c:pt>
                <c:pt idx="3520">
                  <c:v>3522</c:v>
                </c:pt>
                <c:pt idx="3521">
                  <c:v>3523</c:v>
                </c:pt>
                <c:pt idx="3522">
                  <c:v>3524</c:v>
                </c:pt>
                <c:pt idx="3523">
                  <c:v>3525</c:v>
                </c:pt>
                <c:pt idx="3524">
                  <c:v>3526</c:v>
                </c:pt>
                <c:pt idx="3525">
                  <c:v>3527</c:v>
                </c:pt>
                <c:pt idx="3526">
                  <c:v>3528</c:v>
                </c:pt>
                <c:pt idx="3527">
                  <c:v>3529</c:v>
                </c:pt>
                <c:pt idx="3528">
                  <c:v>3530</c:v>
                </c:pt>
                <c:pt idx="3529">
                  <c:v>3531</c:v>
                </c:pt>
                <c:pt idx="3530">
                  <c:v>3532</c:v>
                </c:pt>
                <c:pt idx="3531">
                  <c:v>3533</c:v>
                </c:pt>
                <c:pt idx="3532">
                  <c:v>3534</c:v>
                </c:pt>
                <c:pt idx="3533">
                  <c:v>3535</c:v>
                </c:pt>
                <c:pt idx="3534">
                  <c:v>3536</c:v>
                </c:pt>
                <c:pt idx="3535">
                  <c:v>3537</c:v>
                </c:pt>
                <c:pt idx="3536">
                  <c:v>3538</c:v>
                </c:pt>
                <c:pt idx="3537">
                  <c:v>3539</c:v>
                </c:pt>
                <c:pt idx="3538">
                  <c:v>3540</c:v>
                </c:pt>
                <c:pt idx="3539">
                  <c:v>3541</c:v>
                </c:pt>
                <c:pt idx="3540">
                  <c:v>3542</c:v>
                </c:pt>
                <c:pt idx="3541">
                  <c:v>3543</c:v>
                </c:pt>
                <c:pt idx="3542">
                  <c:v>3544</c:v>
                </c:pt>
                <c:pt idx="3543">
                  <c:v>3545</c:v>
                </c:pt>
                <c:pt idx="3544">
                  <c:v>3546</c:v>
                </c:pt>
                <c:pt idx="3545">
                  <c:v>3547</c:v>
                </c:pt>
                <c:pt idx="3546">
                  <c:v>3548</c:v>
                </c:pt>
                <c:pt idx="3547">
                  <c:v>3549</c:v>
                </c:pt>
                <c:pt idx="3548">
                  <c:v>3550</c:v>
                </c:pt>
                <c:pt idx="3549">
                  <c:v>3551</c:v>
                </c:pt>
                <c:pt idx="3550">
                  <c:v>3552</c:v>
                </c:pt>
                <c:pt idx="3551">
                  <c:v>3553</c:v>
                </c:pt>
                <c:pt idx="3552">
                  <c:v>3554</c:v>
                </c:pt>
                <c:pt idx="3553">
                  <c:v>3555</c:v>
                </c:pt>
                <c:pt idx="3554">
                  <c:v>3556</c:v>
                </c:pt>
                <c:pt idx="3555">
                  <c:v>3557</c:v>
                </c:pt>
                <c:pt idx="3556">
                  <c:v>3558</c:v>
                </c:pt>
                <c:pt idx="3557">
                  <c:v>3559</c:v>
                </c:pt>
                <c:pt idx="3558">
                  <c:v>3560</c:v>
                </c:pt>
                <c:pt idx="3559">
                  <c:v>3561</c:v>
                </c:pt>
                <c:pt idx="3560">
                  <c:v>3562</c:v>
                </c:pt>
                <c:pt idx="3561">
                  <c:v>3563</c:v>
                </c:pt>
                <c:pt idx="3562">
                  <c:v>3564</c:v>
                </c:pt>
                <c:pt idx="3563">
                  <c:v>3565</c:v>
                </c:pt>
                <c:pt idx="3564">
                  <c:v>3566</c:v>
                </c:pt>
                <c:pt idx="3565">
                  <c:v>3567</c:v>
                </c:pt>
                <c:pt idx="3566">
                  <c:v>3568</c:v>
                </c:pt>
                <c:pt idx="3567">
                  <c:v>3569</c:v>
                </c:pt>
                <c:pt idx="3568">
                  <c:v>3570</c:v>
                </c:pt>
                <c:pt idx="3569">
                  <c:v>3571</c:v>
                </c:pt>
                <c:pt idx="3570">
                  <c:v>3572</c:v>
                </c:pt>
                <c:pt idx="3571">
                  <c:v>3573</c:v>
                </c:pt>
                <c:pt idx="3572">
                  <c:v>3574</c:v>
                </c:pt>
                <c:pt idx="3573">
                  <c:v>3575</c:v>
                </c:pt>
                <c:pt idx="3574">
                  <c:v>3576</c:v>
                </c:pt>
                <c:pt idx="3575">
                  <c:v>3577</c:v>
                </c:pt>
                <c:pt idx="3576">
                  <c:v>3578</c:v>
                </c:pt>
                <c:pt idx="3577">
                  <c:v>3579</c:v>
                </c:pt>
                <c:pt idx="3578">
                  <c:v>3580</c:v>
                </c:pt>
                <c:pt idx="3579">
                  <c:v>3581</c:v>
                </c:pt>
                <c:pt idx="3580">
                  <c:v>3582</c:v>
                </c:pt>
                <c:pt idx="3581">
                  <c:v>3583</c:v>
                </c:pt>
                <c:pt idx="3582">
                  <c:v>3584</c:v>
                </c:pt>
                <c:pt idx="3583">
                  <c:v>3585</c:v>
                </c:pt>
                <c:pt idx="3584">
                  <c:v>3586</c:v>
                </c:pt>
                <c:pt idx="3585">
                  <c:v>3587</c:v>
                </c:pt>
                <c:pt idx="3586">
                  <c:v>3588</c:v>
                </c:pt>
                <c:pt idx="3587">
                  <c:v>3589</c:v>
                </c:pt>
                <c:pt idx="3588">
                  <c:v>3590</c:v>
                </c:pt>
                <c:pt idx="3589">
                  <c:v>3591</c:v>
                </c:pt>
                <c:pt idx="3590">
                  <c:v>3592</c:v>
                </c:pt>
                <c:pt idx="3591">
                  <c:v>3593</c:v>
                </c:pt>
                <c:pt idx="3592">
                  <c:v>3594</c:v>
                </c:pt>
                <c:pt idx="3593">
                  <c:v>3595</c:v>
                </c:pt>
                <c:pt idx="3594">
                  <c:v>3596</c:v>
                </c:pt>
                <c:pt idx="3595">
                  <c:v>3597</c:v>
                </c:pt>
                <c:pt idx="3596">
                  <c:v>3598</c:v>
                </c:pt>
                <c:pt idx="3597">
                  <c:v>3599</c:v>
                </c:pt>
                <c:pt idx="3598">
                  <c:v>3600</c:v>
                </c:pt>
                <c:pt idx="3599">
                  <c:v>3601</c:v>
                </c:pt>
                <c:pt idx="3600">
                  <c:v>3602</c:v>
                </c:pt>
                <c:pt idx="3601">
                  <c:v>3603</c:v>
                </c:pt>
                <c:pt idx="3602">
                  <c:v>3604</c:v>
                </c:pt>
                <c:pt idx="3603">
                  <c:v>3605</c:v>
                </c:pt>
                <c:pt idx="3604">
                  <c:v>3606</c:v>
                </c:pt>
                <c:pt idx="3605">
                  <c:v>3607</c:v>
                </c:pt>
                <c:pt idx="3606">
                  <c:v>3608</c:v>
                </c:pt>
                <c:pt idx="3607">
                  <c:v>3609</c:v>
                </c:pt>
                <c:pt idx="3608">
                  <c:v>3610</c:v>
                </c:pt>
                <c:pt idx="3609">
                  <c:v>3611</c:v>
                </c:pt>
                <c:pt idx="3610">
                  <c:v>3612</c:v>
                </c:pt>
                <c:pt idx="3611">
                  <c:v>3613</c:v>
                </c:pt>
                <c:pt idx="3612">
                  <c:v>3614</c:v>
                </c:pt>
                <c:pt idx="3613">
                  <c:v>3615</c:v>
                </c:pt>
                <c:pt idx="3614">
                  <c:v>3616</c:v>
                </c:pt>
                <c:pt idx="3615">
                  <c:v>3617</c:v>
                </c:pt>
                <c:pt idx="3616">
                  <c:v>3618</c:v>
                </c:pt>
                <c:pt idx="3617">
                  <c:v>3619</c:v>
                </c:pt>
                <c:pt idx="3618">
                  <c:v>3620</c:v>
                </c:pt>
                <c:pt idx="3619">
                  <c:v>3621</c:v>
                </c:pt>
                <c:pt idx="3620">
                  <c:v>3622</c:v>
                </c:pt>
                <c:pt idx="3621">
                  <c:v>3623</c:v>
                </c:pt>
                <c:pt idx="3622">
                  <c:v>3624</c:v>
                </c:pt>
                <c:pt idx="3623">
                  <c:v>3625</c:v>
                </c:pt>
                <c:pt idx="3624">
                  <c:v>3626</c:v>
                </c:pt>
                <c:pt idx="3625">
                  <c:v>3627</c:v>
                </c:pt>
                <c:pt idx="3626">
                  <c:v>3628</c:v>
                </c:pt>
                <c:pt idx="3627">
                  <c:v>3629</c:v>
                </c:pt>
                <c:pt idx="3628">
                  <c:v>3630</c:v>
                </c:pt>
                <c:pt idx="3629">
                  <c:v>3631</c:v>
                </c:pt>
                <c:pt idx="3630">
                  <c:v>3632</c:v>
                </c:pt>
                <c:pt idx="3631">
                  <c:v>3633</c:v>
                </c:pt>
                <c:pt idx="3632">
                  <c:v>3634</c:v>
                </c:pt>
                <c:pt idx="3633">
                  <c:v>3635</c:v>
                </c:pt>
                <c:pt idx="3634">
                  <c:v>3636</c:v>
                </c:pt>
                <c:pt idx="3635">
                  <c:v>3637</c:v>
                </c:pt>
                <c:pt idx="3636">
                  <c:v>3638</c:v>
                </c:pt>
                <c:pt idx="3637">
                  <c:v>3639</c:v>
                </c:pt>
                <c:pt idx="3638">
                  <c:v>3640</c:v>
                </c:pt>
                <c:pt idx="3639">
                  <c:v>3641</c:v>
                </c:pt>
                <c:pt idx="3640">
                  <c:v>3642</c:v>
                </c:pt>
                <c:pt idx="3641">
                  <c:v>3643</c:v>
                </c:pt>
                <c:pt idx="3642">
                  <c:v>3644</c:v>
                </c:pt>
                <c:pt idx="3643">
                  <c:v>3645</c:v>
                </c:pt>
                <c:pt idx="3644">
                  <c:v>3646</c:v>
                </c:pt>
                <c:pt idx="3645">
                  <c:v>3647</c:v>
                </c:pt>
                <c:pt idx="3646">
                  <c:v>3648</c:v>
                </c:pt>
                <c:pt idx="3647">
                  <c:v>3649</c:v>
                </c:pt>
                <c:pt idx="3648">
                  <c:v>3650</c:v>
                </c:pt>
                <c:pt idx="3649">
                  <c:v>3651</c:v>
                </c:pt>
                <c:pt idx="3650">
                  <c:v>3652</c:v>
                </c:pt>
                <c:pt idx="3651">
                  <c:v>3653</c:v>
                </c:pt>
                <c:pt idx="3652">
                  <c:v>3654</c:v>
                </c:pt>
                <c:pt idx="3653">
                  <c:v>3655</c:v>
                </c:pt>
                <c:pt idx="3654">
                  <c:v>3656</c:v>
                </c:pt>
                <c:pt idx="3655">
                  <c:v>3657</c:v>
                </c:pt>
                <c:pt idx="3656">
                  <c:v>3658</c:v>
                </c:pt>
                <c:pt idx="3657">
                  <c:v>3659</c:v>
                </c:pt>
                <c:pt idx="3658">
                  <c:v>3660</c:v>
                </c:pt>
                <c:pt idx="3659">
                  <c:v>3661</c:v>
                </c:pt>
                <c:pt idx="3660">
                  <c:v>3662</c:v>
                </c:pt>
                <c:pt idx="3661">
                  <c:v>3663</c:v>
                </c:pt>
                <c:pt idx="3662">
                  <c:v>3664</c:v>
                </c:pt>
                <c:pt idx="3663">
                  <c:v>3665</c:v>
                </c:pt>
                <c:pt idx="3664">
                  <c:v>3666</c:v>
                </c:pt>
                <c:pt idx="3665">
                  <c:v>3667</c:v>
                </c:pt>
                <c:pt idx="3666">
                  <c:v>3668</c:v>
                </c:pt>
                <c:pt idx="3667">
                  <c:v>3669</c:v>
                </c:pt>
                <c:pt idx="3668">
                  <c:v>3670</c:v>
                </c:pt>
                <c:pt idx="3669">
                  <c:v>3671</c:v>
                </c:pt>
                <c:pt idx="3670">
                  <c:v>3672</c:v>
                </c:pt>
                <c:pt idx="3671">
                  <c:v>3673</c:v>
                </c:pt>
                <c:pt idx="3672">
                  <c:v>3674</c:v>
                </c:pt>
                <c:pt idx="3673">
                  <c:v>3675</c:v>
                </c:pt>
                <c:pt idx="3674">
                  <c:v>3676</c:v>
                </c:pt>
                <c:pt idx="3675">
                  <c:v>3677</c:v>
                </c:pt>
                <c:pt idx="3676">
                  <c:v>3678</c:v>
                </c:pt>
                <c:pt idx="3677">
                  <c:v>3679</c:v>
                </c:pt>
                <c:pt idx="3678">
                  <c:v>3680</c:v>
                </c:pt>
                <c:pt idx="3679">
                  <c:v>3681</c:v>
                </c:pt>
                <c:pt idx="3680">
                  <c:v>3682</c:v>
                </c:pt>
                <c:pt idx="3681">
                  <c:v>3683</c:v>
                </c:pt>
                <c:pt idx="3682">
                  <c:v>3684</c:v>
                </c:pt>
                <c:pt idx="3683">
                  <c:v>3685</c:v>
                </c:pt>
                <c:pt idx="3684">
                  <c:v>3686</c:v>
                </c:pt>
                <c:pt idx="3685">
                  <c:v>3687</c:v>
                </c:pt>
                <c:pt idx="3686">
                  <c:v>3688</c:v>
                </c:pt>
                <c:pt idx="3687">
                  <c:v>3689</c:v>
                </c:pt>
                <c:pt idx="3688">
                  <c:v>3690</c:v>
                </c:pt>
                <c:pt idx="3689">
                  <c:v>3691</c:v>
                </c:pt>
                <c:pt idx="3690">
                  <c:v>3692</c:v>
                </c:pt>
                <c:pt idx="3691">
                  <c:v>3693</c:v>
                </c:pt>
                <c:pt idx="3692">
                  <c:v>3694</c:v>
                </c:pt>
                <c:pt idx="3693">
                  <c:v>3695</c:v>
                </c:pt>
                <c:pt idx="3694">
                  <c:v>3696</c:v>
                </c:pt>
                <c:pt idx="3695">
                  <c:v>3697</c:v>
                </c:pt>
                <c:pt idx="3696">
                  <c:v>3698</c:v>
                </c:pt>
                <c:pt idx="3697">
                  <c:v>3699</c:v>
                </c:pt>
                <c:pt idx="3698">
                  <c:v>3700</c:v>
                </c:pt>
                <c:pt idx="3699">
                  <c:v>3701</c:v>
                </c:pt>
                <c:pt idx="3700">
                  <c:v>3702</c:v>
                </c:pt>
                <c:pt idx="3701">
                  <c:v>3703</c:v>
                </c:pt>
                <c:pt idx="3702">
                  <c:v>3704</c:v>
                </c:pt>
                <c:pt idx="3703">
                  <c:v>3705</c:v>
                </c:pt>
                <c:pt idx="3704">
                  <c:v>3706</c:v>
                </c:pt>
                <c:pt idx="3705">
                  <c:v>3707</c:v>
                </c:pt>
                <c:pt idx="3706">
                  <c:v>3708</c:v>
                </c:pt>
                <c:pt idx="3707">
                  <c:v>3709</c:v>
                </c:pt>
                <c:pt idx="3708">
                  <c:v>3710</c:v>
                </c:pt>
                <c:pt idx="3709">
                  <c:v>3711</c:v>
                </c:pt>
                <c:pt idx="3710">
                  <c:v>3712</c:v>
                </c:pt>
                <c:pt idx="3711">
                  <c:v>3713</c:v>
                </c:pt>
                <c:pt idx="3712">
                  <c:v>3714</c:v>
                </c:pt>
                <c:pt idx="3713">
                  <c:v>3715</c:v>
                </c:pt>
                <c:pt idx="3714">
                  <c:v>3716</c:v>
                </c:pt>
                <c:pt idx="3715">
                  <c:v>3717</c:v>
                </c:pt>
                <c:pt idx="3716">
                  <c:v>3718</c:v>
                </c:pt>
                <c:pt idx="3717">
                  <c:v>3719</c:v>
                </c:pt>
                <c:pt idx="3718">
                  <c:v>3720</c:v>
                </c:pt>
                <c:pt idx="3719">
                  <c:v>3721</c:v>
                </c:pt>
                <c:pt idx="3720">
                  <c:v>3722</c:v>
                </c:pt>
                <c:pt idx="3721">
                  <c:v>3723</c:v>
                </c:pt>
                <c:pt idx="3722">
                  <c:v>3724</c:v>
                </c:pt>
                <c:pt idx="3723">
                  <c:v>3725</c:v>
                </c:pt>
                <c:pt idx="3724">
                  <c:v>3726</c:v>
                </c:pt>
                <c:pt idx="3725">
                  <c:v>3727</c:v>
                </c:pt>
                <c:pt idx="3726">
                  <c:v>3728</c:v>
                </c:pt>
                <c:pt idx="3727">
                  <c:v>3729</c:v>
                </c:pt>
                <c:pt idx="3728">
                  <c:v>3730</c:v>
                </c:pt>
                <c:pt idx="3729">
                  <c:v>3731</c:v>
                </c:pt>
                <c:pt idx="3730">
                  <c:v>3732</c:v>
                </c:pt>
                <c:pt idx="3731">
                  <c:v>3733</c:v>
                </c:pt>
                <c:pt idx="3732">
                  <c:v>3734</c:v>
                </c:pt>
                <c:pt idx="3733">
                  <c:v>3735</c:v>
                </c:pt>
                <c:pt idx="3734">
                  <c:v>3736</c:v>
                </c:pt>
                <c:pt idx="3735">
                  <c:v>3737</c:v>
                </c:pt>
                <c:pt idx="3736">
                  <c:v>3738</c:v>
                </c:pt>
                <c:pt idx="3737">
                  <c:v>3739</c:v>
                </c:pt>
                <c:pt idx="3738">
                  <c:v>3740</c:v>
                </c:pt>
                <c:pt idx="3739">
                  <c:v>3741</c:v>
                </c:pt>
                <c:pt idx="3740">
                  <c:v>3742</c:v>
                </c:pt>
                <c:pt idx="3741">
                  <c:v>3743</c:v>
                </c:pt>
                <c:pt idx="3742">
                  <c:v>3744</c:v>
                </c:pt>
                <c:pt idx="3743">
                  <c:v>3745</c:v>
                </c:pt>
                <c:pt idx="3744">
                  <c:v>3746</c:v>
                </c:pt>
                <c:pt idx="3745">
                  <c:v>3747</c:v>
                </c:pt>
                <c:pt idx="3746">
                  <c:v>3748</c:v>
                </c:pt>
                <c:pt idx="3747">
                  <c:v>3749</c:v>
                </c:pt>
                <c:pt idx="3748">
                  <c:v>3750</c:v>
                </c:pt>
                <c:pt idx="3749">
                  <c:v>3751</c:v>
                </c:pt>
                <c:pt idx="3750">
                  <c:v>3752</c:v>
                </c:pt>
                <c:pt idx="3751">
                  <c:v>3753</c:v>
                </c:pt>
                <c:pt idx="3752">
                  <c:v>3754</c:v>
                </c:pt>
                <c:pt idx="3753">
                  <c:v>3755</c:v>
                </c:pt>
                <c:pt idx="3754">
                  <c:v>3756</c:v>
                </c:pt>
                <c:pt idx="3755">
                  <c:v>3757</c:v>
                </c:pt>
                <c:pt idx="3756">
                  <c:v>3758</c:v>
                </c:pt>
                <c:pt idx="3757">
                  <c:v>3759</c:v>
                </c:pt>
                <c:pt idx="3758">
                  <c:v>3760</c:v>
                </c:pt>
                <c:pt idx="3759">
                  <c:v>3761</c:v>
                </c:pt>
                <c:pt idx="3760">
                  <c:v>3762</c:v>
                </c:pt>
                <c:pt idx="3761">
                  <c:v>3763</c:v>
                </c:pt>
                <c:pt idx="3762">
                  <c:v>3764</c:v>
                </c:pt>
                <c:pt idx="3763">
                  <c:v>3765</c:v>
                </c:pt>
                <c:pt idx="3764">
                  <c:v>3766</c:v>
                </c:pt>
                <c:pt idx="3765">
                  <c:v>3767</c:v>
                </c:pt>
                <c:pt idx="3766">
                  <c:v>3768</c:v>
                </c:pt>
                <c:pt idx="3767">
                  <c:v>3769</c:v>
                </c:pt>
                <c:pt idx="3768">
                  <c:v>3770</c:v>
                </c:pt>
                <c:pt idx="3769">
                  <c:v>3771</c:v>
                </c:pt>
                <c:pt idx="3770">
                  <c:v>3772</c:v>
                </c:pt>
                <c:pt idx="3771">
                  <c:v>3773</c:v>
                </c:pt>
                <c:pt idx="3772">
                  <c:v>3774</c:v>
                </c:pt>
                <c:pt idx="3773">
                  <c:v>3775</c:v>
                </c:pt>
                <c:pt idx="3774">
                  <c:v>3776</c:v>
                </c:pt>
                <c:pt idx="3775">
                  <c:v>3777</c:v>
                </c:pt>
                <c:pt idx="3776">
                  <c:v>3778</c:v>
                </c:pt>
                <c:pt idx="3777">
                  <c:v>3779</c:v>
                </c:pt>
                <c:pt idx="3778">
                  <c:v>3780</c:v>
                </c:pt>
                <c:pt idx="3779">
                  <c:v>3781</c:v>
                </c:pt>
                <c:pt idx="3780">
                  <c:v>3782</c:v>
                </c:pt>
                <c:pt idx="3781">
                  <c:v>3783</c:v>
                </c:pt>
                <c:pt idx="3782">
                  <c:v>3784</c:v>
                </c:pt>
                <c:pt idx="3783">
                  <c:v>3785</c:v>
                </c:pt>
                <c:pt idx="3784">
                  <c:v>3786</c:v>
                </c:pt>
                <c:pt idx="3785">
                  <c:v>3787</c:v>
                </c:pt>
                <c:pt idx="3786">
                  <c:v>3788</c:v>
                </c:pt>
                <c:pt idx="3787">
                  <c:v>3789</c:v>
                </c:pt>
                <c:pt idx="3788">
                  <c:v>3790</c:v>
                </c:pt>
                <c:pt idx="3789">
                  <c:v>3791</c:v>
                </c:pt>
                <c:pt idx="3790">
                  <c:v>3792</c:v>
                </c:pt>
                <c:pt idx="3791">
                  <c:v>3793</c:v>
                </c:pt>
                <c:pt idx="3792">
                  <c:v>3794</c:v>
                </c:pt>
                <c:pt idx="3793">
                  <c:v>3795</c:v>
                </c:pt>
                <c:pt idx="3794">
                  <c:v>3796</c:v>
                </c:pt>
                <c:pt idx="3795">
                  <c:v>3797</c:v>
                </c:pt>
                <c:pt idx="3796">
                  <c:v>3798</c:v>
                </c:pt>
                <c:pt idx="3797">
                  <c:v>3799</c:v>
                </c:pt>
                <c:pt idx="3798">
                  <c:v>3800</c:v>
                </c:pt>
                <c:pt idx="3799">
                  <c:v>3801</c:v>
                </c:pt>
                <c:pt idx="3800">
                  <c:v>3802</c:v>
                </c:pt>
                <c:pt idx="3801">
                  <c:v>3803</c:v>
                </c:pt>
                <c:pt idx="3802">
                  <c:v>3804</c:v>
                </c:pt>
                <c:pt idx="3803">
                  <c:v>3805</c:v>
                </c:pt>
                <c:pt idx="3804">
                  <c:v>3806</c:v>
                </c:pt>
                <c:pt idx="3805">
                  <c:v>3807</c:v>
                </c:pt>
                <c:pt idx="3806">
                  <c:v>3808</c:v>
                </c:pt>
                <c:pt idx="3807">
                  <c:v>3809</c:v>
                </c:pt>
                <c:pt idx="3808">
                  <c:v>3810</c:v>
                </c:pt>
                <c:pt idx="3809">
                  <c:v>3811</c:v>
                </c:pt>
                <c:pt idx="3810">
                  <c:v>3812</c:v>
                </c:pt>
                <c:pt idx="3811">
                  <c:v>3813</c:v>
                </c:pt>
                <c:pt idx="3812">
                  <c:v>3814</c:v>
                </c:pt>
                <c:pt idx="3813">
                  <c:v>3815</c:v>
                </c:pt>
                <c:pt idx="3814">
                  <c:v>3816</c:v>
                </c:pt>
                <c:pt idx="3815">
                  <c:v>3817</c:v>
                </c:pt>
                <c:pt idx="3816">
                  <c:v>3818</c:v>
                </c:pt>
                <c:pt idx="3817">
                  <c:v>3819</c:v>
                </c:pt>
                <c:pt idx="3818">
                  <c:v>3820</c:v>
                </c:pt>
                <c:pt idx="3819">
                  <c:v>3821</c:v>
                </c:pt>
                <c:pt idx="3820">
                  <c:v>3822</c:v>
                </c:pt>
                <c:pt idx="3821">
                  <c:v>3823</c:v>
                </c:pt>
                <c:pt idx="3822">
                  <c:v>3824</c:v>
                </c:pt>
                <c:pt idx="3823">
                  <c:v>3825</c:v>
                </c:pt>
                <c:pt idx="3824">
                  <c:v>3826</c:v>
                </c:pt>
                <c:pt idx="3825">
                  <c:v>3827</c:v>
                </c:pt>
                <c:pt idx="3826">
                  <c:v>3828</c:v>
                </c:pt>
                <c:pt idx="3827">
                  <c:v>3829</c:v>
                </c:pt>
                <c:pt idx="3828">
                  <c:v>3830</c:v>
                </c:pt>
                <c:pt idx="3829">
                  <c:v>3831</c:v>
                </c:pt>
                <c:pt idx="3830">
                  <c:v>3832</c:v>
                </c:pt>
                <c:pt idx="3831">
                  <c:v>3833</c:v>
                </c:pt>
                <c:pt idx="3832">
                  <c:v>3834</c:v>
                </c:pt>
                <c:pt idx="3833">
                  <c:v>3835</c:v>
                </c:pt>
                <c:pt idx="3834">
                  <c:v>3836</c:v>
                </c:pt>
                <c:pt idx="3835">
                  <c:v>3837</c:v>
                </c:pt>
                <c:pt idx="3836">
                  <c:v>3838</c:v>
                </c:pt>
                <c:pt idx="3837">
                  <c:v>3839</c:v>
                </c:pt>
                <c:pt idx="3838">
                  <c:v>3840</c:v>
                </c:pt>
                <c:pt idx="3839">
                  <c:v>3841</c:v>
                </c:pt>
                <c:pt idx="3840">
                  <c:v>3842</c:v>
                </c:pt>
                <c:pt idx="3841">
                  <c:v>3843</c:v>
                </c:pt>
                <c:pt idx="3842">
                  <c:v>3844</c:v>
                </c:pt>
                <c:pt idx="3843">
                  <c:v>3845</c:v>
                </c:pt>
                <c:pt idx="3844">
                  <c:v>3846</c:v>
                </c:pt>
                <c:pt idx="3845">
                  <c:v>3847</c:v>
                </c:pt>
                <c:pt idx="3846">
                  <c:v>3848</c:v>
                </c:pt>
                <c:pt idx="3847">
                  <c:v>3849</c:v>
                </c:pt>
                <c:pt idx="3848">
                  <c:v>3850</c:v>
                </c:pt>
                <c:pt idx="3849">
                  <c:v>3851</c:v>
                </c:pt>
                <c:pt idx="3850">
                  <c:v>3852</c:v>
                </c:pt>
                <c:pt idx="3851">
                  <c:v>3853</c:v>
                </c:pt>
                <c:pt idx="3852">
                  <c:v>3854</c:v>
                </c:pt>
                <c:pt idx="3853">
                  <c:v>3855</c:v>
                </c:pt>
                <c:pt idx="3854">
                  <c:v>3856</c:v>
                </c:pt>
                <c:pt idx="3855">
                  <c:v>3857</c:v>
                </c:pt>
                <c:pt idx="3856">
                  <c:v>3858</c:v>
                </c:pt>
                <c:pt idx="3857">
                  <c:v>3859</c:v>
                </c:pt>
                <c:pt idx="3858">
                  <c:v>3860</c:v>
                </c:pt>
                <c:pt idx="3859">
                  <c:v>3861</c:v>
                </c:pt>
                <c:pt idx="3860">
                  <c:v>3862</c:v>
                </c:pt>
                <c:pt idx="3861">
                  <c:v>3863</c:v>
                </c:pt>
                <c:pt idx="3862">
                  <c:v>3864</c:v>
                </c:pt>
                <c:pt idx="3863">
                  <c:v>3865</c:v>
                </c:pt>
                <c:pt idx="3864">
                  <c:v>3866</c:v>
                </c:pt>
                <c:pt idx="3865">
                  <c:v>3867</c:v>
                </c:pt>
                <c:pt idx="3866">
                  <c:v>3868</c:v>
                </c:pt>
                <c:pt idx="3867">
                  <c:v>3869</c:v>
                </c:pt>
                <c:pt idx="3868">
                  <c:v>3870</c:v>
                </c:pt>
                <c:pt idx="3869">
                  <c:v>3871</c:v>
                </c:pt>
                <c:pt idx="3870">
                  <c:v>3872</c:v>
                </c:pt>
                <c:pt idx="3871">
                  <c:v>3873</c:v>
                </c:pt>
                <c:pt idx="3872">
                  <c:v>3874</c:v>
                </c:pt>
                <c:pt idx="3873">
                  <c:v>3875</c:v>
                </c:pt>
                <c:pt idx="3874">
                  <c:v>3876</c:v>
                </c:pt>
                <c:pt idx="3875">
                  <c:v>3877</c:v>
                </c:pt>
                <c:pt idx="3876">
                  <c:v>3878</c:v>
                </c:pt>
                <c:pt idx="3877">
                  <c:v>3879</c:v>
                </c:pt>
                <c:pt idx="3878">
                  <c:v>3880</c:v>
                </c:pt>
                <c:pt idx="3879">
                  <c:v>3881</c:v>
                </c:pt>
                <c:pt idx="3880">
                  <c:v>3882</c:v>
                </c:pt>
                <c:pt idx="3881">
                  <c:v>3883</c:v>
                </c:pt>
                <c:pt idx="3882">
                  <c:v>3884</c:v>
                </c:pt>
                <c:pt idx="3883">
                  <c:v>3885</c:v>
                </c:pt>
                <c:pt idx="3884">
                  <c:v>3886</c:v>
                </c:pt>
                <c:pt idx="3885">
                  <c:v>3887</c:v>
                </c:pt>
                <c:pt idx="3886">
                  <c:v>3888</c:v>
                </c:pt>
                <c:pt idx="3887">
                  <c:v>3889</c:v>
                </c:pt>
                <c:pt idx="3888">
                  <c:v>3890</c:v>
                </c:pt>
                <c:pt idx="3889">
                  <c:v>3891</c:v>
                </c:pt>
                <c:pt idx="3890">
                  <c:v>3892</c:v>
                </c:pt>
                <c:pt idx="3891">
                  <c:v>3893</c:v>
                </c:pt>
                <c:pt idx="3892">
                  <c:v>3894</c:v>
                </c:pt>
                <c:pt idx="3893">
                  <c:v>3895</c:v>
                </c:pt>
                <c:pt idx="3894">
                  <c:v>3896</c:v>
                </c:pt>
                <c:pt idx="3895">
                  <c:v>3897</c:v>
                </c:pt>
                <c:pt idx="3896">
                  <c:v>3898</c:v>
                </c:pt>
                <c:pt idx="3897">
                  <c:v>3899</c:v>
                </c:pt>
                <c:pt idx="3898">
                  <c:v>3900</c:v>
                </c:pt>
                <c:pt idx="3899">
                  <c:v>3901</c:v>
                </c:pt>
                <c:pt idx="3900">
                  <c:v>3902</c:v>
                </c:pt>
                <c:pt idx="3901">
                  <c:v>3903</c:v>
                </c:pt>
                <c:pt idx="3902">
                  <c:v>3904</c:v>
                </c:pt>
                <c:pt idx="3903">
                  <c:v>3905</c:v>
                </c:pt>
                <c:pt idx="3904">
                  <c:v>3906</c:v>
                </c:pt>
                <c:pt idx="3905">
                  <c:v>3907</c:v>
                </c:pt>
                <c:pt idx="3906">
                  <c:v>3908</c:v>
                </c:pt>
                <c:pt idx="3907">
                  <c:v>3909</c:v>
                </c:pt>
                <c:pt idx="3908">
                  <c:v>3910</c:v>
                </c:pt>
                <c:pt idx="3909">
                  <c:v>3911</c:v>
                </c:pt>
                <c:pt idx="3910">
                  <c:v>3912</c:v>
                </c:pt>
                <c:pt idx="3911">
                  <c:v>3913</c:v>
                </c:pt>
                <c:pt idx="3912">
                  <c:v>3914</c:v>
                </c:pt>
                <c:pt idx="3913">
                  <c:v>3915</c:v>
                </c:pt>
                <c:pt idx="3914">
                  <c:v>3916</c:v>
                </c:pt>
                <c:pt idx="3915">
                  <c:v>3917</c:v>
                </c:pt>
                <c:pt idx="3916">
                  <c:v>3918</c:v>
                </c:pt>
                <c:pt idx="3917">
                  <c:v>3919</c:v>
                </c:pt>
                <c:pt idx="3918">
                  <c:v>3920</c:v>
                </c:pt>
                <c:pt idx="3919">
                  <c:v>3921</c:v>
                </c:pt>
                <c:pt idx="3920">
                  <c:v>3922</c:v>
                </c:pt>
                <c:pt idx="3921">
                  <c:v>3923</c:v>
                </c:pt>
                <c:pt idx="3922">
                  <c:v>3924</c:v>
                </c:pt>
                <c:pt idx="3923">
                  <c:v>3925</c:v>
                </c:pt>
                <c:pt idx="3924">
                  <c:v>3926</c:v>
                </c:pt>
                <c:pt idx="3925">
                  <c:v>3927</c:v>
                </c:pt>
                <c:pt idx="3926">
                  <c:v>3928</c:v>
                </c:pt>
                <c:pt idx="3927">
                  <c:v>3929</c:v>
                </c:pt>
                <c:pt idx="3928">
                  <c:v>3930</c:v>
                </c:pt>
                <c:pt idx="3929">
                  <c:v>3931</c:v>
                </c:pt>
                <c:pt idx="3930">
                  <c:v>3932</c:v>
                </c:pt>
                <c:pt idx="3931">
                  <c:v>3933</c:v>
                </c:pt>
                <c:pt idx="3932">
                  <c:v>3934</c:v>
                </c:pt>
                <c:pt idx="3933">
                  <c:v>3935</c:v>
                </c:pt>
                <c:pt idx="3934">
                  <c:v>3936</c:v>
                </c:pt>
                <c:pt idx="3935">
                  <c:v>3937</c:v>
                </c:pt>
                <c:pt idx="3936">
                  <c:v>3938</c:v>
                </c:pt>
                <c:pt idx="3937">
                  <c:v>3939</c:v>
                </c:pt>
                <c:pt idx="3938">
                  <c:v>3940</c:v>
                </c:pt>
                <c:pt idx="3939">
                  <c:v>3941</c:v>
                </c:pt>
                <c:pt idx="3940">
                  <c:v>3942</c:v>
                </c:pt>
                <c:pt idx="3941">
                  <c:v>3943</c:v>
                </c:pt>
                <c:pt idx="3942">
                  <c:v>3944</c:v>
                </c:pt>
                <c:pt idx="3943">
                  <c:v>3945</c:v>
                </c:pt>
                <c:pt idx="3944">
                  <c:v>3946</c:v>
                </c:pt>
                <c:pt idx="3945">
                  <c:v>3947</c:v>
                </c:pt>
                <c:pt idx="3946">
                  <c:v>3948</c:v>
                </c:pt>
                <c:pt idx="3947">
                  <c:v>3949</c:v>
                </c:pt>
                <c:pt idx="3948">
                  <c:v>3950</c:v>
                </c:pt>
                <c:pt idx="3949">
                  <c:v>3951</c:v>
                </c:pt>
                <c:pt idx="3950">
                  <c:v>3952</c:v>
                </c:pt>
                <c:pt idx="3951">
                  <c:v>3953</c:v>
                </c:pt>
                <c:pt idx="3952">
                  <c:v>3954</c:v>
                </c:pt>
                <c:pt idx="3953">
                  <c:v>3955</c:v>
                </c:pt>
                <c:pt idx="3954">
                  <c:v>3956</c:v>
                </c:pt>
                <c:pt idx="3955">
                  <c:v>3957</c:v>
                </c:pt>
                <c:pt idx="3956">
                  <c:v>3958</c:v>
                </c:pt>
                <c:pt idx="3957">
                  <c:v>3959</c:v>
                </c:pt>
                <c:pt idx="3958">
                  <c:v>3960</c:v>
                </c:pt>
                <c:pt idx="3959">
                  <c:v>3961</c:v>
                </c:pt>
                <c:pt idx="3960">
                  <c:v>3962</c:v>
                </c:pt>
                <c:pt idx="3961">
                  <c:v>3963</c:v>
                </c:pt>
                <c:pt idx="3962">
                  <c:v>3964</c:v>
                </c:pt>
                <c:pt idx="3963">
                  <c:v>3965</c:v>
                </c:pt>
                <c:pt idx="3964">
                  <c:v>3966</c:v>
                </c:pt>
                <c:pt idx="3965">
                  <c:v>3967</c:v>
                </c:pt>
                <c:pt idx="3966">
                  <c:v>3968</c:v>
                </c:pt>
                <c:pt idx="3967">
                  <c:v>3969</c:v>
                </c:pt>
                <c:pt idx="3968">
                  <c:v>3970</c:v>
                </c:pt>
                <c:pt idx="3969">
                  <c:v>3971</c:v>
                </c:pt>
                <c:pt idx="3970">
                  <c:v>3972</c:v>
                </c:pt>
                <c:pt idx="3971">
                  <c:v>3973</c:v>
                </c:pt>
                <c:pt idx="3972">
                  <c:v>3974</c:v>
                </c:pt>
                <c:pt idx="3973">
                  <c:v>3975</c:v>
                </c:pt>
                <c:pt idx="3974">
                  <c:v>3976</c:v>
                </c:pt>
                <c:pt idx="3975">
                  <c:v>3977</c:v>
                </c:pt>
                <c:pt idx="3976">
                  <c:v>3978</c:v>
                </c:pt>
                <c:pt idx="3977">
                  <c:v>3979</c:v>
                </c:pt>
                <c:pt idx="3978">
                  <c:v>3980</c:v>
                </c:pt>
                <c:pt idx="3979">
                  <c:v>3981</c:v>
                </c:pt>
                <c:pt idx="3980">
                  <c:v>3982</c:v>
                </c:pt>
                <c:pt idx="3981">
                  <c:v>3983</c:v>
                </c:pt>
                <c:pt idx="3982">
                  <c:v>3984</c:v>
                </c:pt>
                <c:pt idx="3983">
                  <c:v>3985</c:v>
                </c:pt>
                <c:pt idx="3984">
                  <c:v>3986</c:v>
                </c:pt>
                <c:pt idx="3985">
                  <c:v>3987</c:v>
                </c:pt>
                <c:pt idx="3986">
                  <c:v>3988</c:v>
                </c:pt>
                <c:pt idx="3987">
                  <c:v>3989</c:v>
                </c:pt>
                <c:pt idx="3988">
                  <c:v>3990</c:v>
                </c:pt>
                <c:pt idx="3989">
                  <c:v>3991</c:v>
                </c:pt>
                <c:pt idx="3990">
                  <c:v>3992</c:v>
                </c:pt>
                <c:pt idx="3991">
                  <c:v>3993</c:v>
                </c:pt>
                <c:pt idx="3992">
                  <c:v>3994</c:v>
                </c:pt>
                <c:pt idx="3993">
                  <c:v>3995</c:v>
                </c:pt>
                <c:pt idx="3994">
                  <c:v>3996</c:v>
                </c:pt>
                <c:pt idx="3995">
                  <c:v>3997</c:v>
                </c:pt>
                <c:pt idx="3996">
                  <c:v>3998</c:v>
                </c:pt>
                <c:pt idx="3997">
                  <c:v>3999</c:v>
                </c:pt>
                <c:pt idx="3998">
                  <c:v>4000</c:v>
                </c:pt>
                <c:pt idx="3999">
                  <c:v>4001</c:v>
                </c:pt>
                <c:pt idx="4000">
                  <c:v>4002</c:v>
                </c:pt>
                <c:pt idx="4001">
                  <c:v>4003</c:v>
                </c:pt>
                <c:pt idx="4002">
                  <c:v>4004</c:v>
                </c:pt>
                <c:pt idx="4003">
                  <c:v>4005</c:v>
                </c:pt>
                <c:pt idx="4004">
                  <c:v>4006</c:v>
                </c:pt>
                <c:pt idx="4005">
                  <c:v>4007</c:v>
                </c:pt>
                <c:pt idx="4006">
                  <c:v>4008</c:v>
                </c:pt>
                <c:pt idx="4007">
                  <c:v>4009</c:v>
                </c:pt>
                <c:pt idx="4008">
                  <c:v>4010</c:v>
                </c:pt>
                <c:pt idx="4009">
                  <c:v>4011</c:v>
                </c:pt>
                <c:pt idx="4010">
                  <c:v>4012</c:v>
                </c:pt>
                <c:pt idx="4011">
                  <c:v>4013</c:v>
                </c:pt>
                <c:pt idx="4012">
                  <c:v>4014</c:v>
                </c:pt>
                <c:pt idx="4013">
                  <c:v>4015</c:v>
                </c:pt>
                <c:pt idx="4014">
                  <c:v>4016</c:v>
                </c:pt>
                <c:pt idx="4015">
                  <c:v>4017</c:v>
                </c:pt>
                <c:pt idx="4016">
                  <c:v>4018</c:v>
                </c:pt>
                <c:pt idx="4017">
                  <c:v>4019</c:v>
                </c:pt>
                <c:pt idx="4018">
                  <c:v>4020</c:v>
                </c:pt>
                <c:pt idx="4019">
                  <c:v>4021</c:v>
                </c:pt>
                <c:pt idx="4020">
                  <c:v>4022</c:v>
                </c:pt>
                <c:pt idx="4021">
                  <c:v>4023</c:v>
                </c:pt>
                <c:pt idx="4022">
                  <c:v>4024</c:v>
                </c:pt>
                <c:pt idx="4023">
                  <c:v>4025</c:v>
                </c:pt>
                <c:pt idx="4024">
                  <c:v>4026</c:v>
                </c:pt>
                <c:pt idx="4025">
                  <c:v>4027</c:v>
                </c:pt>
                <c:pt idx="4026">
                  <c:v>4028</c:v>
                </c:pt>
                <c:pt idx="4027">
                  <c:v>4029</c:v>
                </c:pt>
                <c:pt idx="4028">
                  <c:v>4030</c:v>
                </c:pt>
                <c:pt idx="4029">
                  <c:v>4031</c:v>
                </c:pt>
                <c:pt idx="4030">
                  <c:v>4032</c:v>
                </c:pt>
                <c:pt idx="4031">
                  <c:v>4033</c:v>
                </c:pt>
                <c:pt idx="4032">
                  <c:v>4034</c:v>
                </c:pt>
                <c:pt idx="4033">
                  <c:v>4035</c:v>
                </c:pt>
                <c:pt idx="4034">
                  <c:v>4036</c:v>
                </c:pt>
                <c:pt idx="4035">
                  <c:v>4037</c:v>
                </c:pt>
                <c:pt idx="4036">
                  <c:v>4038</c:v>
                </c:pt>
                <c:pt idx="4037">
                  <c:v>4039</c:v>
                </c:pt>
                <c:pt idx="4038">
                  <c:v>4040</c:v>
                </c:pt>
                <c:pt idx="4039">
                  <c:v>4041</c:v>
                </c:pt>
                <c:pt idx="4040">
                  <c:v>4042</c:v>
                </c:pt>
                <c:pt idx="4041">
                  <c:v>4043</c:v>
                </c:pt>
                <c:pt idx="4042">
                  <c:v>4044</c:v>
                </c:pt>
                <c:pt idx="4043">
                  <c:v>4045</c:v>
                </c:pt>
                <c:pt idx="4044">
                  <c:v>4046</c:v>
                </c:pt>
                <c:pt idx="4045">
                  <c:v>4047</c:v>
                </c:pt>
                <c:pt idx="4046">
                  <c:v>4048</c:v>
                </c:pt>
                <c:pt idx="4047">
                  <c:v>4049</c:v>
                </c:pt>
                <c:pt idx="4048">
                  <c:v>4050</c:v>
                </c:pt>
                <c:pt idx="4049">
                  <c:v>4051</c:v>
                </c:pt>
                <c:pt idx="4050">
                  <c:v>4052</c:v>
                </c:pt>
                <c:pt idx="4051">
                  <c:v>4053</c:v>
                </c:pt>
                <c:pt idx="4052">
                  <c:v>4054</c:v>
                </c:pt>
                <c:pt idx="4053">
                  <c:v>4055</c:v>
                </c:pt>
                <c:pt idx="4054">
                  <c:v>4056</c:v>
                </c:pt>
                <c:pt idx="4055">
                  <c:v>4057</c:v>
                </c:pt>
                <c:pt idx="4056">
                  <c:v>4058</c:v>
                </c:pt>
                <c:pt idx="4057">
                  <c:v>4059</c:v>
                </c:pt>
                <c:pt idx="4058">
                  <c:v>4060</c:v>
                </c:pt>
                <c:pt idx="4059">
                  <c:v>4061</c:v>
                </c:pt>
                <c:pt idx="4060">
                  <c:v>4062</c:v>
                </c:pt>
                <c:pt idx="4061">
                  <c:v>4063</c:v>
                </c:pt>
                <c:pt idx="4062">
                  <c:v>4064</c:v>
                </c:pt>
                <c:pt idx="4063">
                  <c:v>4065</c:v>
                </c:pt>
                <c:pt idx="4064">
                  <c:v>4066</c:v>
                </c:pt>
                <c:pt idx="4065">
                  <c:v>4067</c:v>
                </c:pt>
                <c:pt idx="4066">
                  <c:v>4068</c:v>
                </c:pt>
                <c:pt idx="4067">
                  <c:v>4069</c:v>
                </c:pt>
                <c:pt idx="4068">
                  <c:v>4070</c:v>
                </c:pt>
                <c:pt idx="4069">
                  <c:v>4071</c:v>
                </c:pt>
                <c:pt idx="4070">
                  <c:v>4072</c:v>
                </c:pt>
                <c:pt idx="4071">
                  <c:v>4073</c:v>
                </c:pt>
                <c:pt idx="4072">
                  <c:v>4074</c:v>
                </c:pt>
                <c:pt idx="4073">
                  <c:v>4075</c:v>
                </c:pt>
                <c:pt idx="4074">
                  <c:v>4076</c:v>
                </c:pt>
                <c:pt idx="4075">
                  <c:v>4077</c:v>
                </c:pt>
                <c:pt idx="4076">
                  <c:v>4078</c:v>
                </c:pt>
                <c:pt idx="4077">
                  <c:v>4079</c:v>
                </c:pt>
                <c:pt idx="4078">
                  <c:v>4080</c:v>
                </c:pt>
                <c:pt idx="4079">
                  <c:v>4081</c:v>
                </c:pt>
                <c:pt idx="4080">
                  <c:v>4082</c:v>
                </c:pt>
                <c:pt idx="4081">
                  <c:v>4083</c:v>
                </c:pt>
                <c:pt idx="4082">
                  <c:v>4084</c:v>
                </c:pt>
                <c:pt idx="4083">
                  <c:v>4085</c:v>
                </c:pt>
                <c:pt idx="4084">
                  <c:v>4086</c:v>
                </c:pt>
                <c:pt idx="4085">
                  <c:v>4087</c:v>
                </c:pt>
                <c:pt idx="4086">
                  <c:v>4088</c:v>
                </c:pt>
                <c:pt idx="4087">
                  <c:v>4089</c:v>
                </c:pt>
                <c:pt idx="4088">
                  <c:v>4090</c:v>
                </c:pt>
                <c:pt idx="4089">
                  <c:v>4091</c:v>
                </c:pt>
                <c:pt idx="4090">
                  <c:v>4092</c:v>
                </c:pt>
                <c:pt idx="4091">
                  <c:v>4093</c:v>
                </c:pt>
                <c:pt idx="4092">
                  <c:v>4094</c:v>
                </c:pt>
                <c:pt idx="4093">
                  <c:v>4095</c:v>
                </c:pt>
                <c:pt idx="4094">
                  <c:v>4096</c:v>
                </c:pt>
                <c:pt idx="4095">
                  <c:v>4097</c:v>
                </c:pt>
                <c:pt idx="4096">
                  <c:v>4098</c:v>
                </c:pt>
                <c:pt idx="4097">
                  <c:v>4099</c:v>
                </c:pt>
                <c:pt idx="4098">
                  <c:v>4100</c:v>
                </c:pt>
                <c:pt idx="4099">
                  <c:v>4101</c:v>
                </c:pt>
                <c:pt idx="4100">
                  <c:v>4102</c:v>
                </c:pt>
                <c:pt idx="4101">
                  <c:v>4103</c:v>
                </c:pt>
                <c:pt idx="4102">
                  <c:v>4104</c:v>
                </c:pt>
                <c:pt idx="4103">
                  <c:v>4105</c:v>
                </c:pt>
                <c:pt idx="4104">
                  <c:v>4106</c:v>
                </c:pt>
                <c:pt idx="4105">
                  <c:v>4107</c:v>
                </c:pt>
                <c:pt idx="4106">
                  <c:v>4108</c:v>
                </c:pt>
                <c:pt idx="4107">
                  <c:v>4109</c:v>
                </c:pt>
                <c:pt idx="4108">
                  <c:v>4110</c:v>
                </c:pt>
                <c:pt idx="4109">
                  <c:v>4111</c:v>
                </c:pt>
                <c:pt idx="4110">
                  <c:v>4112</c:v>
                </c:pt>
                <c:pt idx="4111">
                  <c:v>4113</c:v>
                </c:pt>
                <c:pt idx="4112">
                  <c:v>4114</c:v>
                </c:pt>
                <c:pt idx="4113">
                  <c:v>4115</c:v>
                </c:pt>
                <c:pt idx="4114">
                  <c:v>4116</c:v>
                </c:pt>
                <c:pt idx="4115">
                  <c:v>4117</c:v>
                </c:pt>
                <c:pt idx="4116">
                  <c:v>4118</c:v>
                </c:pt>
                <c:pt idx="4117">
                  <c:v>4119</c:v>
                </c:pt>
                <c:pt idx="4118">
                  <c:v>4120</c:v>
                </c:pt>
                <c:pt idx="4119">
                  <c:v>4121</c:v>
                </c:pt>
                <c:pt idx="4120">
                  <c:v>4122</c:v>
                </c:pt>
                <c:pt idx="4121">
                  <c:v>4123</c:v>
                </c:pt>
                <c:pt idx="4122">
                  <c:v>4124</c:v>
                </c:pt>
                <c:pt idx="4123">
                  <c:v>4125</c:v>
                </c:pt>
                <c:pt idx="4124">
                  <c:v>4126</c:v>
                </c:pt>
                <c:pt idx="4125">
                  <c:v>4127</c:v>
                </c:pt>
                <c:pt idx="4126">
                  <c:v>4128</c:v>
                </c:pt>
                <c:pt idx="4127">
                  <c:v>4129</c:v>
                </c:pt>
                <c:pt idx="4128">
                  <c:v>4130</c:v>
                </c:pt>
                <c:pt idx="4129">
                  <c:v>4131</c:v>
                </c:pt>
                <c:pt idx="4130">
                  <c:v>4132</c:v>
                </c:pt>
                <c:pt idx="4131">
                  <c:v>4133</c:v>
                </c:pt>
                <c:pt idx="4132">
                  <c:v>4134</c:v>
                </c:pt>
                <c:pt idx="4133">
                  <c:v>4135</c:v>
                </c:pt>
                <c:pt idx="4134">
                  <c:v>4136</c:v>
                </c:pt>
                <c:pt idx="4135">
                  <c:v>4137</c:v>
                </c:pt>
                <c:pt idx="4136">
                  <c:v>4138</c:v>
                </c:pt>
                <c:pt idx="4137">
                  <c:v>4139</c:v>
                </c:pt>
                <c:pt idx="4138">
                  <c:v>4140</c:v>
                </c:pt>
                <c:pt idx="4139">
                  <c:v>4141</c:v>
                </c:pt>
                <c:pt idx="4140">
                  <c:v>4142</c:v>
                </c:pt>
                <c:pt idx="4141">
                  <c:v>4143</c:v>
                </c:pt>
                <c:pt idx="4142">
                  <c:v>4144</c:v>
                </c:pt>
                <c:pt idx="4143">
                  <c:v>4145</c:v>
                </c:pt>
                <c:pt idx="4144">
                  <c:v>4146</c:v>
                </c:pt>
                <c:pt idx="4145">
                  <c:v>4147</c:v>
                </c:pt>
                <c:pt idx="4146">
                  <c:v>4148</c:v>
                </c:pt>
                <c:pt idx="4147">
                  <c:v>4149</c:v>
                </c:pt>
                <c:pt idx="4148">
                  <c:v>4150</c:v>
                </c:pt>
                <c:pt idx="4149">
                  <c:v>4151</c:v>
                </c:pt>
                <c:pt idx="4150">
                  <c:v>4152</c:v>
                </c:pt>
                <c:pt idx="4151">
                  <c:v>4153</c:v>
                </c:pt>
                <c:pt idx="4152">
                  <c:v>4154</c:v>
                </c:pt>
                <c:pt idx="4153">
                  <c:v>4155</c:v>
                </c:pt>
                <c:pt idx="4154">
                  <c:v>4156</c:v>
                </c:pt>
                <c:pt idx="4155">
                  <c:v>4157</c:v>
                </c:pt>
                <c:pt idx="4156">
                  <c:v>4158</c:v>
                </c:pt>
                <c:pt idx="4157">
                  <c:v>4159</c:v>
                </c:pt>
                <c:pt idx="4158">
                  <c:v>4160</c:v>
                </c:pt>
                <c:pt idx="4159">
                  <c:v>4161</c:v>
                </c:pt>
                <c:pt idx="4160">
                  <c:v>4162</c:v>
                </c:pt>
                <c:pt idx="4161">
                  <c:v>4163</c:v>
                </c:pt>
                <c:pt idx="4162">
                  <c:v>4164</c:v>
                </c:pt>
                <c:pt idx="4163">
                  <c:v>4165</c:v>
                </c:pt>
                <c:pt idx="4164">
                  <c:v>4166</c:v>
                </c:pt>
                <c:pt idx="4165">
                  <c:v>4167</c:v>
                </c:pt>
                <c:pt idx="4166">
                  <c:v>4168</c:v>
                </c:pt>
                <c:pt idx="4167">
                  <c:v>4169</c:v>
                </c:pt>
                <c:pt idx="4168">
                  <c:v>4170</c:v>
                </c:pt>
                <c:pt idx="4169">
                  <c:v>4171</c:v>
                </c:pt>
                <c:pt idx="4170">
                  <c:v>4172</c:v>
                </c:pt>
                <c:pt idx="4171">
                  <c:v>4173</c:v>
                </c:pt>
                <c:pt idx="4172">
                  <c:v>4174</c:v>
                </c:pt>
                <c:pt idx="4173">
                  <c:v>4175</c:v>
                </c:pt>
                <c:pt idx="4174">
                  <c:v>4176</c:v>
                </c:pt>
                <c:pt idx="4175">
                  <c:v>4177</c:v>
                </c:pt>
                <c:pt idx="4176">
                  <c:v>4178</c:v>
                </c:pt>
                <c:pt idx="4177">
                  <c:v>4179</c:v>
                </c:pt>
                <c:pt idx="4178">
                  <c:v>4180</c:v>
                </c:pt>
                <c:pt idx="4179">
                  <c:v>4181</c:v>
                </c:pt>
                <c:pt idx="4180">
                  <c:v>4182</c:v>
                </c:pt>
                <c:pt idx="4181">
                  <c:v>4183</c:v>
                </c:pt>
                <c:pt idx="4182">
                  <c:v>4184</c:v>
                </c:pt>
                <c:pt idx="4183">
                  <c:v>4185</c:v>
                </c:pt>
                <c:pt idx="4184">
                  <c:v>4186</c:v>
                </c:pt>
                <c:pt idx="4185">
                  <c:v>4187</c:v>
                </c:pt>
                <c:pt idx="4186">
                  <c:v>4188</c:v>
                </c:pt>
                <c:pt idx="4187">
                  <c:v>4189</c:v>
                </c:pt>
                <c:pt idx="4188">
                  <c:v>4190</c:v>
                </c:pt>
                <c:pt idx="4189">
                  <c:v>4191</c:v>
                </c:pt>
                <c:pt idx="4190">
                  <c:v>4192</c:v>
                </c:pt>
                <c:pt idx="4191">
                  <c:v>4193</c:v>
                </c:pt>
                <c:pt idx="4192">
                  <c:v>4194</c:v>
                </c:pt>
                <c:pt idx="4193">
                  <c:v>4195</c:v>
                </c:pt>
                <c:pt idx="4194">
                  <c:v>4196</c:v>
                </c:pt>
                <c:pt idx="4195">
                  <c:v>4197</c:v>
                </c:pt>
                <c:pt idx="4196">
                  <c:v>4198</c:v>
                </c:pt>
                <c:pt idx="4197">
                  <c:v>4199</c:v>
                </c:pt>
                <c:pt idx="4198">
                  <c:v>4200</c:v>
                </c:pt>
                <c:pt idx="4199">
                  <c:v>4201</c:v>
                </c:pt>
                <c:pt idx="4200">
                  <c:v>4202</c:v>
                </c:pt>
                <c:pt idx="4201">
                  <c:v>4203</c:v>
                </c:pt>
                <c:pt idx="4202">
                  <c:v>4204</c:v>
                </c:pt>
                <c:pt idx="4203">
                  <c:v>4205</c:v>
                </c:pt>
                <c:pt idx="4204">
                  <c:v>4206</c:v>
                </c:pt>
                <c:pt idx="4205">
                  <c:v>4207</c:v>
                </c:pt>
                <c:pt idx="4206">
                  <c:v>4208</c:v>
                </c:pt>
                <c:pt idx="4207">
                  <c:v>4209</c:v>
                </c:pt>
                <c:pt idx="4208">
                  <c:v>4210</c:v>
                </c:pt>
                <c:pt idx="4209">
                  <c:v>4211</c:v>
                </c:pt>
                <c:pt idx="4210">
                  <c:v>4212</c:v>
                </c:pt>
                <c:pt idx="4211">
                  <c:v>4213</c:v>
                </c:pt>
                <c:pt idx="4212">
                  <c:v>4214</c:v>
                </c:pt>
                <c:pt idx="4213">
                  <c:v>4215</c:v>
                </c:pt>
                <c:pt idx="4214">
                  <c:v>4216</c:v>
                </c:pt>
                <c:pt idx="4215">
                  <c:v>4217</c:v>
                </c:pt>
                <c:pt idx="4216">
                  <c:v>4218</c:v>
                </c:pt>
                <c:pt idx="4217">
                  <c:v>4219</c:v>
                </c:pt>
                <c:pt idx="4218">
                  <c:v>4220</c:v>
                </c:pt>
                <c:pt idx="4219">
                  <c:v>4221</c:v>
                </c:pt>
                <c:pt idx="4220">
                  <c:v>4222</c:v>
                </c:pt>
                <c:pt idx="4221">
                  <c:v>4223</c:v>
                </c:pt>
                <c:pt idx="4222">
                  <c:v>4224</c:v>
                </c:pt>
                <c:pt idx="4223">
                  <c:v>4225</c:v>
                </c:pt>
                <c:pt idx="4224">
                  <c:v>4226</c:v>
                </c:pt>
                <c:pt idx="4225">
                  <c:v>4227</c:v>
                </c:pt>
                <c:pt idx="4226">
                  <c:v>4228</c:v>
                </c:pt>
                <c:pt idx="4227">
                  <c:v>4229</c:v>
                </c:pt>
                <c:pt idx="4228">
                  <c:v>4230</c:v>
                </c:pt>
                <c:pt idx="4229">
                  <c:v>4231</c:v>
                </c:pt>
                <c:pt idx="4230">
                  <c:v>4232</c:v>
                </c:pt>
                <c:pt idx="4231">
                  <c:v>4233</c:v>
                </c:pt>
                <c:pt idx="4232">
                  <c:v>4234</c:v>
                </c:pt>
                <c:pt idx="4233">
                  <c:v>4235</c:v>
                </c:pt>
                <c:pt idx="4234">
                  <c:v>4236</c:v>
                </c:pt>
                <c:pt idx="4235">
                  <c:v>4237</c:v>
                </c:pt>
                <c:pt idx="4236">
                  <c:v>4238</c:v>
                </c:pt>
                <c:pt idx="4237">
                  <c:v>4239</c:v>
                </c:pt>
                <c:pt idx="4238">
                  <c:v>4240</c:v>
                </c:pt>
                <c:pt idx="4239">
                  <c:v>4241</c:v>
                </c:pt>
                <c:pt idx="4240">
                  <c:v>4242</c:v>
                </c:pt>
                <c:pt idx="4241">
                  <c:v>4243</c:v>
                </c:pt>
                <c:pt idx="4242">
                  <c:v>4244</c:v>
                </c:pt>
                <c:pt idx="4243">
                  <c:v>4245</c:v>
                </c:pt>
                <c:pt idx="4244">
                  <c:v>4246</c:v>
                </c:pt>
                <c:pt idx="4245">
                  <c:v>4247</c:v>
                </c:pt>
                <c:pt idx="4246">
                  <c:v>4248</c:v>
                </c:pt>
                <c:pt idx="4247">
                  <c:v>4249</c:v>
                </c:pt>
                <c:pt idx="4248">
                  <c:v>4250</c:v>
                </c:pt>
                <c:pt idx="4249">
                  <c:v>4251</c:v>
                </c:pt>
                <c:pt idx="4250">
                  <c:v>4252</c:v>
                </c:pt>
                <c:pt idx="4251">
                  <c:v>4253</c:v>
                </c:pt>
                <c:pt idx="4252">
                  <c:v>4254</c:v>
                </c:pt>
                <c:pt idx="4253">
                  <c:v>4255</c:v>
                </c:pt>
                <c:pt idx="4254">
                  <c:v>4256</c:v>
                </c:pt>
                <c:pt idx="4255">
                  <c:v>4257</c:v>
                </c:pt>
                <c:pt idx="4256">
                  <c:v>4258</c:v>
                </c:pt>
                <c:pt idx="4257">
                  <c:v>4259</c:v>
                </c:pt>
                <c:pt idx="4258">
                  <c:v>4260</c:v>
                </c:pt>
                <c:pt idx="4259">
                  <c:v>4261</c:v>
                </c:pt>
                <c:pt idx="4260">
                  <c:v>4262</c:v>
                </c:pt>
                <c:pt idx="4261">
                  <c:v>4263</c:v>
                </c:pt>
                <c:pt idx="4262">
                  <c:v>4264</c:v>
                </c:pt>
                <c:pt idx="4263">
                  <c:v>4265</c:v>
                </c:pt>
                <c:pt idx="4264">
                  <c:v>4266</c:v>
                </c:pt>
                <c:pt idx="4265">
                  <c:v>4267</c:v>
                </c:pt>
                <c:pt idx="4266">
                  <c:v>4268</c:v>
                </c:pt>
                <c:pt idx="4267">
                  <c:v>4269</c:v>
                </c:pt>
                <c:pt idx="4268">
                  <c:v>4270</c:v>
                </c:pt>
                <c:pt idx="4269">
                  <c:v>4271</c:v>
                </c:pt>
                <c:pt idx="4270">
                  <c:v>4272</c:v>
                </c:pt>
                <c:pt idx="4271">
                  <c:v>4273</c:v>
                </c:pt>
                <c:pt idx="4272">
                  <c:v>4274</c:v>
                </c:pt>
                <c:pt idx="4273">
                  <c:v>4275</c:v>
                </c:pt>
                <c:pt idx="4274">
                  <c:v>4276</c:v>
                </c:pt>
                <c:pt idx="4275">
                  <c:v>4277</c:v>
                </c:pt>
                <c:pt idx="4276">
                  <c:v>4278</c:v>
                </c:pt>
                <c:pt idx="4277">
                  <c:v>4279</c:v>
                </c:pt>
                <c:pt idx="4278">
                  <c:v>4280</c:v>
                </c:pt>
                <c:pt idx="4279">
                  <c:v>4281</c:v>
                </c:pt>
                <c:pt idx="4280">
                  <c:v>4282</c:v>
                </c:pt>
                <c:pt idx="4281">
                  <c:v>4283</c:v>
                </c:pt>
                <c:pt idx="4282">
                  <c:v>4284</c:v>
                </c:pt>
                <c:pt idx="4283">
                  <c:v>4285</c:v>
                </c:pt>
                <c:pt idx="4284">
                  <c:v>4286</c:v>
                </c:pt>
                <c:pt idx="4285">
                  <c:v>4287</c:v>
                </c:pt>
                <c:pt idx="4286">
                  <c:v>4288</c:v>
                </c:pt>
                <c:pt idx="4287">
                  <c:v>4289</c:v>
                </c:pt>
                <c:pt idx="4288">
                  <c:v>4290</c:v>
                </c:pt>
                <c:pt idx="4289">
                  <c:v>4291</c:v>
                </c:pt>
                <c:pt idx="4290">
                  <c:v>4292</c:v>
                </c:pt>
                <c:pt idx="4291">
                  <c:v>4293</c:v>
                </c:pt>
                <c:pt idx="4292">
                  <c:v>4294</c:v>
                </c:pt>
                <c:pt idx="4293">
                  <c:v>4295</c:v>
                </c:pt>
                <c:pt idx="4294">
                  <c:v>4296</c:v>
                </c:pt>
                <c:pt idx="4295">
                  <c:v>4297</c:v>
                </c:pt>
                <c:pt idx="4296">
                  <c:v>4298</c:v>
                </c:pt>
                <c:pt idx="4297">
                  <c:v>4299</c:v>
                </c:pt>
                <c:pt idx="4298">
                  <c:v>4300</c:v>
                </c:pt>
                <c:pt idx="4299">
                  <c:v>4301</c:v>
                </c:pt>
                <c:pt idx="4300">
                  <c:v>4302</c:v>
                </c:pt>
                <c:pt idx="4301">
                  <c:v>4303</c:v>
                </c:pt>
                <c:pt idx="4302">
                  <c:v>4304</c:v>
                </c:pt>
                <c:pt idx="4303">
                  <c:v>4305</c:v>
                </c:pt>
                <c:pt idx="4304">
                  <c:v>4306</c:v>
                </c:pt>
                <c:pt idx="4305">
                  <c:v>4307</c:v>
                </c:pt>
                <c:pt idx="4306">
                  <c:v>4308</c:v>
                </c:pt>
                <c:pt idx="4307">
                  <c:v>4309</c:v>
                </c:pt>
                <c:pt idx="4308">
                  <c:v>4310</c:v>
                </c:pt>
                <c:pt idx="4309">
                  <c:v>4311</c:v>
                </c:pt>
                <c:pt idx="4310">
                  <c:v>4312</c:v>
                </c:pt>
                <c:pt idx="4311">
                  <c:v>4313</c:v>
                </c:pt>
                <c:pt idx="4312">
                  <c:v>4314</c:v>
                </c:pt>
                <c:pt idx="4313">
                  <c:v>4315</c:v>
                </c:pt>
                <c:pt idx="4314">
                  <c:v>4316</c:v>
                </c:pt>
                <c:pt idx="4315">
                  <c:v>4317</c:v>
                </c:pt>
                <c:pt idx="4316">
                  <c:v>4318</c:v>
                </c:pt>
                <c:pt idx="4317">
                  <c:v>4319</c:v>
                </c:pt>
                <c:pt idx="4318">
                  <c:v>4320</c:v>
                </c:pt>
                <c:pt idx="4319">
                  <c:v>4321</c:v>
                </c:pt>
                <c:pt idx="4320">
                  <c:v>4322</c:v>
                </c:pt>
                <c:pt idx="4321">
                  <c:v>4323</c:v>
                </c:pt>
                <c:pt idx="4322">
                  <c:v>4324</c:v>
                </c:pt>
                <c:pt idx="4323">
                  <c:v>4325</c:v>
                </c:pt>
                <c:pt idx="4324">
                  <c:v>4326</c:v>
                </c:pt>
                <c:pt idx="4325">
                  <c:v>4327</c:v>
                </c:pt>
                <c:pt idx="4326">
                  <c:v>4328</c:v>
                </c:pt>
                <c:pt idx="4327">
                  <c:v>4329</c:v>
                </c:pt>
                <c:pt idx="4328">
                  <c:v>4330</c:v>
                </c:pt>
                <c:pt idx="4329">
                  <c:v>4331</c:v>
                </c:pt>
                <c:pt idx="4330">
                  <c:v>4332</c:v>
                </c:pt>
                <c:pt idx="4331">
                  <c:v>4333</c:v>
                </c:pt>
                <c:pt idx="4332">
                  <c:v>4334</c:v>
                </c:pt>
                <c:pt idx="4333">
                  <c:v>4335</c:v>
                </c:pt>
                <c:pt idx="4334">
                  <c:v>4336</c:v>
                </c:pt>
                <c:pt idx="4335">
                  <c:v>4337</c:v>
                </c:pt>
                <c:pt idx="4336">
                  <c:v>4338</c:v>
                </c:pt>
                <c:pt idx="4337">
                  <c:v>4339</c:v>
                </c:pt>
                <c:pt idx="4338">
                  <c:v>4340</c:v>
                </c:pt>
                <c:pt idx="4339">
                  <c:v>4341</c:v>
                </c:pt>
                <c:pt idx="4340">
                  <c:v>4342</c:v>
                </c:pt>
                <c:pt idx="4341">
                  <c:v>4343</c:v>
                </c:pt>
                <c:pt idx="4342">
                  <c:v>4344</c:v>
                </c:pt>
                <c:pt idx="4343">
                  <c:v>4345</c:v>
                </c:pt>
                <c:pt idx="4344">
                  <c:v>4346</c:v>
                </c:pt>
                <c:pt idx="4345">
                  <c:v>4347</c:v>
                </c:pt>
                <c:pt idx="4346">
                  <c:v>4348</c:v>
                </c:pt>
                <c:pt idx="4347">
                  <c:v>4349</c:v>
                </c:pt>
                <c:pt idx="4348">
                  <c:v>4350</c:v>
                </c:pt>
                <c:pt idx="4349">
                  <c:v>4351</c:v>
                </c:pt>
                <c:pt idx="4350">
                  <c:v>4352</c:v>
                </c:pt>
                <c:pt idx="4351">
                  <c:v>4353</c:v>
                </c:pt>
                <c:pt idx="4352">
                  <c:v>4354</c:v>
                </c:pt>
                <c:pt idx="4353">
                  <c:v>4355</c:v>
                </c:pt>
                <c:pt idx="4354">
                  <c:v>4356</c:v>
                </c:pt>
                <c:pt idx="4355">
                  <c:v>4357</c:v>
                </c:pt>
                <c:pt idx="4356">
                  <c:v>4358</c:v>
                </c:pt>
                <c:pt idx="4357">
                  <c:v>4359</c:v>
                </c:pt>
                <c:pt idx="4358">
                  <c:v>4360</c:v>
                </c:pt>
                <c:pt idx="4359">
                  <c:v>4361</c:v>
                </c:pt>
                <c:pt idx="4360">
                  <c:v>4362</c:v>
                </c:pt>
                <c:pt idx="4361">
                  <c:v>4363</c:v>
                </c:pt>
                <c:pt idx="4362">
                  <c:v>4364</c:v>
                </c:pt>
                <c:pt idx="4363">
                  <c:v>4365</c:v>
                </c:pt>
                <c:pt idx="4364">
                  <c:v>4366</c:v>
                </c:pt>
                <c:pt idx="4365">
                  <c:v>4367</c:v>
                </c:pt>
                <c:pt idx="4366">
                  <c:v>4368</c:v>
                </c:pt>
                <c:pt idx="4367">
                  <c:v>4369</c:v>
                </c:pt>
                <c:pt idx="4368">
                  <c:v>4370</c:v>
                </c:pt>
                <c:pt idx="4369">
                  <c:v>4371</c:v>
                </c:pt>
                <c:pt idx="4370">
                  <c:v>4372</c:v>
                </c:pt>
                <c:pt idx="4371">
                  <c:v>4373</c:v>
                </c:pt>
                <c:pt idx="4372">
                  <c:v>4374</c:v>
                </c:pt>
                <c:pt idx="4373">
                  <c:v>4375</c:v>
                </c:pt>
                <c:pt idx="4374">
                  <c:v>4376</c:v>
                </c:pt>
                <c:pt idx="4375">
                  <c:v>4377</c:v>
                </c:pt>
                <c:pt idx="4376">
                  <c:v>4378</c:v>
                </c:pt>
                <c:pt idx="4377">
                  <c:v>4379</c:v>
                </c:pt>
                <c:pt idx="4378">
                  <c:v>4380</c:v>
                </c:pt>
                <c:pt idx="4379">
                  <c:v>4381</c:v>
                </c:pt>
                <c:pt idx="4380">
                  <c:v>4382</c:v>
                </c:pt>
                <c:pt idx="4381">
                  <c:v>4383</c:v>
                </c:pt>
                <c:pt idx="4382">
                  <c:v>4384</c:v>
                </c:pt>
                <c:pt idx="4383">
                  <c:v>4385</c:v>
                </c:pt>
                <c:pt idx="4384">
                  <c:v>4386</c:v>
                </c:pt>
                <c:pt idx="4385">
                  <c:v>4387</c:v>
                </c:pt>
                <c:pt idx="4386">
                  <c:v>4388</c:v>
                </c:pt>
                <c:pt idx="4387">
                  <c:v>4389</c:v>
                </c:pt>
                <c:pt idx="4388">
                  <c:v>4390</c:v>
                </c:pt>
                <c:pt idx="4389">
                  <c:v>4391</c:v>
                </c:pt>
                <c:pt idx="4390">
                  <c:v>4392</c:v>
                </c:pt>
                <c:pt idx="4391">
                  <c:v>4393</c:v>
                </c:pt>
                <c:pt idx="4392">
                  <c:v>4394</c:v>
                </c:pt>
                <c:pt idx="4393">
                  <c:v>4395</c:v>
                </c:pt>
                <c:pt idx="4394">
                  <c:v>4396</c:v>
                </c:pt>
                <c:pt idx="4395">
                  <c:v>4397</c:v>
                </c:pt>
                <c:pt idx="4396">
                  <c:v>4398</c:v>
                </c:pt>
                <c:pt idx="4397">
                  <c:v>4399</c:v>
                </c:pt>
                <c:pt idx="4398">
                  <c:v>4400</c:v>
                </c:pt>
                <c:pt idx="4399">
                  <c:v>4401</c:v>
                </c:pt>
                <c:pt idx="4400">
                  <c:v>4402</c:v>
                </c:pt>
                <c:pt idx="4401">
                  <c:v>4403</c:v>
                </c:pt>
                <c:pt idx="4402">
                  <c:v>4404</c:v>
                </c:pt>
                <c:pt idx="4403">
                  <c:v>4405</c:v>
                </c:pt>
                <c:pt idx="4404">
                  <c:v>4406</c:v>
                </c:pt>
                <c:pt idx="4405">
                  <c:v>4407</c:v>
                </c:pt>
                <c:pt idx="4406">
                  <c:v>4408</c:v>
                </c:pt>
                <c:pt idx="4407">
                  <c:v>4409</c:v>
                </c:pt>
                <c:pt idx="4408">
                  <c:v>4410</c:v>
                </c:pt>
                <c:pt idx="4409">
                  <c:v>4411</c:v>
                </c:pt>
                <c:pt idx="4410">
                  <c:v>4412</c:v>
                </c:pt>
                <c:pt idx="4411">
                  <c:v>4413</c:v>
                </c:pt>
                <c:pt idx="4412">
                  <c:v>4414</c:v>
                </c:pt>
                <c:pt idx="4413">
                  <c:v>4415</c:v>
                </c:pt>
                <c:pt idx="4414">
                  <c:v>4416</c:v>
                </c:pt>
                <c:pt idx="4415">
                  <c:v>4417</c:v>
                </c:pt>
                <c:pt idx="4416">
                  <c:v>4418</c:v>
                </c:pt>
                <c:pt idx="4417">
                  <c:v>4419</c:v>
                </c:pt>
                <c:pt idx="4418">
                  <c:v>4420</c:v>
                </c:pt>
                <c:pt idx="4419">
                  <c:v>4421</c:v>
                </c:pt>
                <c:pt idx="4420">
                  <c:v>4422</c:v>
                </c:pt>
                <c:pt idx="4421">
                  <c:v>4423</c:v>
                </c:pt>
                <c:pt idx="4422">
                  <c:v>4424</c:v>
                </c:pt>
                <c:pt idx="4423">
                  <c:v>4425</c:v>
                </c:pt>
                <c:pt idx="4424">
                  <c:v>4426</c:v>
                </c:pt>
                <c:pt idx="4425">
                  <c:v>4427</c:v>
                </c:pt>
                <c:pt idx="4426">
                  <c:v>4428</c:v>
                </c:pt>
                <c:pt idx="4427">
                  <c:v>4429</c:v>
                </c:pt>
                <c:pt idx="4428">
                  <c:v>4430</c:v>
                </c:pt>
                <c:pt idx="4429">
                  <c:v>4431</c:v>
                </c:pt>
                <c:pt idx="4430">
                  <c:v>4432</c:v>
                </c:pt>
                <c:pt idx="4431">
                  <c:v>4433</c:v>
                </c:pt>
                <c:pt idx="4432">
                  <c:v>4434</c:v>
                </c:pt>
                <c:pt idx="4433">
                  <c:v>4435</c:v>
                </c:pt>
                <c:pt idx="4434">
                  <c:v>4436</c:v>
                </c:pt>
                <c:pt idx="4435">
                  <c:v>4437</c:v>
                </c:pt>
                <c:pt idx="4436">
                  <c:v>4438</c:v>
                </c:pt>
                <c:pt idx="4437">
                  <c:v>4439</c:v>
                </c:pt>
                <c:pt idx="4438">
                  <c:v>4440</c:v>
                </c:pt>
                <c:pt idx="4439">
                  <c:v>4441</c:v>
                </c:pt>
                <c:pt idx="4440">
                  <c:v>4442</c:v>
                </c:pt>
                <c:pt idx="4441">
                  <c:v>4443</c:v>
                </c:pt>
                <c:pt idx="4442">
                  <c:v>4444</c:v>
                </c:pt>
                <c:pt idx="4443">
                  <c:v>4445</c:v>
                </c:pt>
                <c:pt idx="4444">
                  <c:v>4446</c:v>
                </c:pt>
                <c:pt idx="4445">
                  <c:v>4447</c:v>
                </c:pt>
                <c:pt idx="4446">
                  <c:v>4448</c:v>
                </c:pt>
                <c:pt idx="4447">
                  <c:v>4449</c:v>
                </c:pt>
                <c:pt idx="4448">
                  <c:v>4450</c:v>
                </c:pt>
                <c:pt idx="4449">
                  <c:v>4451</c:v>
                </c:pt>
                <c:pt idx="4450">
                  <c:v>4452</c:v>
                </c:pt>
                <c:pt idx="4451">
                  <c:v>4453</c:v>
                </c:pt>
                <c:pt idx="4452">
                  <c:v>4454</c:v>
                </c:pt>
                <c:pt idx="4453">
                  <c:v>4455</c:v>
                </c:pt>
                <c:pt idx="4454">
                  <c:v>4456</c:v>
                </c:pt>
                <c:pt idx="4455">
                  <c:v>4457</c:v>
                </c:pt>
                <c:pt idx="4456">
                  <c:v>4458</c:v>
                </c:pt>
                <c:pt idx="4457">
                  <c:v>4459</c:v>
                </c:pt>
                <c:pt idx="4458">
                  <c:v>4460</c:v>
                </c:pt>
                <c:pt idx="4459">
                  <c:v>4461</c:v>
                </c:pt>
                <c:pt idx="4460">
                  <c:v>4462</c:v>
                </c:pt>
                <c:pt idx="4461">
                  <c:v>4463</c:v>
                </c:pt>
                <c:pt idx="4462">
                  <c:v>4464</c:v>
                </c:pt>
                <c:pt idx="4463">
                  <c:v>4465</c:v>
                </c:pt>
                <c:pt idx="4464">
                  <c:v>4466</c:v>
                </c:pt>
                <c:pt idx="4465">
                  <c:v>4467</c:v>
                </c:pt>
                <c:pt idx="4466">
                  <c:v>4468</c:v>
                </c:pt>
                <c:pt idx="4467">
                  <c:v>4469</c:v>
                </c:pt>
                <c:pt idx="4468">
                  <c:v>4470</c:v>
                </c:pt>
                <c:pt idx="4469">
                  <c:v>4471</c:v>
                </c:pt>
                <c:pt idx="4470">
                  <c:v>4472</c:v>
                </c:pt>
                <c:pt idx="4471">
                  <c:v>4473</c:v>
                </c:pt>
                <c:pt idx="4472">
                  <c:v>4474</c:v>
                </c:pt>
                <c:pt idx="4473">
                  <c:v>4475</c:v>
                </c:pt>
                <c:pt idx="4474">
                  <c:v>4476</c:v>
                </c:pt>
                <c:pt idx="4475">
                  <c:v>4477</c:v>
                </c:pt>
                <c:pt idx="4476">
                  <c:v>4478</c:v>
                </c:pt>
                <c:pt idx="4477">
                  <c:v>4479</c:v>
                </c:pt>
                <c:pt idx="4478">
                  <c:v>4480</c:v>
                </c:pt>
                <c:pt idx="4479">
                  <c:v>4481</c:v>
                </c:pt>
                <c:pt idx="4480">
                  <c:v>4482</c:v>
                </c:pt>
                <c:pt idx="4481">
                  <c:v>4483</c:v>
                </c:pt>
                <c:pt idx="4482">
                  <c:v>4484</c:v>
                </c:pt>
                <c:pt idx="4483">
                  <c:v>4485</c:v>
                </c:pt>
                <c:pt idx="4484">
                  <c:v>4486</c:v>
                </c:pt>
                <c:pt idx="4485">
                  <c:v>4487</c:v>
                </c:pt>
                <c:pt idx="4486">
                  <c:v>4488</c:v>
                </c:pt>
                <c:pt idx="4487">
                  <c:v>4489</c:v>
                </c:pt>
                <c:pt idx="4488">
                  <c:v>4490</c:v>
                </c:pt>
                <c:pt idx="4489">
                  <c:v>4491</c:v>
                </c:pt>
                <c:pt idx="4490">
                  <c:v>4492</c:v>
                </c:pt>
                <c:pt idx="4491">
                  <c:v>4493</c:v>
                </c:pt>
                <c:pt idx="4492">
                  <c:v>4494</c:v>
                </c:pt>
                <c:pt idx="4493">
                  <c:v>4495</c:v>
                </c:pt>
                <c:pt idx="4494">
                  <c:v>4496</c:v>
                </c:pt>
                <c:pt idx="4495">
                  <c:v>4497</c:v>
                </c:pt>
                <c:pt idx="4496">
                  <c:v>4498</c:v>
                </c:pt>
                <c:pt idx="4497">
                  <c:v>4499</c:v>
                </c:pt>
                <c:pt idx="4498">
                  <c:v>4500</c:v>
                </c:pt>
                <c:pt idx="4499">
                  <c:v>4501</c:v>
                </c:pt>
                <c:pt idx="4500">
                  <c:v>4502</c:v>
                </c:pt>
                <c:pt idx="4501">
                  <c:v>4503</c:v>
                </c:pt>
                <c:pt idx="4502">
                  <c:v>4504</c:v>
                </c:pt>
                <c:pt idx="4503">
                  <c:v>4505</c:v>
                </c:pt>
                <c:pt idx="4504">
                  <c:v>4506</c:v>
                </c:pt>
                <c:pt idx="4505">
                  <c:v>4507</c:v>
                </c:pt>
                <c:pt idx="4506">
                  <c:v>4508</c:v>
                </c:pt>
                <c:pt idx="4507">
                  <c:v>4509</c:v>
                </c:pt>
                <c:pt idx="4508">
                  <c:v>4510</c:v>
                </c:pt>
                <c:pt idx="4509">
                  <c:v>4511</c:v>
                </c:pt>
                <c:pt idx="4510">
                  <c:v>4512</c:v>
                </c:pt>
                <c:pt idx="4511">
                  <c:v>4513</c:v>
                </c:pt>
                <c:pt idx="4512">
                  <c:v>4514</c:v>
                </c:pt>
                <c:pt idx="4513">
                  <c:v>4515</c:v>
                </c:pt>
                <c:pt idx="4514">
                  <c:v>4516</c:v>
                </c:pt>
                <c:pt idx="4515">
                  <c:v>4517</c:v>
                </c:pt>
                <c:pt idx="4516">
                  <c:v>4518</c:v>
                </c:pt>
                <c:pt idx="4517">
                  <c:v>4519</c:v>
                </c:pt>
                <c:pt idx="4518">
                  <c:v>4520</c:v>
                </c:pt>
                <c:pt idx="4519">
                  <c:v>4521</c:v>
                </c:pt>
                <c:pt idx="4520">
                  <c:v>4522</c:v>
                </c:pt>
                <c:pt idx="4521">
                  <c:v>4523</c:v>
                </c:pt>
                <c:pt idx="4522">
                  <c:v>4524</c:v>
                </c:pt>
                <c:pt idx="4523">
                  <c:v>4525</c:v>
                </c:pt>
                <c:pt idx="4524">
                  <c:v>4526</c:v>
                </c:pt>
                <c:pt idx="4525">
                  <c:v>4527</c:v>
                </c:pt>
                <c:pt idx="4526">
                  <c:v>4528</c:v>
                </c:pt>
                <c:pt idx="4527">
                  <c:v>4529</c:v>
                </c:pt>
                <c:pt idx="4528">
                  <c:v>4530</c:v>
                </c:pt>
                <c:pt idx="4529">
                  <c:v>4531</c:v>
                </c:pt>
                <c:pt idx="4530">
                  <c:v>4532</c:v>
                </c:pt>
                <c:pt idx="4531">
                  <c:v>4533</c:v>
                </c:pt>
                <c:pt idx="4532">
                  <c:v>4534</c:v>
                </c:pt>
                <c:pt idx="4533">
                  <c:v>4535</c:v>
                </c:pt>
                <c:pt idx="4534">
                  <c:v>4536</c:v>
                </c:pt>
                <c:pt idx="4535">
                  <c:v>4537</c:v>
                </c:pt>
                <c:pt idx="4536">
                  <c:v>4538</c:v>
                </c:pt>
                <c:pt idx="4537">
                  <c:v>4539</c:v>
                </c:pt>
                <c:pt idx="4538">
                  <c:v>4540</c:v>
                </c:pt>
                <c:pt idx="4539">
                  <c:v>4541</c:v>
                </c:pt>
                <c:pt idx="4540">
                  <c:v>4542</c:v>
                </c:pt>
                <c:pt idx="4541">
                  <c:v>4543</c:v>
                </c:pt>
                <c:pt idx="4542">
                  <c:v>4544</c:v>
                </c:pt>
                <c:pt idx="4543">
                  <c:v>4545</c:v>
                </c:pt>
                <c:pt idx="4544">
                  <c:v>4546</c:v>
                </c:pt>
                <c:pt idx="4545">
                  <c:v>4547</c:v>
                </c:pt>
                <c:pt idx="4546">
                  <c:v>4548</c:v>
                </c:pt>
                <c:pt idx="4547">
                  <c:v>4549</c:v>
                </c:pt>
                <c:pt idx="4548">
                  <c:v>4550</c:v>
                </c:pt>
                <c:pt idx="4549">
                  <c:v>4551</c:v>
                </c:pt>
                <c:pt idx="4550">
                  <c:v>4552</c:v>
                </c:pt>
                <c:pt idx="4551">
                  <c:v>4553</c:v>
                </c:pt>
                <c:pt idx="4552">
                  <c:v>4554</c:v>
                </c:pt>
                <c:pt idx="4553">
                  <c:v>4555</c:v>
                </c:pt>
                <c:pt idx="4554">
                  <c:v>4556</c:v>
                </c:pt>
                <c:pt idx="4555">
                  <c:v>4557</c:v>
                </c:pt>
                <c:pt idx="4556">
                  <c:v>4558</c:v>
                </c:pt>
                <c:pt idx="4557">
                  <c:v>4559</c:v>
                </c:pt>
                <c:pt idx="4558">
                  <c:v>4560</c:v>
                </c:pt>
                <c:pt idx="4559">
                  <c:v>4561</c:v>
                </c:pt>
                <c:pt idx="4560">
                  <c:v>4562</c:v>
                </c:pt>
                <c:pt idx="4561">
                  <c:v>4563</c:v>
                </c:pt>
                <c:pt idx="4562">
                  <c:v>4564</c:v>
                </c:pt>
                <c:pt idx="4563">
                  <c:v>4565</c:v>
                </c:pt>
                <c:pt idx="4564">
                  <c:v>4566</c:v>
                </c:pt>
                <c:pt idx="4565">
                  <c:v>4567</c:v>
                </c:pt>
                <c:pt idx="4566">
                  <c:v>4568</c:v>
                </c:pt>
                <c:pt idx="4567">
                  <c:v>4569</c:v>
                </c:pt>
                <c:pt idx="4568">
                  <c:v>4570</c:v>
                </c:pt>
                <c:pt idx="4569">
                  <c:v>4571</c:v>
                </c:pt>
                <c:pt idx="4570">
                  <c:v>4572</c:v>
                </c:pt>
                <c:pt idx="4571">
                  <c:v>4573</c:v>
                </c:pt>
                <c:pt idx="4572">
                  <c:v>4574</c:v>
                </c:pt>
                <c:pt idx="4573">
                  <c:v>4575</c:v>
                </c:pt>
                <c:pt idx="4574">
                  <c:v>4576</c:v>
                </c:pt>
                <c:pt idx="4575">
                  <c:v>4577</c:v>
                </c:pt>
                <c:pt idx="4576">
                  <c:v>4578</c:v>
                </c:pt>
                <c:pt idx="4577">
                  <c:v>4579</c:v>
                </c:pt>
                <c:pt idx="4578">
                  <c:v>4580</c:v>
                </c:pt>
                <c:pt idx="4579">
                  <c:v>4581</c:v>
                </c:pt>
                <c:pt idx="4580">
                  <c:v>4582</c:v>
                </c:pt>
                <c:pt idx="4581">
                  <c:v>4583</c:v>
                </c:pt>
                <c:pt idx="4582">
                  <c:v>4584</c:v>
                </c:pt>
                <c:pt idx="4583">
                  <c:v>4585</c:v>
                </c:pt>
                <c:pt idx="4584">
                  <c:v>4586</c:v>
                </c:pt>
                <c:pt idx="4585">
                  <c:v>4587</c:v>
                </c:pt>
                <c:pt idx="4586">
                  <c:v>4588</c:v>
                </c:pt>
                <c:pt idx="4587">
                  <c:v>4589</c:v>
                </c:pt>
                <c:pt idx="4588">
                  <c:v>4590</c:v>
                </c:pt>
                <c:pt idx="4589">
                  <c:v>4591</c:v>
                </c:pt>
                <c:pt idx="4590">
                  <c:v>4592</c:v>
                </c:pt>
                <c:pt idx="4591">
                  <c:v>4593</c:v>
                </c:pt>
                <c:pt idx="4592">
                  <c:v>4594</c:v>
                </c:pt>
                <c:pt idx="4593">
                  <c:v>4595</c:v>
                </c:pt>
                <c:pt idx="4594">
                  <c:v>4596</c:v>
                </c:pt>
                <c:pt idx="4595">
                  <c:v>4597</c:v>
                </c:pt>
                <c:pt idx="4596">
                  <c:v>4598</c:v>
                </c:pt>
                <c:pt idx="4597">
                  <c:v>4599</c:v>
                </c:pt>
                <c:pt idx="4598">
                  <c:v>4600</c:v>
                </c:pt>
                <c:pt idx="4599">
                  <c:v>4601</c:v>
                </c:pt>
                <c:pt idx="4600">
                  <c:v>4602</c:v>
                </c:pt>
                <c:pt idx="4601">
                  <c:v>4603</c:v>
                </c:pt>
                <c:pt idx="4602">
                  <c:v>4604</c:v>
                </c:pt>
                <c:pt idx="4603">
                  <c:v>4605</c:v>
                </c:pt>
                <c:pt idx="4604">
                  <c:v>4606</c:v>
                </c:pt>
                <c:pt idx="4605">
                  <c:v>4607</c:v>
                </c:pt>
                <c:pt idx="4606">
                  <c:v>4608</c:v>
                </c:pt>
                <c:pt idx="4607">
                  <c:v>4609</c:v>
                </c:pt>
                <c:pt idx="4608">
                  <c:v>4610</c:v>
                </c:pt>
                <c:pt idx="4609">
                  <c:v>4611</c:v>
                </c:pt>
                <c:pt idx="4610">
                  <c:v>4612</c:v>
                </c:pt>
                <c:pt idx="4611">
                  <c:v>4613</c:v>
                </c:pt>
                <c:pt idx="4612">
                  <c:v>4614</c:v>
                </c:pt>
                <c:pt idx="4613">
                  <c:v>4615</c:v>
                </c:pt>
                <c:pt idx="4614">
                  <c:v>4616</c:v>
                </c:pt>
                <c:pt idx="4615">
                  <c:v>4617</c:v>
                </c:pt>
                <c:pt idx="4616">
                  <c:v>4618</c:v>
                </c:pt>
                <c:pt idx="4617">
                  <c:v>4619</c:v>
                </c:pt>
                <c:pt idx="4618">
                  <c:v>4620</c:v>
                </c:pt>
                <c:pt idx="4619">
                  <c:v>4621</c:v>
                </c:pt>
                <c:pt idx="4620">
                  <c:v>4622</c:v>
                </c:pt>
                <c:pt idx="4621">
                  <c:v>4623</c:v>
                </c:pt>
                <c:pt idx="4622">
                  <c:v>4624</c:v>
                </c:pt>
                <c:pt idx="4623">
                  <c:v>4625</c:v>
                </c:pt>
                <c:pt idx="4624">
                  <c:v>4626</c:v>
                </c:pt>
                <c:pt idx="4625">
                  <c:v>4627</c:v>
                </c:pt>
                <c:pt idx="4626">
                  <c:v>4628</c:v>
                </c:pt>
                <c:pt idx="4627">
                  <c:v>4629</c:v>
                </c:pt>
                <c:pt idx="4628">
                  <c:v>4630</c:v>
                </c:pt>
                <c:pt idx="4629">
                  <c:v>4631</c:v>
                </c:pt>
                <c:pt idx="4630">
                  <c:v>4632</c:v>
                </c:pt>
                <c:pt idx="4631">
                  <c:v>4633</c:v>
                </c:pt>
                <c:pt idx="4632">
                  <c:v>4634</c:v>
                </c:pt>
                <c:pt idx="4633">
                  <c:v>4635</c:v>
                </c:pt>
                <c:pt idx="4634">
                  <c:v>4636</c:v>
                </c:pt>
                <c:pt idx="4635">
                  <c:v>4637</c:v>
                </c:pt>
                <c:pt idx="4636">
                  <c:v>4638</c:v>
                </c:pt>
                <c:pt idx="4637">
                  <c:v>4639</c:v>
                </c:pt>
                <c:pt idx="4638">
                  <c:v>4640</c:v>
                </c:pt>
                <c:pt idx="4639">
                  <c:v>4641</c:v>
                </c:pt>
                <c:pt idx="4640">
                  <c:v>4642</c:v>
                </c:pt>
                <c:pt idx="4641">
                  <c:v>4643</c:v>
                </c:pt>
                <c:pt idx="4642">
                  <c:v>4644</c:v>
                </c:pt>
                <c:pt idx="4643">
                  <c:v>4645</c:v>
                </c:pt>
                <c:pt idx="4644">
                  <c:v>4646</c:v>
                </c:pt>
                <c:pt idx="4645">
                  <c:v>4647</c:v>
                </c:pt>
                <c:pt idx="4646">
                  <c:v>4648</c:v>
                </c:pt>
                <c:pt idx="4647">
                  <c:v>4649</c:v>
                </c:pt>
                <c:pt idx="4648">
                  <c:v>4650</c:v>
                </c:pt>
                <c:pt idx="4649">
                  <c:v>4651</c:v>
                </c:pt>
                <c:pt idx="4650">
                  <c:v>4652</c:v>
                </c:pt>
                <c:pt idx="4651">
                  <c:v>4653</c:v>
                </c:pt>
                <c:pt idx="4652">
                  <c:v>4654</c:v>
                </c:pt>
                <c:pt idx="4653">
                  <c:v>4655</c:v>
                </c:pt>
                <c:pt idx="4654">
                  <c:v>4656</c:v>
                </c:pt>
                <c:pt idx="4655">
                  <c:v>4657</c:v>
                </c:pt>
                <c:pt idx="4656">
                  <c:v>4658</c:v>
                </c:pt>
                <c:pt idx="4657">
                  <c:v>4659</c:v>
                </c:pt>
                <c:pt idx="4658">
                  <c:v>4660</c:v>
                </c:pt>
                <c:pt idx="4659">
                  <c:v>4661</c:v>
                </c:pt>
                <c:pt idx="4660">
                  <c:v>4662</c:v>
                </c:pt>
                <c:pt idx="4661">
                  <c:v>4663</c:v>
                </c:pt>
                <c:pt idx="4662">
                  <c:v>4664</c:v>
                </c:pt>
                <c:pt idx="4663">
                  <c:v>4665</c:v>
                </c:pt>
                <c:pt idx="4664">
                  <c:v>4666</c:v>
                </c:pt>
                <c:pt idx="4665">
                  <c:v>4667</c:v>
                </c:pt>
                <c:pt idx="4666">
                  <c:v>4668</c:v>
                </c:pt>
                <c:pt idx="4667">
                  <c:v>4669</c:v>
                </c:pt>
                <c:pt idx="4668">
                  <c:v>4670</c:v>
                </c:pt>
                <c:pt idx="4669">
                  <c:v>4671</c:v>
                </c:pt>
                <c:pt idx="4670">
                  <c:v>4672</c:v>
                </c:pt>
                <c:pt idx="4671">
                  <c:v>4673</c:v>
                </c:pt>
                <c:pt idx="4672">
                  <c:v>4674</c:v>
                </c:pt>
                <c:pt idx="4673">
                  <c:v>4675</c:v>
                </c:pt>
                <c:pt idx="4674">
                  <c:v>4676</c:v>
                </c:pt>
                <c:pt idx="4675">
                  <c:v>4677</c:v>
                </c:pt>
                <c:pt idx="4676">
                  <c:v>4678</c:v>
                </c:pt>
                <c:pt idx="4677">
                  <c:v>4679</c:v>
                </c:pt>
                <c:pt idx="4678">
                  <c:v>4680</c:v>
                </c:pt>
                <c:pt idx="4679">
                  <c:v>4681</c:v>
                </c:pt>
                <c:pt idx="4680">
                  <c:v>4682</c:v>
                </c:pt>
                <c:pt idx="4681">
                  <c:v>4683</c:v>
                </c:pt>
                <c:pt idx="4682">
                  <c:v>4684</c:v>
                </c:pt>
                <c:pt idx="4683">
                  <c:v>4685</c:v>
                </c:pt>
                <c:pt idx="4684">
                  <c:v>4686</c:v>
                </c:pt>
                <c:pt idx="4685">
                  <c:v>4687</c:v>
                </c:pt>
                <c:pt idx="4686">
                  <c:v>4688</c:v>
                </c:pt>
                <c:pt idx="4687">
                  <c:v>4689</c:v>
                </c:pt>
                <c:pt idx="4688">
                  <c:v>4690</c:v>
                </c:pt>
                <c:pt idx="4689">
                  <c:v>4691</c:v>
                </c:pt>
                <c:pt idx="4690">
                  <c:v>4692</c:v>
                </c:pt>
                <c:pt idx="4691">
                  <c:v>4693</c:v>
                </c:pt>
                <c:pt idx="4692">
                  <c:v>4694</c:v>
                </c:pt>
                <c:pt idx="4693">
                  <c:v>4695</c:v>
                </c:pt>
                <c:pt idx="4694">
                  <c:v>4696</c:v>
                </c:pt>
                <c:pt idx="4695">
                  <c:v>4697</c:v>
                </c:pt>
                <c:pt idx="4696">
                  <c:v>4698</c:v>
                </c:pt>
                <c:pt idx="4697">
                  <c:v>4699</c:v>
                </c:pt>
                <c:pt idx="4698">
                  <c:v>4700</c:v>
                </c:pt>
                <c:pt idx="4699">
                  <c:v>4701</c:v>
                </c:pt>
                <c:pt idx="4700">
                  <c:v>4702</c:v>
                </c:pt>
                <c:pt idx="4701">
                  <c:v>4703</c:v>
                </c:pt>
                <c:pt idx="4702">
                  <c:v>4704</c:v>
                </c:pt>
                <c:pt idx="4703">
                  <c:v>4705</c:v>
                </c:pt>
                <c:pt idx="4704">
                  <c:v>4706</c:v>
                </c:pt>
                <c:pt idx="4705">
                  <c:v>4707</c:v>
                </c:pt>
                <c:pt idx="4706">
                  <c:v>4708</c:v>
                </c:pt>
                <c:pt idx="4707">
                  <c:v>4709</c:v>
                </c:pt>
                <c:pt idx="4708">
                  <c:v>4710</c:v>
                </c:pt>
                <c:pt idx="4709">
                  <c:v>4711</c:v>
                </c:pt>
                <c:pt idx="4710">
                  <c:v>4712</c:v>
                </c:pt>
                <c:pt idx="4711">
                  <c:v>4713</c:v>
                </c:pt>
                <c:pt idx="4712">
                  <c:v>4714</c:v>
                </c:pt>
                <c:pt idx="4713">
                  <c:v>4715</c:v>
                </c:pt>
                <c:pt idx="4714">
                  <c:v>4716</c:v>
                </c:pt>
                <c:pt idx="4715">
                  <c:v>4717</c:v>
                </c:pt>
                <c:pt idx="4716">
                  <c:v>4718</c:v>
                </c:pt>
                <c:pt idx="4717">
                  <c:v>4719</c:v>
                </c:pt>
                <c:pt idx="4718">
                  <c:v>4720</c:v>
                </c:pt>
                <c:pt idx="4719">
                  <c:v>4721</c:v>
                </c:pt>
                <c:pt idx="4720">
                  <c:v>4722</c:v>
                </c:pt>
                <c:pt idx="4721">
                  <c:v>4723</c:v>
                </c:pt>
                <c:pt idx="4722">
                  <c:v>4724</c:v>
                </c:pt>
                <c:pt idx="4723">
                  <c:v>4725</c:v>
                </c:pt>
                <c:pt idx="4724">
                  <c:v>4726</c:v>
                </c:pt>
                <c:pt idx="4725">
                  <c:v>4727</c:v>
                </c:pt>
                <c:pt idx="4726">
                  <c:v>4728</c:v>
                </c:pt>
                <c:pt idx="4727">
                  <c:v>4729</c:v>
                </c:pt>
                <c:pt idx="4728">
                  <c:v>4730</c:v>
                </c:pt>
                <c:pt idx="4729">
                  <c:v>4731</c:v>
                </c:pt>
                <c:pt idx="4730">
                  <c:v>4732</c:v>
                </c:pt>
                <c:pt idx="4731">
                  <c:v>4733</c:v>
                </c:pt>
                <c:pt idx="4732">
                  <c:v>4734</c:v>
                </c:pt>
                <c:pt idx="4733">
                  <c:v>4735</c:v>
                </c:pt>
                <c:pt idx="4734">
                  <c:v>4736</c:v>
                </c:pt>
                <c:pt idx="4735">
                  <c:v>4737</c:v>
                </c:pt>
                <c:pt idx="4736">
                  <c:v>4738</c:v>
                </c:pt>
                <c:pt idx="4737">
                  <c:v>4739</c:v>
                </c:pt>
                <c:pt idx="4738">
                  <c:v>4740</c:v>
                </c:pt>
                <c:pt idx="4739">
                  <c:v>4741</c:v>
                </c:pt>
                <c:pt idx="4740">
                  <c:v>4742</c:v>
                </c:pt>
                <c:pt idx="4741">
                  <c:v>4743</c:v>
                </c:pt>
                <c:pt idx="4742">
                  <c:v>4744</c:v>
                </c:pt>
                <c:pt idx="4743">
                  <c:v>4745</c:v>
                </c:pt>
                <c:pt idx="4744">
                  <c:v>4746</c:v>
                </c:pt>
                <c:pt idx="4745">
                  <c:v>4747</c:v>
                </c:pt>
                <c:pt idx="4746">
                  <c:v>4748</c:v>
                </c:pt>
                <c:pt idx="4747">
                  <c:v>4749</c:v>
                </c:pt>
                <c:pt idx="4748">
                  <c:v>4750</c:v>
                </c:pt>
                <c:pt idx="4749">
                  <c:v>4751</c:v>
                </c:pt>
                <c:pt idx="4750">
                  <c:v>4752</c:v>
                </c:pt>
                <c:pt idx="4751">
                  <c:v>4753</c:v>
                </c:pt>
                <c:pt idx="4752">
                  <c:v>4754</c:v>
                </c:pt>
                <c:pt idx="4753">
                  <c:v>4755</c:v>
                </c:pt>
                <c:pt idx="4754">
                  <c:v>4756</c:v>
                </c:pt>
                <c:pt idx="4755">
                  <c:v>4757</c:v>
                </c:pt>
                <c:pt idx="4756">
                  <c:v>4758</c:v>
                </c:pt>
                <c:pt idx="4757">
                  <c:v>4759</c:v>
                </c:pt>
                <c:pt idx="4758">
                  <c:v>4760</c:v>
                </c:pt>
                <c:pt idx="4759">
                  <c:v>4761</c:v>
                </c:pt>
                <c:pt idx="4760">
                  <c:v>4762</c:v>
                </c:pt>
                <c:pt idx="4761">
                  <c:v>4763</c:v>
                </c:pt>
                <c:pt idx="4762">
                  <c:v>4764</c:v>
                </c:pt>
                <c:pt idx="4763">
                  <c:v>4765</c:v>
                </c:pt>
                <c:pt idx="4764">
                  <c:v>4766</c:v>
                </c:pt>
                <c:pt idx="4765">
                  <c:v>4767</c:v>
                </c:pt>
                <c:pt idx="4766">
                  <c:v>4768</c:v>
                </c:pt>
                <c:pt idx="4767">
                  <c:v>4769</c:v>
                </c:pt>
                <c:pt idx="4768">
                  <c:v>4770</c:v>
                </c:pt>
                <c:pt idx="4769">
                  <c:v>4771</c:v>
                </c:pt>
                <c:pt idx="4770">
                  <c:v>4772</c:v>
                </c:pt>
                <c:pt idx="4771">
                  <c:v>4773</c:v>
                </c:pt>
                <c:pt idx="4772">
                  <c:v>4774</c:v>
                </c:pt>
                <c:pt idx="4773">
                  <c:v>4775</c:v>
                </c:pt>
                <c:pt idx="4774">
                  <c:v>4776</c:v>
                </c:pt>
                <c:pt idx="4775">
                  <c:v>4777</c:v>
                </c:pt>
                <c:pt idx="4776">
                  <c:v>4778</c:v>
                </c:pt>
                <c:pt idx="4777">
                  <c:v>4779</c:v>
                </c:pt>
                <c:pt idx="4778">
                  <c:v>4780</c:v>
                </c:pt>
                <c:pt idx="4779">
                  <c:v>4781</c:v>
                </c:pt>
                <c:pt idx="4780">
                  <c:v>4782</c:v>
                </c:pt>
                <c:pt idx="4781">
                  <c:v>4783</c:v>
                </c:pt>
                <c:pt idx="4782">
                  <c:v>4784</c:v>
                </c:pt>
                <c:pt idx="4783">
                  <c:v>4785</c:v>
                </c:pt>
                <c:pt idx="4784">
                  <c:v>4786</c:v>
                </c:pt>
                <c:pt idx="4785">
                  <c:v>4787</c:v>
                </c:pt>
                <c:pt idx="4786">
                  <c:v>4788</c:v>
                </c:pt>
                <c:pt idx="4787">
                  <c:v>4789</c:v>
                </c:pt>
                <c:pt idx="4788">
                  <c:v>4790</c:v>
                </c:pt>
                <c:pt idx="4789">
                  <c:v>4791</c:v>
                </c:pt>
                <c:pt idx="4790">
                  <c:v>4792</c:v>
                </c:pt>
                <c:pt idx="4791">
                  <c:v>4793</c:v>
                </c:pt>
                <c:pt idx="4792">
                  <c:v>4794</c:v>
                </c:pt>
                <c:pt idx="4793">
                  <c:v>4795</c:v>
                </c:pt>
                <c:pt idx="4794">
                  <c:v>4796</c:v>
                </c:pt>
                <c:pt idx="4795">
                  <c:v>4797</c:v>
                </c:pt>
                <c:pt idx="4796">
                  <c:v>4798</c:v>
                </c:pt>
                <c:pt idx="4797">
                  <c:v>4799</c:v>
                </c:pt>
                <c:pt idx="4798">
                  <c:v>4800</c:v>
                </c:pt>
                <c:pt idx="4799">
                  <c:v>4801</c:v>
                </c:pt>
                <c:pt idx="4800">
                  <c:v>4802</c:v>
                </c:pt>
                <c:pt idx="4801">
                  <c:v>4803</c:v>
                </c:pt>
                <c:pt idx="4802">
                  <c:v>4804</c:v>
                </c:pt>
                <c:pt idx="4803">
                  <c:v>4805</c:v>
                </c:pt>
                <c:pt idx="4804">
                  <c:v>4806</c:v>
                </c:pt>
                <c:pt idx="4805">
                  <c:v>4807</c:v>
                </c:pt>
                <c:pt idx="4806">
                  <c:v>4808</c:v>
                </c:pt>
                <c:pt idx="4807">
                  <c:v>4809</c:v>
                </c:pt>
                <c:pt idx="4808">
                  <c:v>4810</c:v>
                </c:pt>
                <c:pt idx="4809">
                  <c:v>4811</c:v>
                </c:pt>
                <c:pt idx="4810">
                  <c:v>4812</c:v>
                </c:pt>
                <c:pt idx="4811">
                  <c:v>4813</c:v>
                </c:pt>
                <c:pt idx="4812">
                  <c:v>4814</c:v>
                </c:pt>
                <c:pt idx="4813">
                  <c:v>4815</c:v>
                </c:pt>
                <c:pt idx="4814">
                  <c:v>4816</c:v>
                </c:pt>
              </c:numCache>
            </c:numRef>
          </c:xVal>
          <c:yVal>
            <c:numRef>
              <c:f>Sheet1!$B$3:$B$4817</c:f>
              <c:numCache>
                <c:formatCode>General</c:formatCode>
                <c:ptCount val="4815"/>
                <c:pt idx="0">
                  <c:v>2.4410623006679648</c:v>
                </c:pt>
                <c:pt idx="1">
                  <c:v>3.0627163750306066</c:v>
                </c:pt>
                <c:pt idx="2">
                  <c:v>3.8037629816772975</c:v>
                </c:pt>
                <c:pt idx="3">
                  <c:v>4.514157096038609</c:v>
                </c:pt>
                <c:pt idx="4">
                  <c:v>6.5363259871661494</c:v>
                </c:pt>
                <c:pt idx="5">
                  <c:v>8.4492262885564795</c:v>
                </c:pt>
                <c:pt idx="6">
                  <c:v>9.4828134979370997</c:v>
                </c:pt>
                <c:pt idx="7">
                  <c:v>10.67739773440066</c:v>
                </c:pt>
                <c:pt idx="8">
                  <c:v>9.5705312818273107</c:v>
                </c:pt>
                <c:pt idx="9">
                  <c:v>11.50964168196456</c:v>
                </c:pt>
                <c:pt idx="10">
                  <c:v>13.15968261821758</c:v>
                </c:pt>
                <c:pt idx="11">
                  <c:v>14.953548724837901</c:v>
                </c:pt>
                <c:pt idx="12">
                  <c:v>15.390901796769082</c:v>
                </c:pt>
                <c:pt idx="13">
                  <c:v>19.226480717269691</c:v>
                </c:pt>
                <c:pt idx="14">
                  <c:v>22.79313660101786</c:v>
                </c:pt>
                <c:pt idx="15">
                  <c:v>22.865168928552311</c:v>
                </c:pt>
                <c:pt idx="16">
                  <c:v>22.844283224646123</c:v>
                </c:pt>
                <c:pt idx="17">
                  <c:v>23.321478669693715</c:v>
                </c:pt>
                <c:pt idx="18">
                  <c:v>23.752837490598541</c:v>
                </c:pt>
                <c:pt idx="19">
                  <c:v>26.346272893594371</c:v>
                </c:pt>
                <c:pt idx="20">
                  <c:v>27.62891528506799</c:v>
                </c:pt>
                <c:pt idx="21">
                  <c:v>29.021929235987681</c:v>
                </c:pt>
                <c:pt idx="22">
                  <c:v>29.575221677167672</c:v>
                </c:pt>
                <c:pt idx="23">
                  <c:v>30.492044954780283</c:v>
                </c:pt>
                <c:pt idx="24">
                  <c:v>32.408260628457683</c:v>
                </c:pt>
                <c:pt idx="25">
                  <c:v>33.228978668325716</c:v>
                </c:pt>
                <c:pt idx="26">
                  <c:v>34.536552217930499</c:v>
                </c:pt>
                <c:pt idx="27">
                  <c:v>35.216266551622034</c:v>
                </c:pt>
                <c:pt idx="28">
                  <c:v>35.658717676315618</c:v>
                </c:pt>
                <c:pt idx="29">
                  <c:v>35.903819087649602</c:v>
                </c:pt>
                <c:pt idx="30">
                  <c:v>35.508485117442078</c:v>
                </c:pt>
                <c:pt idx="31">
                  <c:v>35.433384509217127</c:v>
                </c:pt>
                <c:pt idx="32">
                  <c:v>33.98172324200042</c:v>
                </c:pt>
                <c:pt idx="33">
                  <c:v>32.592935849891361</c:v>
                </c:pt>
                <c:pt idx="34">
                  <c:v>34.546998645133812</c:v>
                </c:pt>
                <c:pt idx="35">
                  <c:v>37.510751037167161</c:v>
                </c:pt>
                <c:pt idx="36">
                  <c:v>37.437363681194739</c:v>
                </c:pt>
                <c:pt idx="37">
                  <c:v>38.321054564113666</c:v>
                </c:pt>
                <c:pt idx="38">
                  <c:v>39.465603920530363</c:v>
                </c:pt>
                <c:pt idx="39">
                  <c:v>39.273767071967377</c:v>
                </c:pt>
                <c:pt idx="40">
                  <c:v>39.235309234129616</c:v>
                </c:pt>
                <c:pt idx="41">
                  <c:v>39.105210236381986</c:v>
                </c:pt>
                <c:pt idx="42">
                  <c:v>38.954143832194497</c:v>
                </c:pt>
                <c:pt idx="43">
                  <c:v>40.827162638771988</c:v>
                </c:pt>
                <c:pt idx="44">
                  <c:v>42.343359969233425</c:v>
                </c:pt>
                <c:pt idx="45">
                  <c:v>47.159736074891214</c:v>
                </c:pt>
                <c:pt idx="46">
                  <c:v>51.094618314777271</c:v>
                </c:pt>
                <c:pt idx="47">
                  <c:v>51.020085096830613</c:v>
                </c:pt>
                <c:pt idx="48">
                  <c:v>50.879309871937252</c:v>
                </c:pt>
                <c:pt idx="49">
                  <c:v>50.959607498817597</c:v>
                </c:pt>
                <c:pt idx="50">
                  <c:v>50.883258938854468</c:v>
                </c:pt>
                <c:pt idx="51">
                  <c:v>51.262123614114401</c:v>
                </c:pt>
                <c:pt idx="52">
                  <c:v>54.242115460984841</c:v>
                </c:pt>
                <c:pt idx="53">
                  <c:v>60.09795533467063</c:v>
                </c:pt>
                <c:pt idx="54">
                  <c:v>60.857497080398204</c:v>
                </c:pt>
                <c:pt idx="55">
                  <c:v>60.840505133354924</c:v>
                </c:pt>
                <c:pt idx="56">
                  <c:v>63.595698421045725</c:v>
                </c:pt>
                <c:pt idx="57">
                  <c:v>65.083571104770968</c:v>
                </c:pt>
                <c:pt idx="58">
                  <c:v>69.722765167903304</c:v>
                </c:pt>
                <c:pt idx="59">
                  <c:v>71.416883032449661</c:v>
                </c:pt>
                <c:pt idx="60">
                  <c:v>75.613819315510199</c:v>
                </c:pt>
                <c:pt idx="61">
                  <c:v>75.296875395712945</c:v>
                </c:pt>
                <c:pt idx="62">
                  <c:v>75.432412028826278</c:v>
                </c:pt>
                <c:pt idx="63">
                  <c:v>75.900281898985611</c:v>
                </c:pt>
                <c:pt idx="64">
                  <c:v>75.855530882167216</c:v>
                </c:pt>
                <c:pt idx="65">
                  <c:v>75.846772346003462</c:v>
                </c:pt>
                <c:pt idx="66">
                  <c:v>75.8450503566051</c:v>
                </c:pt>
                <c:pt idx="67">
                  <c:v>77.455564496702394</c:v>
                </c:pt>
                <c:pt idx="68">
                  <c:v>79.137480661358936</c:v>
                </c:pt>
                <c:pt idx="69">
                  <c:v>82.89281221371013</c:v>
                </c:pt>
                <c:pt idx="70">
                  <c:v>84.872205707528096</c:v>
                </c:pt>
                <c:pt idx="71">
                  <c:v>86.496637463269337</c:v>
                </c:pt>
                <c:pt idx="72">
                  <c:v>88.270519975828819</c:v>
                </c:pt>
                <c:pt idx="73">
                  <c:v>92.252095050261715</c:v>
                </c:pt>
                <c:pt idx="74">
                  <c:v>92.628609172493952</c:v>
                </c:pt>
                <c:pt idx="75">
                  <c:v>93.056877109567367</c:v>
                </c:pt>
                <c:pt idx="76">
                  <c:v>92.624400478134319</c:v>
                </c:pt>
                <c:pt idx="77">
                  <c:v>94.880887563628903</c:v>
                </c:pt>
                <c:pt idx="78">
                  <c:v>97.029985459639164</c:v>
                </c:pt>
                <c:pt idx="79">
                  <c:v>99.534143542970156</c:v>
                </c:pt>
                <c:pt idx="80">
                  <c:v>106.76413369313154</c:v>
                </c:pt>
                <c:pt idx="81">
                  <c:v>110.29462059920343</c:v>
                </c:pt>
                <c:pt idx="82">
                  <c:v>115.44423923535251</c:v>
                </c:pt>
                <c:pt idx="83">
                  <c:v>120.95613981872017</c:v>
                </c:pt>
                <c:pt idx="84">
                  <c:v>125.66396499574846</c:v>
                </c:pt>
                <c:pt idx="85">
                  <c:v>128.99872723402919</c:v>
                </c:pt>
                <c:pt idx="86">
                  <c:v>133.96350446481833</c:v>
                </c:pt>
                <c:pt idx="87">
                  <c:v>134.00992172811522</c:v>
                </c:pt>
                <c:pt idx="88">
                  <c:v>135.09944499797842</c:v>
                </c:pt>
                <c:pt idx="89">
                  <c:v>134.91064034049691</c:v>
                </c:pt>
                <c:pt idx="90">
                  <c:v>134.85714345562911</c:v>
                </c:pt>
                <c:pt idx="91">
                  <c:v>136.28729647743071</c:v>
                </c:pt>
                <c:pt idx="92">
                  <c:v>142.03846842778111</c:v>
                </c:pt>
                <c:pt idx="93">
                  <c:v>147.50694704330775</c:v>
                </c:pt>
                <c:pt idx="94">
                  <c:v>150.63127770709463</c:v>
                </c:pt>
                <c:pt idx="95">
                  <c:v>157.64528238841618</c:v>
                </c:pt>
                <c:pt idx="96">
                  <c:v>160.29234978114641</c:v>
                </c:pt>
                <c:pt idx="97">
                  <c:v>161.14574399331516</c:v>
                </c:pt>
                <c:pt idx="98">
                  <c:v>161.84534873023594</c:v>
                </c:pt>
                <c:pt idx="99">
                  <c:v>162.2144379849245</c:v>
                </c:pt>
                <c:pt idx="100">
                  <c:v>162.19652977939162</c:v>
                </c:pt>
                <c:pt idx="101">
                  <c:v>166.22628954927316</c:v>
                </c:pt>
                <c:pt idx="102">
                  <c:v>166.58782046332345</c:v>
                </c:pt>
                <c:pt idx="103">
                  <c:v>165.99484511184286</c:v>
                </c:pt>
                <c:pt idx="104">
                  <c:v>167.62683928044225</c:v>
                </c:pt>
                <c:pt idx="105">
                  <c:v>166.27018150295837</c:v>
                </c:pt>
                <c:pt idx="106">
                  <c:v>166.04991978722762</c:v>
                </c:pt>
                <c:pt idx="107">
                  <c:v>169.55863734022029</c:v>
                </c:pt>
                <c:pt idx="108">
                  <c:v>172.52231004692678</c:v>
                </c:pt>
                <c:pt idx="109">
                  <c:v>173.93564645836776</c:v>
                </c:pt>
                <c:pt idx="110">
                  <c:v>178.20059616692902</c:v>
                </c:pt>
                <c:pt idx="111">
                  <c:v>177.96074998800415</c:v>
                </c:pt>
                <c:pt idx="112">
                  <c:v>177.90795451485809</c:v>
                </c:pt>
                <c:pt idx="113">
                  <c:v>177.62644870416193</c:v>
                </c:pt>
                <c:pt idx="114">
                  <c:v>177.54639224210567</c:v>
                </c:pt>
                <c:pt idx="115">
                  <c:v>177.52469644750923</c:v>
                </c:pt>
                <c:pt idx="116">
                  <c:v>178.64435414552514</c:v>
                </c:pt>
                <c:pt idx="117">
                  <c:v>181.82665281039985</c:v>
                </c:pt>
                <c:pt idx="118">
                  <c:v>185.39605591941915</c:v>
                </c:pt>
                <c:pt idx="119">
                  <c:v>186.12294489984333</c:v>
                </c:pt>
                <c:pt idx="120">
                  <c:v>186.53991239616872</c:v>
                </c:pt>
                <c:pt idx="121">
                  <c:v>190.03119463846448</c:v>
                </c:pt>
                <c:pt idx="122">
                  <c:v>194.47351633194057</c:v>
                </c:pt>
                <c:pt idx="123">
                  <c:v>198.60416535892455</c:v>
                </c:pt>
                <c:pt idx="124">
                  <c:v>206.70709730686059</c:v>
                </c:pt>
                <c:pt idx="125">
                  <c:v>215.13468420000748</c:v>
                </c:pt>
                <c:pt idx="126">
                  <c:v>221.48062994682354</c:v>
                </c:pt>
                <c:pt idx="127">
                  <c:v>224.30563214305624</c:v>
                </c:pt>
                <c:pt idx="128">
                  <c:v>223.71750081661745</c:v>
                </c:pt>
                <c:pt idx="129">
                  <c:v>232.82274106041274</c:v>
                </c:pt>
                <c:pt idx="130">
                  <c:v>264.77829793369506</c:v>
                </c:pt>
                <c:pt idx="131">
                  <c:v>271.53877091606239</c:v>
                </c:pt>
                <c:pt idx="132">
                  <c:v>278.92636122153965</c:v>
                </c:pt>
                <c:pt idx="133">
                  <c:v>284.2574936551573</c:v>
                </c:pt>
                <c:pt idx="134">
                  <c:v>287.9982432359364</c:v>
                </c:pt>
                <c:pt idx="135">
                  <c:v>289.42734992322892</c:v>
                </c:pt>
                <c:pt idx="136">
                  <c:v>309.62832210867521</c:v>
                </c:pt>
                <c:pt idx="137">
                  <c:v>312.50821202809976</c:v>
                </c:pt>
                <c:pt idx="138">
                  <c:v>323.94096610098507</c:v>
                </c:pt>
                <c:pt idx="139">
                  <c:v>327.59932531507707</c:v>
                </c:pt>
                <c:pt idx="140">
                  <c:v>338.89457285162689</c:v>
                </c:pt>
                <c:pt idx="141">
                  <c:v>344.90943854104489</c:v>
                </c:pt>
                <c:pt idx="142">
                  <c:v>350.61044841035198</c:v>
                </c:pt>
                <c:pt idx="143">
                  <c:v>355.03787221299376</c:v>
                </c:pt>
                <c:pt idx="144">
                  <c:v>375.19955930339364</c:v>
                </c:pt>
                <c:pt idx="145">
                  <c:v>378.43394928809823</c:v>
                </c:pt>
                <c:pt idx="146">
                  <c:v>382.21856950985477</c:v>
                </c:pt>
                <c:pt idx="147">
                  <c:v>415.31677612092909</c:v>
                </c:pt>
                <c:pt idx="148">
                  <c:v>455.76599105014401</c:v>
                </c:pt>
                <c:pt idx="149">
                  <c:v>459.0670998032474</c:v>
                </c:pt>
                <c:pt idx="150">
                  <c:v>463.08611155557458</c:v>
                </c:pt>
                <c:pt idx="151">
                  <c:v>468.90496755418729</c:v>
                </c:pt>
                <c:pt idx="152">
                  <c:v>474.11324079719077</c:v>
                </c:pt>
                <c:pt idx="153">
                  <c:v>482.66329445070653</c:v>
                </c:pt>
                <c:pt idx="154">
                  <c:v>489.81154214005431</c:v>
                </c:pt>
                <c:pt idx="155">
                  <c:v>498.23768901641245</c:v>
                </c:pt>
                <c:pt idx="156">
                  <c:v>511.14715625248482</c:v>
                </c:pt>
                <c:pt idx="157">
                  <c:v>515.54796731261047</c:v>
                </c:pt>
                <c:pt idx="158">
                  <c:v>532.26376662243513</c:v>
                </c:pt>
                <c:pt idx="159">
                  <c:v>565.25395164620738</c:v>
                </c:pt>
                <c:pt idx="160">
                  <c:v>582.59746149987893</c:v>
                </c:pt>
                <c:pt idx="161">
                  <c:v>618.90696100872447</c:v>
                </c:pt>
                <c:pt idx="162">
                  <c:v>650.08120623835862</c:v>
                </c:pt>
                <c:pt idx="163">
                  <c:v>658.48957597973936</c:v>
                </c:pt>
                <c:pt idx="164">
                  <c:v>709.25587216996576</c:v>
                </c:pt>
                <c:pt idx="165">
                  <c:v>741.24910897820257</c:v>
                </c:pt>
                <c:pt idx="166">
                  <c:v>766.49503722231464</c:v>
                </c:pt>
                <c:pt idx="167">
                  <c:v>774.287197485668</c:v>
                </c:pt>
                <c:pt idx="168">
                  <c:v>786.98719241096649</c:v>
                </c:pt>
                <c:pt idx="169">
                  <c:v>796.86262826460415</c:v>
                </c:pt>
                <c:pt idx="170">
                  <c:v>807.9997651713727</c:v>
                </c:pt>
                <c:pt idx="171">
                  <c:v>833.03006578563497</c:v>
                </c:pt>
                <c:pt idx="172">
                  <c:v>878.47825298877933</c:v>
                </c:pt>
                <c:pt idx="173">
                  <c:v>903.55257844167988</c:v>
                </c:pt>
                <c:pt idx="174">
                  <c:v>960.5650494841509</c:v>
                </c:pt>
                <c:pt idx="175">
                  <c:v>982.49398140694552</c:v>
                </c:pt>
                <c:pt idx="176">
                  <c:v>1005.7124210636063</c:v>
                </c:pt>
                <c:pt idx="177">
                  <c:v>1027.9918148692213</c:v>
                </c:pt>
                <c:pt idx="178">
                  <c:v>1029.7255136581709</c:v>
                </c:pt>
                <c:pt idx="179">
                  <c:v>1060.8565980158444</c:v>
                </c:pt>
                <c:pt idx="180">
                  <c:v>1078.9002657716694</c:v>
                </c:pt>
                <c:pt idx="181">
                  <c:v>1105.8808290433321</c:v>
                </c:pt>
                <c:pt idx="182">
                  <c:v>1118.2497806179333</c:v>
                </c:pt>
                <c:pt idx="183">
                  <c:v>1136.8489917187594</c:v>
                </c:pt>
                <c:pt idx="184">
                  <c:v>1145.3419376590784</c:v>
                </c:pt>
                <c:pt idx="185">
                  <c:v>1144.9645974225878</c:v>
                </c:pt>
                <c:pt idx="186">
                  <c:v>1148.7562319057618</c:v>
                </c:pt>
                <c:pt idx="187">
                  <c:v>1149.8331548018684</c:v>
                </c:pt>
                <c:pt idx="188">
                  <c:v>1156.4860729318873</c:v>
                </c:pt>
                <c:pt idx="189">
                  <c:v>1169.263807090369</c:v>
                </c:pt>
                <c:pt idx="190">
                  <c:v>1185.8965921687559</c:v>
                </c:pt>
                <c:pt idx="191">
                  <c:v>1190.932129187431</c:v>
                </c:pt>
                <c:pt idx="192">
                  <c:v>1223.5709632596122</c:v>
                </c:pt>
                <c:pt idx="193">
                  <c:v>1225.4161959332318</c:v>
                </c:pt>
                <c:pt idx="194">
                  <c:v>1227.7171949375852</c:v>
                </c:pt>
                <c:pt idx="195">
                  <c:v>1229.8256313034724</c:v>
                </c:pt>
                <c:pt idx="196">
                  <c:v>1229.8686182945517</c:v>
                </c:pt>
                <c:pt idx="197">
                  <c:v>1230.0002074803351</c:v>
                </c:pt>
                <c:pt idx="198">
                  <c:v>1231.3507597660464</c:v>
                </c:pt>
                <c:pt idx="199">
                  <c:v>1231.0621984121981</c:v>
                </c:pt>
                <c:pt idx="200">
                  <c:v>1230.9847038184375</c:v>
                </c:pt>
                <c:pt idx="201">
                  <c:v>1231.462696574732</c:v>
                </c:pt>
                <c:pt idx="202">
                  <c:v>1231.4363389931257</c:v>
                </c:pt>
                <c:pt idx="203">
                  <c:v>1231.4313150899377</c:v>
                </c:pt>
                <c:pt idx="204">
                  <c:v>1231.4303274654003</c:v>
                </c:pt>
                <c:pt idx="205">
                  <c:v>1231.6358427168543</c:v>
                </c:pt>
                <c:pt idx="206">
                  <c:v>1232.0073342686489</c:v>
                </c:pt>
                <c:pt idx="207">
                  <c:v>1232.1817401923092</c:v>
                </c:pt>
                <c:pt idx="208">
                  <c:v>1232.3394751715855</c:v>
                </c:pt>
                <c:pt idx="209">
                  <c:v>1232.3322696357352</c:v>
                </c:pt>
                <c:pt idx="210">
                  <c:v>1232.7418545217533</c:v>
                </c:pt>
                <c:pt idx="211">
                  <c:v>1234.318328509022</c:v>
                </c:pt>
                <c:pt idx="212">
                  <c:v>1234.4953874816892</c:v>
                </c:pt>
                <c:pt idx="213">
                  <c:v>1234.4736597866868</c:v>
                </c:pt>
                <c:pt idx="214">
                  <c:v>1235.7057663926466</c:v>
                </c:pt>
                <c:pt idx="215">
                  <c:v>1235.8199330759073</c:v>
                </c:pt>
                <c:pt idx="216">
                  <c:v>1235.9742129587005</c:v>
                </c:pt>
                <c:pt idx="217">
                  <c:v>1235.9776838514774</c:v>
                </c:pt>
                <c:pt idx="218">
                  <c:v>1235.9626297162529</c:v>
                </c:pt>
                <c:pt idx="219">
                  <c:v>1235.9642018027646</c:v>
                </c:pt>
                <c:pt idx="220">
                  <c:v>1235.9540345458438</c:v>
                </c:pt>
                <c:pt idx="221">
                  <c:v>1235.9519302053855</c:v>
                </c:pt>
                <c:pt idx="222">
                  <c:v>1235.9514851091819</c:v>
                </c:pt>
                <c:pt idx="223">
                  <c:v>1236.4260496740719</c:v>
                </c:pt>
                <c:pt idx="224">
                  <c:v>1236.5164345196413</c:v>
                </c:pt>
                <c:pt idx="225">
                  <c:v>1236.4860410005369</c:v>
                </c:pt>
                <c:pt idx="226">
                  <c:v>1236.8478078918338</c:v>
                </c:pt>
                <c:pt idx="227">
                  <c:v>1236.7863411768476</c:v>
                </c:pt>
                <c:pt idx="228">
                  <c:v>1236.856376002622</c:v>
                </c:pt>
                <c:pt idx="229">
                  <c:v>1236.8480712845028</c:v>
                </c:pt>
                <c:pt idx="230">
                  <c:v>1236.8469723746477</c:v>
                </c:pt>
                <c:pt idx="231">
                  <c:v>1236.8460216355852</c:v>
                </c:pt>
                <c:pt idx="232">
                  <c:v>1237.159929056445</c:v>
                </c:pt>
                <c:pt idx="233">
                  <c:v>1237.1377435690642</c:v>
                </c:pt>
                <c:pt idx="234">
                  <c:v>1237.9581191145016</c:v>
                </c:pt>
                <c:pt idx="235">
                  <c:v>1239.6849122122564</c:v>
                </c:pt>
                <c:pt idx="236">
                  <c:v>1239.5865089442057</c:v>
                </c:pt>
                <c:pt idx="237">
                  <c:v>1239.5733042348481</c:v>
                </c:pt>
                <c:pt idx="238">
                  <c:v>1240.1305829098665</c:v>
                </c:pt>
                <c:pt idx="239">
                  <c:v>1240.8674849552481</c:v>
                </c:pt>
                <c:pt idx="240">
                  <c:v>1242.7475068148069</c:v>
                </c:pt>
                <c:pt idx="241">
                  <c:v>1242.8999074059241</c:v>
                </c:pt>
                <c:pt idx="242">
                  <c:v>1248.5387209322612</c:v>
                </c:pt>
                <c:pt idx="243">
                  <c:v>1248.5131007950022</c:v>
                </c:pt>
                <c:pt idx="244">
                  <c:v>1248.5513586396642</c:v>
                </c:pt>
                <c:pt idx="245">
                  <c:v>1248.9802203787683</c:v>
                </c:pt>
                <c:pt idx="246">
                  <c:v>1249.063261205984</c:v>
                </c:pt>
                <c:pt idx="247">
                  <c:v>1249.0533388819404</c:v>
                </c:pt>
                <c:pt idx="248">
                  <c:v>1249.4381012581973</c:v>
                </c:pt>
                <c:pt idx="249">
                  <c:v>1249.6673381418209</c:v>
                </c:pt>
                <c:pt idx="250">
                  <c:v>1249.6009288221276</c:v>
                </c:pt>
                <c:pt idx="251">
                  <c:v>1249.661233652115</c:v>
                </c:pt>
                <c:pt idx="252">
                  <c:v>1249.891195559678</c:v>
                </c:pt>
                <c:pt idx="253">
                  <c:v>1250.1177694373021</c:v>
                </c:pt>
                <c:pt idx="254">
                  <c:v>1250.5456265798036</c:v>
                </c:pt>
                <c:pt idx="255">
                  <c:v>1250.504922015029</c:v>
                </c:pt>
                <c:pt idx="256">
                  <c:v>1250.4966977852584</c:v>
                </c:pt>
                <c:pt idx="257">
                  <c:v>1250.5520989109918</c:v>
                </c:pt>
                <c:pt idx="258">
                  <c:v>1250.5362219100437</c:v>
                </c:pt>
                <c:pt idx="259">
                  <c:v>1250.671236785181</c:v>
                </c:pt>
                <c:pt idx="260">
                  <c:v>1251.5738932016579</c:v>
                </c:pt>
                <c:pt idx="261">
                  <c:v>1252.0105999249488</c:v>
                </c:pt>
                <c:pt idx="262">
                  <c:v>1252.8726614106874</c:v>
                </c:pt>
                <c:pt idx="263">
                  <c:v>1252.8444137357235</c:v>
                </c:pt>
                <c:pt idx="264">
                  <c:v>1253.0416889584906</c:v>
                </c:pt>
                <c:pt idx="265">
                  <c:v>1254.0808430216662</c:v>
                </c:pt>
                <c:pt idx="266">
                  <c:v>1255.9666817577602</c:v>
                </c:pt>
                <c:pt idx="267">
                  <c:v>1256.5340366563075</c:v>
                </c:pt>
                <c:pt idx="268">
                  <c:v>1257.0777964548161</c:v>
                </c:pt>
                <c:pt idx="269">
                  <c:v>1258.1685874627688</c:v>
                </c:pt>
                <c:pt idx="270">
                  <c:v>1259.0369210330209</c:v>
                </c:pt>
                <c:pt idx="271">
                  <c:v>1259.4000873332623</c:v>
                </c:pt>
                <c:pt idx="272">
                  <c:v>1259.2884076080184</c:v>
                </c:pt>
                <c:pt idx="273">
                  <c:v>1259.5125432489872</c:v>
                </c:pt>
                <c:pt idx="274">
                  <c:v>1259.4846559162559</c:v>
                </c:pt>
                <c:pt idx="275">
                  <c:v>1260.8968658221784</c:v>
                </c:pt>
                <c:pt idx="276">
                  <c:v>1261.6487419628202</c:v>
                </c:pt>
                <c:pt idx="277">
                  <c:v>1261.5648710584608</c:v>
                </c:pt>
                <c:pt idx="278">
                  <c:v>1261.5537155529109</c:v>
                </c:pt>
                <c:pt idx="279">
                  <c:v>1262.9615270638431</c:v>
                </c:pt>
                <c:pt idx="280">
                  <c:v>1262.9013463246281</c:v>
                </c:pt>
                <c:pt idx="281">
                  <c:v>1263.1575546894876</c:v>
                </c:pt>
                <c:pt idx="282">
                  <c:v>1263.4132347685627</c:v>
                </c:pt>
                <c:pt idx="283">
                  <c:v>1266.0917234086589</c:v>
                </c:pt>
                <c:pt idx="284">
                  <c:v>1265.9354935698082</c:v>
                </c:pt>
                <c:pt idx="285">
                  <c:v>1265.915242707194</c:v>
                </c:pt>
                <c:pt idx="286">
                  <c:v>1266.9365785867933</c:v>
                </c:pt>
                <c:pt idx="287">
                  <c:v>1266.9669592803546</c:v>
                </c:pt>
                <c:pt idx="288">
                  <c:v>1267.3065651959823</c:v>
                </c:pt>
                <c:pt idx="289">
                  <c:v>1269.4155167174029</c:v>
                </c:pt>
                <c:pt idx="290">
                  <c:v>1270.0243037329624</c:v>
                </c:pt>
                <c:pt idx="291">
                  <c:v>1270.2369519991391</c:v>
                </c:pt>
                <c:pt idx="292">
                  <c:v>1271.3591204741012</c:v>
                </c:pt>
                <c:pt idx="293">
                  <c:v>1272.3822789359556</c:v>
                </c:pt>
                <c:pt idx="294">
                  <c:v>1273.9203501037789</c:v>
                </c:pt>
                <c:pt idx="295">
                  <c:v>1273.8333390644352</c:v>
                </c:pt>
                <c:pt idx="296">
                  <c:v>1274.3954431253212</c:v>
                </c:pt>
                <c:pt idx="297">
                  <c:v>1276.7674089170291</c:v>
                </c:pt>
                <c:pt idx="298">
                  <c:v>1277.8479975455593</c:v>
                </c:pt>
                <c:pt idx="299">
                  <c:v>1278.3364228645858</c:v>
                </c:pt>
                <c:pt idx="300">
                  <c:v>1278.2397904410116</c:v>
                </c:pt>
                <c:pt idx="301">
                  <c:v>1280.0446232487691</c:v>
                </c:pt>
                <c:pt idx="302">
                  <c:v>1281.3782978935974</c:v>
                </c:pt>
                <c:pt idx="303">
                  <c:v>1285.0504234862678</c:v>
                </c:pt>
                <c:pt idx="304">
                  <c:v>1287.5822612336242</c:v>
                </c:pt>
                <c:pt idx="305">
                  <c:v>1290.3490110713124</c:v>
                </c:pt>
                <c:pt idx="306">
                  <c:v>1290.2129527502543</c:v>
                </c:pt>
                <c:pt idx="307">
                  <c:v>1290.174309288456</c:v>
                </c:pt>
                <c:pt idx="308">
                  <c:v>1290.8884782426144</c:v>
                </c:pt>
                <c:pt idx="309">
                  <c:v>1291.6229147798219</c:v>
                </c:pt>
                <c:pt idx="310">
                  <c:v>1292.5997168902072</c:v>
                </c:pt>
                <c:pt idx="311">
                  <c:v>1292.6325609098371</c:v>
                </c:pt>
                <c:pt idx="312">
                  <c:v>1292.8163853549115</c:v>
                </c:pt>
                <c:pt idx="313">
                  <c:v>1293.3651121973967</c:v>
                </c:pt>
                <c:pt idx="314">
                  <c:v>1294.2805706746981</c:v>
                </c:pt>
                <c:pt idx="315">
                  <c:v>1295.3579832434491</c:v>
                </c:pt>
                <c:pt idx="316">
                  <c:v>1296.9121449929248</c:v>
                </c:pt>
                <c:pt idx="317">
                  <c:v>1335.9876019387871</c:v>
                </c:pt>
                <c:pt idx="318">
                  <c:v>1341.5683306600856</c:v>
                </c:pt>
                <c:pt idx="319">
                  <c:v>1341.8132185017025</c:v>
                </c:pt>
                <c:pt idx="320">
                  <c:v>1346.5728866188499</c:v>
                </c:pt>
                <c:pt idx="321">
                  <c:v>1381.1911155402556</c:v>
                </c:pt>
                <c:pt idx="322">
                  <c:v>1382.2727382949986</c:v>
                </c:pt>
                <c:pt idx="323">
                  <c:v>1383.1933059791902</c:v>
                </c:pt>
                <c:pt idx="324">
                  <c:v>1383.0491422014834</c:v>
                </c:pt>
                <c:pt idx="325">
                  <c:v>1383.0209836324943</c:v>
                </c:pt>
                <c:pt idx="326">
                  <c:v>1383.0171998013541</c:v>
                </c:pt>
                <c:pt idx="327">
                  <c:v>1384.8636025520946</c:v>
                </c:pt>
                <c:pt idx="328">
                  <c:v>1384.7439775032767</c:v>
                </c:pt>
                <c:pt idx="329">
                  <c:v>1386.5701123658378</c:v>
                </c:pt>
                <c:pt idx="330">
                  <c:v>1387.2742910575639</c:v>
                </c:pt>
                <c:pt idx="331">
                  <c:v>1387.4787069633521</c:v>
                </c:pt>
                <c:pt idx="332">
                  <c:v>1405.577748326438</c:v>
                </c:pt>
                <c:pt idx="333">
                  <c:v>1406.1457173436904</c:v>
                </c:pt>
                <c:pt idx="334">
                  <c:v>1406.5279085644315</c:v>
                </c:pt>
                <c:pt idx="335">
                  <c:v>1406.4921240040455</c:v>
                </c:pt>
                <c:pt idx="336">
                  <c:v>1406.4851857043229</c:v>
                </c:pt>
                <c:pt idx="337">
                  <c:v>1407.3823500150945</c:v>
                </c:pt>
                <c:pt idx="338">
                  <c:v>1407.726957390219</c:v>
                </c:pt>
                <c:pt idx="339">
                  <c:v>1408.2121179449018</c:v>
                </c:pt>
                <c:pt idx="340">
                  <c:v>1410.4461400412717</c:v>
                </c:pt>
                <c:pt idx="341">
                  <c:v>1411.6091895800555</c:v>
                </c:pt>
                <c:pt idx="342">
                  <c:v>1413.4260590670751</c:v>
                </c:pt>
                <c:pt idx="343">
                  <c:v>1414.2878178812714</c:v>
                </c:pt>
                <c:pt idx="344">
                  <c:v>1414.4440339595269</c:v>
                </c:pt>
                <c:pt idx="345">
                  <c:v>1415.4883609791432</c:v>
                </c:pt>
                <c:pt idx="346">
                  <c:v>1416.2126017466771</c:v>
                </c:pt>
                <c:pt idx="347">
                  <c:v>1416.1937775195925</c:v>
                </c:pt>
                <c:pt idx="348">
                  <c:v>1416.5730192596127</c:v>
                </c:pt>
                <c:pt idx="349">
                  <c:v>1417.0559795378704</c:v>
                </c:pt>
                <c:pt idx="350">
                  <c:v>1417.0129701006729</c:v>
                </c:pt>
                <c:pt idx="351">
                  <c:v>1417.0043422915592</c:v>
                </c:pt>
                <c:pt idx="352">
                  <c:v>1417.0523062231739</c:v>
                </c:pt>
                <c:pt idx="353">
                  <c:v>1417.0387511698052</c:v>
                </c:pt>
                <c:pt idx="354">
                  <c:v>1417.1700328076511</c:v>
                </c:pt>
                <c:pt idx="355">
                  <c:v>1417.7410000677098</c:v>
                </c:pt>
                <c:pt idx="356">
                  <c:v>1418.685641853438</c:v>
                </c:pt>
                <c:pt idx="357">
                  <c:v>1419.0374600149942</c:v>
                </c:pt>
                <c:pt idx="358">
                  <c:v>1419.2608805900243</c:v>
                </c:pt>
                <c:pt idx="359">
                  <c:v>1419.7883378778715</c:v>
                </c:pt>
                <c:pt idx="360">
                  <c:v>1419.7645777195526</c:v>
                </c:pt>
                <c:pt idx="361">
                  <c:v>1420.9206341235886</c:v>
                </c:pt>
                <c:pt idx="362">
                  <c:v>1421.4183264407814</c:v>
                </c:pt>
                <c:pt idx="363">
                  <c:v>1421.3899199801608</c:v>
                </c:pt>
                <c:pt idx="364">
                  <c:v>1422.0069601710534</c:v>
                </c:pt>
                <c:pt idx="365">
                  <c:v>1422.3587389561412</c:v>
                </c:pt>
                <c:pt idx="366">
                  <c:v>1425.9120506079705</c:v>
                </c:pt>
                <c:pt idx="367">
                  <c:v>1425.7928499395141</c:v>
                </c:pt>
                <c:pt idx="368">
                  <c:v>1425.8662644761514</c:v>
                </c:pt>
                <c:pt idx="369">
                  <c:v>1425.836924800949</c:v>
                </c:pt>
                <c:pt idx="370">
                  <c:v>1425.8224010746976</c:v>
                </c:pt>
                <c:pt idx="371">
                  <c:v>1426.4237623884953</c:v>
                </c:pt>
                <c:pt idx="372">
                  <c:v>1426.3728539803853</c:v>
                </c:pt>
                <c:pt idx="373">
                  <c:v>1426.3629022987782</c:v>
                </c:pt>
                <c:pt idx="374">
                  <c:v>1426.9738718478011</c:v>
                </c:pt>
                <c:pt idx="375">
                  <c:v>1427.1750402858006</c:v>
                </c:pt>
                <c:pt idx="376">
                  <c:v>1427.1519064929385</c:v>
                </c:pt>
                <c:pt idx="377">
                  <c:v>1427.2592630464587</c:v>
                </c:pt>
                <c:pt idx="378">
                  <c:v>1427.2459975600702</c:v>
                </c:pt>
                <c:pt idx="379">
                  <c:v>1427.7771454271776</c:v>
                </c:pt>
                <c:pt idx="380">
                  <c:v>1427.8424317808192</c:v>
                </c:pt>
                <c:pt idx="381">
                  <c:v>1427.8328148454289</c:v>
                </c:pt>
                <c:pt idx="382">
                  <c:v>1427.8309608311697</c:v>
                </c:pt>
                <c:pt idx="383">
                  <c:v>1428.8311950235357</c:v>
                </c:pt>
                <c:pt idx="384">
                  <c:v>1430.9217708687436</c:v>
                </c:pt>
                <c:pt idx="385">
                  <c:v>1434.5606099491615</c:v>
                </c:pt>
                <c:pt idx="386">
                  <c:v>1435.7906377060274</c:v>
                </c:pt>
                <c:pt idx="387">
                  <c:v>1437.0323744690181</c:v>
                </c:pt>
                <c:pt idx="388">
                  <c:v>1438.7423772736745</c:v>
                </c:pt>
                <c:pt idx="389">
                  <c:v>1441.1878293238237</c:v>
                </c:pt>
                <c:pt idx="390">
                  <c:v>1441.0524832938797</c:v>
                </c:pt>
                <c:pt idx="391">
                  <c:v>1441.1804385265455</c:v>
                </c:pt>
                <c:pt idx="392">
                  <c:v>1441.5068727759976</c:v>
                </c:pt>
                <c:pt idx="393">
                  <c:v>1441.4412565211494</c:v>
                </c:pt>
                <c:pt idx="394">
                  <c:v>1441.9621540962346</c:v>
                </c:pt>
                <c:pt idx="395">
                  <c:v>1441.9057359118303</c:v>
                </c:pt>
                <c:pt idx="396">
                  <c:v>1443.6543329617061</c:v>
                </c:pt>
                <c:pt idx="397">
                  <c:v>1445.1271900006111</c:v>
                </c:pt>
                <c:pt idx="398">
                  <c:v>1445.484594936172</c:v>
                </c:pt>
                <c:pt idx="399">
                  <c:v>1446.5113922103305</c:v>
                </c:pt>
                <c:pt idx="400">
                  <c:v>1446.444780030293</c:v>
                </c:pt>
                <c:pt idx="401">
                  <c:v>1446.4314720685452</c:v>
                </c:pt>
                <c:pt idx="402">
                  <c:v>1447.1526294067774</c:v>
                </c:pt>
                <c:pt idx="403">
                  <c:v>1447.1084073428606</c:v>
                </c:pt>
                <c:pt idx="404">
                  <c:v>1447.7603781403859</c:v>
                </c:pt>
                <c:pt idx="405">
                  <c:v>1449.2743634409574</c:v>
                </c:pt>
                <c:pt idx="406">
                  <c:v>1450.2754956692904</c:v>
                </c:pt>
                <c:pt idx="407">
                  <c:v>1451.1407469391372</c:v>
                </c:pt>
                <c:pt idx="408">
                  <c:v>1453.7254060737368</c:v>
                </c:pt>
                <c:pt idx="409">
                  <c:v>1454.7030258344971</c:v>
                </c:pt>
                <c:pt idx="410">
                  <c:v>1456.2832503918519</c:v>
                </c:pt>
                <c:pt idx="411">
                  <c:v>1457.9117808113187</c:v>
                </c:pt>
                <c:pt idx="412">
                  <c:v>1458.0217100095983</c:v>
                </c:pt>
                <c:pt idx="413">
                  <c:v>1458.4867228401472</c:v>
                </c:pt>
                <c:pt idx="414">
                  <c:v>1458.5789397491624</c:v>
                </c:pt>
                <c:pt idx="415">
                  <c:v>1459.2162416654528</c:v>
                </c:pt>
                <c:pt idx="416">
                  <c:v>1459.1557780392025</c:v>
                </c:pt>
                <c:pt idx="417">
                  <c:v>1459.1438639556563</c:v>
                </c:pt>
                <c:pt idx="418">
                  <c:v>1459.1415017696499</c:v>
                </c:pt>
                <c:pt idx="419">
                  <c:v>1459.4987764394602</c:v>
                </c:pt>
                <c:pt idx="420">
                  <c:v>1460.4315472034586</c:v>
                </c:pt>
                <c:pt idx="421">
                  <c:v>1460.3479198367661</c:v>
                </c:pt>
                <c:pt idx="422">
                  <c:v>1462.2063783056678</c:v>
                </c:pt>
                <c:pt idx="423">
                  <c:v>1462.8844137938722</c:v>
                </c:pt>
                <c:pt idx="424">
                  <c:v>1463.289908831583</c:v>
                </c:pt>
                <c:pt idx="425">
                  <c:v>1463.2725218295479</c:v>
                </c:pt>
                <c:pt idx="426">
                  <c:v>1463.4363681306138</c:v>
                </c:pt>
                <c:pt idx="427">
                  <c:v>1463.7118023419887</c:v>
                </c:pt>
                <c:pt idx="428">
                  <c:v>1464.5395113320851</c:v>
                </c:pt>
                <c:pt idx="429">
                  <c:v>1464.5061355883263</c:v>
                </c:pt>
                <c:pt idx="430">
                  <c:v>1466.2110876061574</c:v>
                </c:pt>
                <c:pt idx="431">
                  <c:v>1466.1462246151955</c:v>
                </c:pt>
                <c:pt idx="432">
                  <c:v>1466.5361436613637</c:v>
                </c:pt>
                <c:pt idx="433">
                  <c:v>1466.8977663915512</c:v>
                </c:pt>
                <c:pt idx="434">
                  <c:v>1467.5148369623917</c:v>
                </c:pt>
                <c:pt idx="435">
                  <c:v>1468.3130324028778</c:v>
                </c:pt>
                <c:pt idx="436">
                  <c:v>1468.2324880554793</c:v>
                </c:pt>
                <c:pt idx="437">
                  <c:v>1468.4637393812227</c:v>
                </c:pt>
                <c:pt idx="438">
                  <c:v>1468.9716153554755</c:v>
                </c:pt>
                <c:pt idx="439">
                  <c:v>1469.0598995515841</c:v>
                </c:pt>
                <c:pt idx="440">
                  <c:v>1469.0229588340417</c:v>
                </c:pt>
                <c:pt idx="441">
                  <c:v>1469.0758451832394</c:v>
                </c:pt>
                <c:pt idx="442">
                  <c:v>1469.0727369399096</c:v>
                </c:pt>
                <c:pt idx="443">
                  <c:v>1469.0686982420887</c:v>
                </c:pt>
                <c:pt idx="444">
                  <c:v>1469.2112454092567</c:v>
                </c:pt>
                <c:pt idx="445">
                  <c:v>1469.7342966767926</c:v>
                </c:pt>
                <c:pt idx="446">
                  <c:v>1469.7308188031061</c:v>
                </c:pt>
                <c:pt idx="447">
                  <c:v>1470.2005673379904</c:v>
                </c:pt>
                <c:pt idx="448">
                  <c:v>1472.7472022284533</c:v>
                </c:pt>
                <c:pt idx="449">
                  <c:v>1472.6145675479577</c:v>
                </c:pt>
                <c:pt idx="450">
                  <c:v>1472.6694025571378</c:v>
                </c:pt>
                <c:pt idx="451">
                  <c:v>1472.6595199217734</c:v>
                </c:pt>
                <c:pt idx="452">
                  <c:v>1473.3920102607212</c:v>
                </c:pt>
                <c:pt idx="453">
                  <c:v>1473.9098594917862</c:v>
                </c:pt>
                <c:pt idx="454">
                  <c:v>1474.2802329143062</c:v>
                </c:pt>
                <c:pt idx="455">
                  <c:v>1474.5486751052285</c:v>
                </c:pt>
                <c:pt idx="456">
                  <c:v>1474.5286332357468</c:v>
                </c:pt>
                <c:pt idx="457">
                  <c:v>1474.7137233591723</c:v>
                </c:pt>
                <c:pt idx="458">
                  <c:v>1474.7020985914696</c:v>
                </c:pt>
                <c:pt idx="459">
                  <c:v>1478.59271115205</c:v>
                </c:pt>
                <c:pt idx="460">
                  <c:v>1478.4207061810005</c:v>
                </c:pt>
                <c:pt idx="461">
                  <c:v>1482.5129855316645</c:v>
                </c:pt>
                <c:pt idx="462">
                  <c:v>1493.1197498888282</c:v>
                </c:pt>
                <c:pt idx="463">
                  <c:v>1493.3134167439716</c:v>
                </c:pt>
                <c:pt idx="464">
                  <c:v>1493.4292875799763</c:v>
                </c:pt>
                <c:pt idx="465">
                  <c:v>1493.38911999691</c:v>
                </c:pt>
                <c:pt idx="466">
                  <c:v>1494.0571502731118</c:v>
                </c:pt>
                <c:pt idx="467">
                  <c:v>1494.5130485073853</c:v>
                </c:pt>
                <c:pt idx="468">
                  <c:v>1494.4396131926644</c:v>
                </c:pt>
                <c:pt idx="469">
                  <c:v>1495.0129248542607</c:v>
                </c:pt>
                <c:pt idx="470">
                  <c:v>1495.8831147678657</c:v>
                </c:pt>
                <c:pt idx="471">
                  <c:v>1496.0951132690407</c:v>
                </c:pt>
                <c:pt idx="472">
                  <c:v>1496.2590399899889</c:v>
                </c:pt>
                <c:pt idx="473">
                  <c:v>1496.3953413995389</c:v>
                </c:pt>
                <c:pt idx="474">
                  <c:v>1496.4545550956441</c:v>
                </c:pt>
                <c:pt idx="475">
                  <c:v>1496.6284763496649</c:v>
                </c:pt>
                <c:pt idx="476">
                  <c:v>1497.3254956548017</c:v>
                </c:pt>
                <c:pt idx="477">
                  <c:v>1498.2084482250486</c:v>
                </c:pt>
                <c:pt idx="478">
                  <c:v>1498.9660580426146</c:v>
                </c:pt>
                <c:pt idx="479">
                  <c:v>1499.0955767843659</c:v>
                </c:pt>
                <c:pt idx="480">
                  <c:v>1499.0631812864667</c:v>
                </c:pt>
                <c:pt idx="481">
                  <c:v>1499.0592917018973</c:v>
                </c:pt>
                <c:pt idx="482">
                  <c:v>1499.0592917018973</c:v>
                </c:pt>
                <c:pt idx="483">
                  <c:v>1499.0592917018973</c:v>
                </c:pt>
                <c:pt idx="484">
                  <c:v>1499.3751428209273</c:v>
                </c:pt>
                <c:pt idx="485">
                  <c:v>1499.3702357787595</c:v>
                </c:pt>
                <c:pt idx="486">
                  <c:v>1499.3521528411861</c:v>
                </c:pt>
                <c:pt idx="487">
                  <c:v>1499.4631207954612</c:v>
                </c:pt>
                <c:pt idx="488">
                  <c:v>1499.6374100016401</c:v>
                </c:pt>
                <c:pt idx="489">
                  <c:v>1500.3141697848241</c:v>
                </c:pt>
                <c:pt idx="490">
                  <c:v>1500.4213222433577</c:v>
                </c:pt>
                <c:pt idx="491">
                  <c:v>1500.3605057238628</c:v>
                </c:pt>
                <c:pt idx="492">
                  <c:v>1500.7343411140675</c:v>
                </c:pt>
                <c:pt idx="493">
                  <c:v>1500.7451427896756</c:v>
                </c:pt>
                <c:pt idx="494">
                  <c:v>1500.8705586519786</c:v>
                </c:pt>
                <c:pt idx="495">
                  <c:v>1501.0614335256637</c:v>
                </c:pt>
                <c:pt idx="496">
                  <c:v>1501.3364277230785</c:v>
                </c:pt>
                <c:pt idx="497">
                  <c:v>1501.3145417155292</c:v>
                </c:pt>
                <c:pt idx="498">
                  <c:v>1501.3987742498769</c:v>
                </c:pt>
                <c:pt idx="499">
                  <c:v>1501.9393542318287</c:v>
                </c:pt>
                <c:pt idx="500">
                  <c:v>1502.5757858383458</c:v>
                </c:pt>
                <c:pt idx="501">
                  <c:v>1503.3622751794269</c:v>
                </c:pt>
                <c:pt idx="502">
                  <c:v>1503.7464665598163</c:v>
                </c:pt>
                <c:pt idx="503">
                  <c:v>1504.242137263986</c:v>
                </c:pt>
                <c:pt idx="504">
                  <c:v>1504.4186248184214</c:v>
                </c:pt>
                <c:pt idx="505">
                  <c:v>1504.5713855307556</c:v>
                </c:pt>
                <c:pt idx="506">
                  <c:v>1504.7087464754504</c:v>
                </c:pt>
                <c:pt idx="507">
                  <c:v>1505.6604640374339</c:v>
                </c:pt>
                <c:pt idx="508">
                  <c:v>1507.5508560258672</c:v>
                </c:pt>
                <c:pt idx="509">
                  <c:v>1507.5730694236017</c:v>
                </c:pt>
                <c:pt idx="510">
                  <c:v>1516.0481960104521</c:v>
                </c:pt>
                <c:pt idx="511">
                  <c:v>1516.2562378180176</c:v>
                </c:pt>
                <c:pt idx="512">
                  <c:v>1516.4061440282214</c:v>
                </c:pt>
                <c:pt idx="513">
                  <c:v>1517.283052242896</c:v>
                </c:pt>
                <c:pt idx="514">
                  <c:v>1517.1971699450228</c:v>
                </c:pt>
                <c:pt idx="515">
                  <c:v>1517.3583775528575</c:v>
                </c:pt>
                <c:pt idx="516">
                  <c:v>1517.6376793727757</c:v>
                </c:pt>
                <c:pt idx="517">
                  <c:v>1517.5979601796041</c:v>
                </c:pt>
                <c:pt idx="518">
                  <c:v>1517.8678489327608</c:v>
                </c:pt>
                <c:pt idx="519">
                  <c:v>1518.0354185800411</c:v>
                </c:pt>
                <c:pt idx="520">
                  <c:v>1522.4403439918899</c:v>
                </c:pt>
                <c:pt idx="521">
                  <c:v>1522.3206651093569</c:v>
                </c:pt>
                <c:pt idx="522">
                  <c:v>1522.6250337902582</c:v>
                </c:pt>
                <c:pt idx="523">
                  <c:v>1523.3490241114152</c:v>
                </c:pt>
                <c:pt idx="524">
                  <c:v>1523.8687254508002</c:v>
                </c:pt>
                <c:pt idx="525">
                  <c:v>1525.6538391055713</c:v>
                </c:pt>
                <c:pt idx="526">
                  <c:v>1526.3851779480633</c:v>
                </c:pt>
                <c:pt idx="527">
                  <c:v>1526.5693331768873</c:v>
                </c:pt>
                <c:pt idx="528">
                  <c:v>1526.5646563774228</c:v>
                </c:pt>
                <c:pt idx="529">
                  <c:v>1526.9483404357634</c:v>
                </c:pt>
                <c:pt idx="530">
                  <c:v>1527.0982502573497</c:v>
                </c:pt>
                <c:pt idx="531">
                  <c:v>1527.276896084981</c:v>
                </c:pt>
                <c:pt idx="532">
                  <c:v>1527.2556741142951</c:v>
                </c:pt>
                <c:pt idx="533">
                  <c:v>1529.7417057635873</c:v>
                </c:pt>
                <c:pt idx="534">
                  <c:v>1529.7141613067067</c:v>
                </c:pt>
                <c:pt idx="535">
                  <c:v>1529.857438243057</c:v>
                </c:pt>
                <c:pt idx="536">
                  <c:v>1529.814197874226</c:v>
                </c:pt>
                <c:pt idx="537">
                  <c:v>1530.061901119946</c:v>
                </c:pt>
                <c:pt idx="538">
                  <c:v>1530.0497750714662</c:v>
                </c:pt>
                <c:pt idx="539">
                  <c:v>1530.0285623412753</c:v>
                </c:pt>
                <c:pt idx="540">
                  <c:v>1530.3958726221356</c:v>
                </c:pt>
                <c:pt idx="541">
                  <c:v>1530.6833227353093</c:v>
                </c:pt>
                <c:pt idx="542">
                  <c:v>1530.84731688386</c:v>
                </c:pt>
                <c:pt idx="543">
                  <c:v>1531.0231646190075</c:v>
                </c:pt>
                <c:pt idx="544">
                  <c:v>1531.181670409768</c:v>
                </c:pt>
                <c:pt idx="545">
                  <c:v>1531.2644401753305</c:v>
                </c:pt>
                <c:pt idx="546">
                  <c:v>1532.0271607976349</c:v>
                </c:pt>
                <c:pt idx="547">
                  <c:v>1531.976693429446</c:v>
                </c:pt>
                <c:pt idx="548">
                  <c:v>1532.0970754768543</c:v>
                </c:pt>
                <c:pt idx="549">
                  <c:v>1533.1894168200934</c:v>
                </c:pt>
                <c:pt idx="550">
                  <c:v>1533.1993821621056</c:v>
                </c:pt>
                <c:pt idx="551">
                  <c:v>1534.6471021122786</c:v>
                </c:pt>
                <c:pt idx="552">
                  <c:v>1534.8925952808036</c:v>
                </c:pt>
                <c:pt idx="553">
                  <c:v>1535.2190124283891</c:v>
                </c:pt>
                <c:pt idx="554">
                  <c:v>1537.0039978157304</c:v>
                </c:pt>
                <c:pt idx="555">
                  <c:v>1537.2374443820399</c:v>
                </c:pt>
                <c:pt idx="556">
                  <c:v>1537.1947255683247</c:v>
                </c:pt>
                <c:pt idx="557">
                  <c:v>1537.5869634256455</c:v>
                </c:pt>
                <c:pt idx="558">
                  <c:v>1537.980649810708</c:v>
                </c:pt>
                <c:pt idx="559">
                  <c:v>1539.117943206393</c:v>
                </c:pt>
                <c:pt idx="560">
                  <c:v>1541.1398218679085</c:v>
                </c:pt>
                <c:pt idx="561">
                  <c:v>1542.290791639178</c:v>
                </c:pt>
                <c:pt idx="562">
                  <c:v>1542.9650631076659</c:v>
                </c:pt>
                <c:pt idx="563">
                  <c:v>1542.8760337303549</c:v>
                </c:pt>
                <c:pt idx="564">
                  <c:v>1542.8488682796981</c:v>
                </c:pt>
                <c:pt idx="565">
                  <c:v>1542.8975169054238</c:v>
                </c:pt>
                <c:pt idx="566">
                  <c:v>1542.9601451837623</c:v>
                </c:pt>
                <c:pt idx="567">
                  <c:v>1542.9371455368714</c:v>
                </c:pt>
                <c:pt idx="568">
                  <c:v>1543.2417967361066</c:v>
                </c:pt>
                <c:pt idx="569">
                  <c:v>1543.2258111484739</c:v>
                </c:pt>
                <c:pt idx="570">
                  <c:v>1543.2224160005255</c:v>
                </c:pt>
                <c:pt idx="571">
                  <c:v>1543.9029252786795</c:v>
                </c:pt>
                <c:pt idx="572">
                  <c:v>1544.9355662493326</c:v>
                </c:pt>
                <c:pt idx="573">
                  <c:v>1545.7806727882362</c:v>
                </c:pt>
                <c:pt idx="574">
                  <c:v>1546.1642506136086</c:v>
                </c:pt>
                <c:pt idx="575">
                  <c:v>1546.13684023</c:v>
                </c:pt>
                <c:pt idx="576">
                  <c:v>1546.6407691098034</c:v>
                </c:pt>
                <c:pt idx="577">
                  <c:v>1549.1069314872593</c:v>
                </c:pt>
                <c:pt idx="578">
                  <c:v>1548.974140602415</c:v>
                </c:pt>
                <c:pt idx="579">
                  <c:v>1548.9479449479491</c:v>
                </c:pt>
                <c:pt idx="580">
                  <c:v>1550.2510479821192</c:v>
                </c:pt>
                <c:pt idx="581">
                  <c:v>1551.6179703030134</c:v>
                </c:pt>
                <c:pt idx="582">
                  <c:v>1551.5329138945879</c:v>
                </c:pt>
                <c:pt idx="583">
                  <c:v>1551.9122959737026</c:v>
                </c:pt>
                <c:pt idx="584">
                  <c:v>1552.8620966286162</c:v>
                </c:pt>
                <c:pt idx="585">
                  <c:v>1552.770489188237</c:v>
                </c:pt>
                <c:pt idx="586">
                  <c:v>1553.5399243044892</c:v>
                </c:pt>
                <c:pt idx="587">
                  <c:v>1553.8188014609009</c:v>
                </c:pt>
                <c:pt idx="588">
                  <c:v>1554.5509034260319</c:v>
                </c:pt>
                <c:pt idx="589">
                  <c:v>1554.4684749202654</c:v>
                </c:pt>
                <c:pt idx="590">
                  <c:v>1554.4721047708451</c:v>
                </c:pt>
                <c:pt idx="591">
                  <c:v>1554.4696253102934</c:v>
                </c:pt>
                <c:pt idx="592">
                  <c:v>1554.9846347359003</c:v>
                </c:pt>
                <c:pt idx="593">
                  <c:v>1555.1227275764636</c:v>
                </c:pt>
                <c:pt idx="594">
                  <c:v>1556.4385773612184</c:v>
                </c:pt>
                <c:pt idx="595">
                  <c:v>1556.4759610545705</c:v>
                </c:pt>
                <c:pt idx="596">
                  <c:v>1556.4460548641089</c:v>
                </c:pt>
                <c:pt idx="597">
                  <c:v>1558.0787000980195</c:v>
                </c:pt>
                <c:pt idx="598">
                  <c:v>1558.0054539317844</c:v>
                </c:pt>
                <c:pt idx="599">
                  <c:v>1558.1801180578866</c:v>
                </c:pt>
                <c:pt idx="600">
                  <c:v>1558.467706167608</c:v>
                </c:pt>
                <c:pt idx="601">
                  <c:v>1558.5687406943375</c:v>
                </c:pt>
                <c:pt idx="602">
                  <c:v>1559.2248694788186</c:v>
                </c:pt>
                <c:pt idx="603">
                  <c:v>1559.8019635266021</c:v>
                </c:pt>
                <c:pt idx="604">
                  <c:v>1561.9634699781982</c:v>
                </c:pt>
                <c:pt idx="605">
                  <c:v>1561.8451623162725</c:v>
                </c:pt>
                <c:pt idx="606">
                  <c:v>1561.8205153262159</c:v>
                </c:pt>
                <c:pt idx="607">
                  <c:v>1562.4823794307847</c:v>
                </c:pt>
                <c:pt idx="608">
                  <c:v>1564.1747394152919</c:v>
                </c:pt>
                <c:pt idx="609">
                  <c:v>1569.1323264169539</c:v>
                </c:pt>
                <c:pt idx="610">
                  <c:v>1568.8403575007826</c:v>
                </c:pt>
                <c:pt idx="611">
                  <c:v>1572.3291260950737</c:v>
                </c:pt>
                <c:pt idx="612">
                  <c:v>1583.138432004265</c:v>
                </c:pt>
                <c:pt idx="613">
                  <c:v>1583.6041763508204</c:v>
                </c:pt>
                <c:pt idx="614">
                  <c:v>1586.2899751767125</c:v>
                </c:pt>
                <c:pt idx="615">
                  <c:v>1587.0257935770007</c:v>
                </c:pt>
                <c:pt idx="616">
                  <c:v>1592.1887035877166</c:v>
                </c:pt>
                <c:pt idx="617">
                  <c:v>1591.9496234971718</c:v>
                </c:pt>
                <c:pt idx="618">
                  <c:v>1593.2697223651071</c:v>
                </c:pt>
                <c:pt idx="619">
                  <c:v>1594.2815618252057</c:v>
                </c:pt>
                <c:pt idx="620">
                  <c:v>1596.2965261074812</c:v>
                </c:pt>
                <c:pt idx="621">
                  <c:v>1597.4089255311176</c:v>
                </c:pt>
                <c:pt idx="622">
                  <c:v>1597.8947547655098</c:v>
                </c:pt>
                <c:pt idx="623">
                  <c:v>1599.5703529582618</c:v>
                </c:pt>
                <c:pt idx="624">
                  <c:v>1599.9505591879147</c:v>
                </c:pt>
                <c:pt idx="625">
                  <c:v>1599.9077702806514</c:v>
                </c:pt>
                <c:pt idx="626">
                  <c:v>1600.0654895525136</c:v>
                </c:pt>
                <c:pt idx="627">
                  <c:v>1600.0516087185947</c:v>
                </c:pt>
                <c:pt idx="628">
                  <c:v>1600.0474436296277</c:v>
                </c:pt>
                <c:pt idx="629">
                  <c:v>1600.1919462872404</c:v>
                </c:pt>
                <c:pt idx="630">
                  <c:v>1600.1760337356968</c:v>
                </c:pt>
                <c:pt idx="631">
                  <c:v>1600.1651269753143</c:v>
                </c:pt>
                <c:pt idx="632">
                  <c:v>1600.2078093488969</c:v>
                </c:pt>
                <c:pt idx="633">
                  <c:v>1600.200964969197</c:v>
                </c:pt>
                <c:pt idx="634">
                  <c:v>1600.2301558187048</c:v>
                </c:pt>
                <c:pt idx="635">
                  <c:v>1600.2604063849412</c:v>
                </c:pt>
                <c:pt idx="636">
                  <c:v>1600.2603005007638</c:v>
                </c:pt>
                <c:pt idx="637">
                  <c:v>1600.251836753451</c:v>
                </c:pt>
                <c:pt idx="638">
                  <c:v>1600.2514583898287</c:v>
                </c:pt>
                <c:pt idx="639">
                  <c:v>1600.2513723274549</c:v>
                </c:pt>
                <c:pt idx="640">
                  <c:v>1602.5937744991058</c:v>
                </c:pt>
                <c:pt idx="641">
                  <c:v>1602.451456443812</c:v>
                </c:pt>
                <c:pt idx="642">
                  <c:v>1602.4253299265033</c:v>
                </c:pt>
                <c:pt idx="643">
                  <c:v>1603.7039118015448</c:v>
                </c:pt>
                <c:pt idx="644">
                  <c:v>1603.7708876868708</c:v>
                </c:pt>
                <c:pt idx="645">
                  <c:v>1604.2374057836514</c:v>
                </c:pt>
                <c:pt idx="646">
                  <c:v>1604.8068061391511</c:v>
                </c:pt>
                <c:pt idx="647">
                  <c:v>1604.7816974441375</c:v>
                </c:pt>
                <c:pt idx="648">
                  <c:v>1604.9496809754869</c:v>
                </c:pt>
                <c:pt idx="649">
                  <c:v>1605.1472717617637</c:v>
                </c:pt>
                <c:pt idx="650">
                  <c:v>1606.8831857932835</c:v>
                </c:pt>
                <c:pt idx="651">
                  <c:v>1607.2212649630706</c:v>
                </c:pt>
                <c:pt idx="652">
                  <c:v>1607.6042291838239</c:v>
                </c:pt>
                <c:pt idx="653">
                  <c:v>1619.8142024189101</c:v>
                </c:pt>
                <c:pt idx="654">
                  <c:v>1629.9068939538449</c:v>
                </c:pt>
                <c:pt idx="655">
                  <c:v>1629.8600700745869</c:v>
                </c:pt>
                <c:pt idx="656">
                  <c:v>1629.6980458938835</c:v>
                </c:pt>
                <c:pt idx="657">
                  <c:v>1629.6623829576429</c:v>
                </c:pt>
                <c:pt idx="658">
                  <c:v>1630.0831686305003</c:v>
                </c:pt>
                <c:pt idx="659">
                  <c:v>1630.7434454632082</c:v>
                </c:pt>
                <c:pt idx="660">
                  <c:v>1630.6497525201912</c:v>
                </c:pt>
                <c:pt idx="661">
                  <c:v>1630.6314842587208</c:v>
                </c:pt>
                <c:pt idx="662">
                  <c:v>1630.6290760305742</c:v>
                </c:pt>
                <c:pt idx="663">
                  <c:v>1630.7879157622181</c:v>
                </c:pt>
                <c:pt idx="664">
                  <c:v>1631.6974174961335</c:v>
                </c:pt>
                <c:pt idx="665">
                  <c:v>1631.6510283485873</c:v>
                </c:pt>
                <c:pt idx="666">
                  <c:v>1631.8146511954569</c:v>
                </c:pt>
                <c:pt idx="667">
                  <c:v>1631.7801316175942</c:v>
                </c:pt>
                <c:pt idx="668">
                  <c:v>1632.5424608270096</c:v>
                </c:pt>
                <c:pt idx="669">
                  <c:v>1633.7010438931738</c:v>
                </c:pt>
                <c:pt idx="670">
                  <c:v>1634.1317396865763</c:v>
                </c:pt>
                <c:pt idx="671">
                  <c:v>1634.6693649803367</c:v>
                </c:pt>
                <c:pt idx="672">
                  <c:v>1634.7855243314036</c:v>
                </c:pt>
                <c:pt idx="673">
                  <c:v>1634.8154991367669</c:v>
                </c:pt>
                <c:pt idx="674">
                  <c:v>1635.677151348119</c:v>
                </c:pt>
                <c:pt idx="675">
                  <c:v>1636.2683433727295</c:v>
                </c:pt>
                <c:pt idx="676">
                  <c:v>1636.2436384294028</c:v>
                </c:pt>
                <c:pt idx="677">
                  <c:v>1646.1767877114644</c:v>
                </c:pt>
                <c:pt idx="678">
                  <c:v>1650.4505440610428</c:v>
                </c:pt>
                <c:pt idx="679">
                  <c:v>1650.7054836913144</c:v>
                </c:pt>
                <c:pt idx="680">
                  <c:v>1651.015048401023</c:v>
                </c:pt>
                <c:pt idx="681">
                  <c:v>1650.943841056137</c:v>
                </c:pt>
                <c:pt idx="682">
                  <c:v>1653.8125513504224</c:v>
                </c:pt>
                <c:pt idx="683">
                  <c:v>1654.1988896927539</c:v>
                </c:pt>
                <c:pt idx="684">
                  <c:v>1654.5152294599361</c:v>
                </c:pt>
                <c:pt idx="685">
                  <c:v>1655.1946458860202</c:v>
                </c:pt>
                <c:pt idx="686">
                  <c:v>1655.3657279019194</c:v>
                </c:pt>
                <c:pt idx="687">
                  <c:v>1655.3245043999727</c:v>
                </c:pt>
                <c:pt idx="688">
                  <c:v>1656.7794300005683</c:v>
                </c:pt>
                <c:pt idx="689">
                  <c:v>1657.0168525908437</c:v>
                </c:pt>
                <c:pt idx="690">
                  <c:v>1657.0841688165588</c:v>
                </c:pt>
                <c:pt idx="691">
                  <c:v>1657.1978385318096</c:v>
                </c:pt>
                <c:pt idx="692">
                  <c:v>1657.6096469913168</c:v>
                </c:pt>
                <c:pt idx="693">
                  <c:v>1658.1892946719481</c:v>
                </c:pt>
                <c:pt idx="694">
                  <c:v>1659.7615191046516</c:v>
                </c:pt>
                <c:pt idx="695">
                  <c:v>1660.6043189236916</c:v>
                </c:pt>
                <c:pt idx="696">
                  <c:v>1661.444463918262</c:v>
                </c:pt>
                <c:pt idx="697">
                  <c:v>1661.8097040419882</c:v>
                </c:pt>
                <c:pt idx="698">
                  <c:v>1661.7909253529467</c:v>
                </c:pt>
                <c:pt idx="699">
                  <c:v>1662.1751129892259</c:v>
                </c:pt>
                <c:pt idx="700">
                  <c:v>1662.1443750530061</c:v>
                </c:pt>
                <c:pt idx="701">
                  <c:v>1662.3757273613633</c:v>
                </c:pt>
                <c:pt idx="702">
                  <c:v>1662.3645274471464</c:v>
                </c:pt>
                <c:pt idx="703">
                  <c:v>1662.5216136982851</c:v>
                </c:pt>
                <c:pt idx="704">
                  <c:v>1662.4949399720063</c:v>
                </c:pt>
                <c:pt idx="705">
                  <c:v>1663.7835848100449</c:v>
                </c:pt>
                <c:pt idx="706">
                  <c:v>1665.2939924419429</c:v>
                </c:pt>
                <c:pt idx="707">
                  <c:v>1665.3054329383449</c:v>
                </c:pt>
                <c:pt idx="708">
                  <c:v>1665.2224078562017</c:v>
                </c:pt>
                <c:pt idx="709">
                  <c:v>1665.2117825272646</c:v>
                </c:pt>
                <c:pt idx="710">
                  <c:v>1665.2103740752621</c:v>
                </c:pt>
                <c:pt idx="711">
                  <c:v>1665.2100838476586</c:v>
                </c:pt>
                <c:pt idx="712">
                  <c:v>1665.5983919090997</c:v>
                </c:pt>
                <c:pt idx="713">
                  <c:v>1666.4649914583049</c:v>
                </c:pt>
                <c:pt idx="714">
                  <c:v>1674.3312985577907</c:v>
                </c:pt>
                <c:pt idx="715">
                  <c:v>1676.8722596364323</c:v>
                </c:pt>
                <c:pt idx="716">
                  <c:v>1678.4790504614336</c:v>
                </c:pt>
                <c:pt idx="717">
                  <c:v>1681.0913301982775</c:v>
                </c:pt>
                <c:pt idx="718">
                  <c:v>1682.2791795613916</c:v>
                </c:pt>
                <c:pt idx="719">
                  <c:v>1682.8982816370856</c:v>
                </c:pt>
                <c:pt idx="720">
                  <c:v>1683.6072922327542</c:v>
                </c:pt>
                <c:pt idx="721">
                  <c:v>1683.9333853533433</c:v>
                </c:pt>
                <c:pt idx="722">
                  <c:v>1685.0935058161833</c:v>
                </c:pt>
                <c:pt idx="723">
                  <c:v>1686.068913915484</c:v>
                </c:pt>
                <c:pt idx="724">
                  <c:v>1686.001697766065</c:v>
                </c:pt>
                <c:pt idx="725">
                  <c:v>1693.2406941427441</c:v>
                </c:pt>
                <c:pt idx="726">
                  <c:v>1695.4221008151021</c:v>
                </c:pt>
                <c:pt idx="727">
                  <c:v>1696.2589942554887</c:v>
                </c:pt>
                <c:pt idx="728">
                  <c:v>1702.1193934574956</c:v>
                </c:pt>
                <c:pt idx="729">
                  <c:v>1701.6502734567578</c:v>
                </c:pt>
                <c:pt idx="730">
                  <c:v>1702.9723489248595</c:v>
                </c:pt>
                <c:pt idx="731">
                  <c:v>1705.1177453547075</c:v>
                </c:pt>
                <c:pt idx="732">
                  <c:v>1704.908566815772</c:v>
                </c:pt>
                <c:pt idx="733">
                  <c:v>1704.8677324222558</c:v>
                </c:pt>
                <c:pt idx="734">
                  <c:v>1704.8661847399303</c:v>
                </c:pt>
                <c:pt idx="735">
                  <c:v>1704.969205362567</c:v>
                </c:pt>
                <c:pt idx="736">
                  <c:v>1707.9862916804284</c:v>
                </c:pt>
                <c:pt idx="737">
                  <c:v>1707.9893569063834</c:v>
                </c:pt>
                <c:pt idx="738">
                  <c:v>1708.174181711815</c:v>
                </c:pt>
                <c:pt idx="739">
                  <c:v>1709.1190329718233</c:v>
                </c:pt>
                <c:pt idx="740">
                  <c:v>1709.8782425493514</c:v>
                </c:pt>
                <c:pt idx="741">
                  <c:v>1710.9553793174573</c:v>
                </c:pt>
                <c:pt idx="742">
                  <c:v>1711.2328318274776</c:v>
                </c:pt>
                <c:pt idx="743">
                  <c:v>1712.6133232056354</c:v>
                </c:pt>
                <c:pt idx="744">
                  <c:v>1714.3748749273118</c:v>
                </c:pt>
                <c:pt idx="745">
                  <c:v>1715.6743451065529</c:v>
                </c:pt>
                <c:pt idx="746">
                  <c:v>1716.2926470073573</c:v>
                </c:pt>
                <c:pt idx="747">
                  <c:v>1717.3002332646186</c:v>
                </c:pt>
                <c:pt idx="748">
                  <c:v>1717.8203173329789</c:v>
                </c:pt>
                <c:pt idx="749">
                  <c:v>1722.0312126923491</c:v>
                </c:pt>
                <c:pt idx="750">
                  <c:v>1723.4585873491346</c:v>
                </c:pt>
                <c:pt idx="751">
                  <c:v>1734.7502141178034</c:v>
                </c:pt>
                <c:pt idx="752">
                  <c:v>1734.1148599756234</c:v>
                </c:pt>
                <c:pt idx="753">
                  <c:v>1738.7163091324389</c:v>
                </c:pt>
                <c:pt idx="754">
                  <c:v>1738.3550849928668</c:v>
                </c:pt>
                <c:pt idx="755">
                  <c:v>1738.2812889581376</c:v>
                </c:pt>
                <c:pt idx="756">
                  <c:v>1739.293222117311</c:v>
                </c:pt>
                <c:pt idx="757">
                  <c:v>1742.2228511881879</c:v>
                </c:pt>
                <c:pt idx="758">
                  <c:v>1743.2847635945557</c:v>
                </c:pt>
                <c:pt idx="759">
                  <c:v>1744.4076365081446</c:v>
                </c:pt>
                <c:pt idx="760">
                  <c:v>1746.8385309666503</c:v>
                </c:pt>
                <c:pt idx="761">
                  <c:v>1746.705983907895</c:v>
                </c:pt>
                <c:pt idx="762">
                  <c:v>1748.1740414719145</c:v>
                </c:pt>
                <c:pt idx="763">
                  <c:v>1749.5415078150697</c:v>
                </c:pt>
                <c:pt idx="764">
                  <c:v>1750.5235180966915</c:v>
                </c:pt>
                <c:pt idx="765">
                  <c:v>1751.6661960182723</c:v>
                </c:pt>
                <c:pt idx="766">
                  <c:v>1752.9284820573109</c:v>
                </c:pt>
                <c:pt idx="767">
                  <c:v>1753.631108651794</c:v>
                </c:pt>
                <c:pt idx="768">
                  <c:v>1755.0392406876415</c:v>
                </c:pt>
                <c:pt idx="769">
                  <c:v>1755.565474087228</c:v>
                </c:pt>
                <c:pt idx="770">
                  <c:v>1756.5291650614658</c:v>
                </c:pt>
                <c:pt idx="771">
                  <c:v>1756.4655366920954</c:v>
                </c:pt>
                <c:pt idx="772">
                  <c:v>1756.4458774388809</c:v>
                </c:pt>
                <c:pt idx="773">
                  <c:v>1756.6563024668474</c:v>
                </c:pt>
                <c:pt idx="774">
                  <c:v>1757.1936688275985</c:v>
                </c:pt>
                <c:pt idx="775">
                  <c:v>1757.455629355366</c:v>
                </c:pt>
                <c:pt idx="776">
                  <c:v>1757.394233829609</c:v>
                </c:pt>
                <c:pt idx="777">
                  <c:v>1757.4764098149183</c:v>
                </c:pt>
                <c:pt idx="778">
                  <c:v>1757.4116152016386</c:v>
                </c:pt>
                <c:pt idx="779">
                  <c:v>1758.4244021505544</c:v>
                </c:pt>
                <c:pt idx="780">
                  <c:v>1759.4551171932007</c:v>
                </c:pt>
                <c:pt idx="781">
                  <c:v>1761.6652748098024</c:v>
                </c:pt>
                <c:pt idx="782">
                  <c:v>1761.9569421338874</c:v>
                </c:pt>
                <c:pt idx="783">
                  <c:v>1761.9008538967335</c:v>
                </c:pt>
                <c:pt idx="784">
                  <c:v>1772.9185063593472</c:v>
                </c:pt>
                <c:pt idx="785">
                  <c:v>1791.2658969439494</c:v>
                </c:pt>
                <c:pt idx="786">
                  <c:v>1791.5884533276542</c:v>
                </c:pt>
                <c:pt idx="787">
                  <c:v>1801.5371445191197</c:v>
                </c:pt>
                <c:pt idx="788">
                  <c:v>1803.7215872585934</c:v>
                </c:pt>
                <c:pt idx="789">
                  <c:v>1806.4340449655283</c:v>
                </c:pt>
                <c:pt idx="790">
                  <c:v>1811.5235552140364</c:v>
                </c:pt>
                <c:pt idx="791">
                  <c:v>1811.8049551344147</c:v>
                </c:pt>
                <c:pt idx="792">
                  <c:v>1812.6589737955983</c:v>
                </c:pt>
                <c:pt idx="793">
                  <c:v>1813.2951269136579</c:v>
                </c:pt>
                <c:pt idx="794">
                  <c:v>1814.859212950719</c:v>
                </c:pt>
                <c:pt idx="795">
                  <c:v>1814.8505027903536</c:v>
                </c:pt>
                <c:pt idx="796">
                  <c:v>1814.8175626631039</c:v>
                </c:pt>
                <c:pt idx="797">
                  <c:v>1814.8086510046376</c:v>
                </c:pt>
                <c:pt idx="798">
                  <c:v>1816.0748678862144</c:v>
                </c:pt>
                <c:pt idx="799">
                  <c:v>1816.7637986270142</c:v>
                </c:pt>
                <c:pt idx="800">
                  <c:v>1816.8194928625524</c:v>
                </c:pt>
                <c:pt idx="801">
                  <c:v>1816.7881889364248</c:v>
                </c:pt>
                <c:pt idx="802">
                  <c:v>1816.7834596779801</c:v>
                </c:pt>
                <c:pt idx="803">
                  <c:v>1817.2685565319862</c:v>
                </c:pt>
                <c:pt idx="804">
                  <c:v>1817.7451881357961</c:v>
                </c:pt>
                <c:pt idx="805">
                  <c:v>1817.6782582801613</c:v>
                </c:pt>
                <c:pt idx="806">
                  <c:v>1817.6704969956927</c:v>
                </c:pt>
                <c:pt idx="807">
                  <c:v>1817.9304194096637</c:v>
                </c:pt>
                <c:pt idx="808">
                  <c:v>1818.0212671608106</c:v>
                </c:pt>
                <c:pt idx="809">
                  <c:v>1818.6972567951384</c:v>
                </c:pt>
                <c:pt idx="810">
                  <c:v>1819.5630585805247</c:v>
                </c:pt>
                <c:pt idx="811">
                  <c:v>1824.6971361319463</c:v>
                </c:pt>
                <c:pt idx="812">
                  <c:v>1826.4073885652565</c:v>
                </c:pt>
                <c:pt idx="813">
                  <c:v>1827.0459598663699</c:v>
                </c:pt>
                <c:pt idx="814">
                  <c:v>1827.5609022712977</c:v>
                </c:pt>
                <c:pt idx="815">
                  <c:v>1828.5774165303658</c:v>
                </c:pt>
                <c:pt idx="816">
                  <c:v>1828.4968518465187</c:v>
                </c:pt>
                <c:pt idx="817">
                  <c:v>1828.503878486933</c:v>
                </c:pt>
                <c:pt idx="818">
                  <c:v>1828.8747912475365</c:v>
                </c:pt>
                <c:pt idx="819">
                  <c:v>1829.1026576033905</c:v>
                </c:pt>
                <c:pt idx="820">
                  <c:v>1829.7704538949438</c:v>
                </c:pt>
                <c:pt idx="821">
                  <c:v>1829.7384646377429</c:v>
                </c:pt>
                <c:pt idx="822">
                  <c:v>1832.9263418283047</c:v>
                </c:pt>
                <c:pt idx="823">
                  <c:v>1833.1153015265261</c:v>
                </c:pt>
                <c:pt idx="824">
                  <c:v>1833.5915112862342</c:v>
                </c:pt>
                <c:pt idx="825">
                  <c:v>1833.5262763441312</c:v>
                </c:pt>
                <c:pt idx="826">
                  <c:v>1836.6445960006663</c:v>
                </c:pt>
                <c:pt idx="827">
                  <c:v>1839.9627049191579</c:v>
                </c:pt>
                <c:pt idx="828">
                  <c:v>1841.0352666766726</c:v>
                </c:pt>
                <c:pt idx="829">
                  <c:v>1841.9411482213209</c:v>
                </c:pt>
                <c:pt idx="830">
                  <c:v>1842.7195970010173</c:v>
                </c:pt>
                <c:pt idx="831">
                  <c:v>1844.0163510374437</c:v>
                </c:pt>
                <c:pt idx="832">
                  <c:v>1845.2101342776214</c:v>
                </c:pt>
                <c:pt idx="833">
                  <c:v>1845.1329080706705</c:v>
                </c:pt>
                <c:pt idx="834">
                  <c:v>1845.8550458974967</c:v>
                </c:pt>
                <c:pt idx="835">
                  <c:v>1847.4529650892591</c:v>
                </c:pt>
                <c:pt idx="836">
                  <c:v>1847.7757441486101</c:v>
                </c:pt>
                <c:pt idx="837">
                  <c:v>1849.3350754081885</c:v>
                </c:pt>
                <c:pt idx="838">
                  <c:v>1849.5427113782273</c:v>
                </c:pt>
                <c:pt idx="839">
                  <c:v>1860.8573743387385</c:v>
                </c:pt>
                <c:pt idx="840">
                  <c:v>1872.8115309032478</c:v>
                </c:pt>
                <c:pt idx="841">
                  <c:v>1877.3328827051653</c:v>
                </c:pt>
                <c:pt idx="842">
                  <c:v>1877.1971212266485</c:v>
                </c:pt>
                <c:pt idx="843">
                  <c:v>1879.2165241768005</c:v>
                </c:pt>
                <c:pt idx="844">
                  <c:v>1881.0153547463337</c:v>
                </c:pt>
                <c:pt idx="845">
                  <c:v>1882.8817621989572</c:v>
                </c:pt>
                <c:pt idx="846">
                  <c:v>1882.9555334054551</c:v>
                </c:pt>
                <c:pt idx="847">
                  <c:v>1883.3274171977287</c:v>
                </c:pt>
                <c:pt idx="848">
                  <c:v>1883.2515108538996</c:v>
                </c:pt>
                <c:pt idx="849">
                  <c:v>1883.2236956909433</c:v>
                </c:pt>
                <c:pt idx="850">
                  <c:v>1883.7071664009213</c:v>
                </c:pt>
                <c:pt idx="851">
                  <c:v>1884.6048907051954</c:v>
                </c:pt>
                <c:pt idx="852">
                  <c:v>1887.7037120527623</c:v>
                </c:pt>
                <c:pt idx="853">
                  <c:v>1887.4425890565687</c:v>
                </c:pt>
                <c:pt idx="854">
                  <c:v>1888.5194611534578</c:v>
                </c:pt>
                <c:pt idx="855">
                  <c:v>1889.7696601101225</c:v>
                </c:pt>
                <c:pt idx="856">
                  <c:v>1900.0718585316222</c:v>
                </c:pt>
                <c:pt idx="857">
                  <c:v>1901.6063852153279</c:v>
                </c:pt>
                <c:pt idx="858">
                  <c:v>1908.3112005642233</c:v>
                </c:pt>
                <c:pt idx="859">
                  <c:v>1908.904930717169</c:v>
                </c:pt>
                <c:pt idx="860">
                  <c:v>1909.8540239431104</c:v>
                </c:pt>
                <c:pt idx="861">
                  <c:v>1912.5172344090352</c:v>
                </c:pt>
                <c:pt idx="862">
                  <c:v>1912.4216133341633</c:v>
                </c:pt>
                <c:pt idx="863">
                  <c:v>1913.2089842483892</c:v>
                </c:pt>
                <c:pt idx="864">
                  <c:v>1913.1939951172569</c:v>
                </c:pt>
                <c:pt idx="865">
                  <c:v>1913.5042546940008</c:v>
                </c:pt>
                <c:pt idx="866">
                  <c:v>1913.9826481829709</c:v>
                </c:pt>
                <c:pt idx="867">
                  <c:v>1914.4342220719318</c:v>
                </c:pt>
                <c:pt idx="868">
                  <c:v>1915.0237325003127</c:v>
                </c:pt>
                <c:pt idx="869">
                  <c:v>1928.2532165448024</c:v>
                </c:pt>
                <c:pt idx="870">
                  <c:v>1933.5637545425614</c:v>
                </c:pt>
                <c:pt idx="871">
                  <c:v>1935.4466957152827</c:v>
                </c:pt>
                <c:pt idx="872">
                  <c:v>1935.218669112948</c:v>
                </c:pt>
                <c:pt idx="873">
                  <c:v>1935.1738973131692</c:v>
                </c:pt>
                <c:pt idx="874">
                  <c:v>1935.155718892725</c:v>
                </c:pt>
                <c:pt idx="875">
                  <c:v>1935.9263235945307</c:v>
                </c:pt>
                <c:pt idx="876">
                  <c:v>1935.8560771563436</c:v>
                </c:pt>
                <c:pt idx="877">
                  <c:v>1936.7642440096654</c:v>
                </c:pt>
                <c:pt idx="878">
                  <c:v>1936.9605881423884</c:v>
                </c:pt>
                <c:pt idx="879">
                  <c:v>1937.3083786456345</c:v>
                </c:pt>
                <c:pt idx="880">
                  <c:v>1937.4217254447403</c:v>
                </c:pt>
                <c:pt idx="881">
                  <c:v>1937.4053034609635</c:v>
                </c:pt>
                <c:pt idx="882">
                  <c:v>1938.4910105759652</c:v>
                </c:pt>
                <c:pt idx="883">
                  <c:v>1938.421493594301</c:v>
                </c:pt>
                <c:pt idx="884">
                  <c:v>1938.9404756469137</c:v>
                </c:pt>
                <c:pt idx="885">
                  <c:v>1940.0277547730161</c:v>
                </c:pt>
                <c:pt idx="886">
                  <c:v>1940.750557139786</c:v>
                </c:pt>
                <c:pt idx="887">
                  <c:v>1941.364171795075</c:v>
                </c:pt>
                <c:pt idx="888">
                  <c:v>1941.3271283308231</c:v>
                </c:pt>
                <c:pt idx="889">
                  <c:v>1941.7138540266244</c:v>
                </c:pt>
                <c:pt idx="890">
                  <c:v>1941.8714467737591</c:v>
                </c:pt>
                <c:pt idx="891">
                  <c:v>1942.0773202313089</c:v>
                </c:pt>
                <c:pt idx="892">
                  <c:v>1942.0545537614703</c:v>
                </c:pt>
                <c:pt idx="893">
                  <c:v>1943.1333164335554</c:v>
                </c:pt>
                <c:pt idx="894">
                  <c:v>1943.0618509083783</c:v>
                </c:pt>
                <c:pt idx="895">
                  <c:v>1943.2421181811517</c:v>
                </c:pt>
                <c:pt idx="896">
                  <c:v>1989.6632621720869</c:v>
                </c:pt>
                <c:pt idx="897">
                  <c:v>2015.5295125830955</c:v>
                </c:pt>
                <c:pt idx="898">
                  <c:v>2014.5892134169294</c:v>
                </c:pt>
                <c:pt idx="899">
                  <c:v>2015.3324233343631</c:v>
                </c:pt>
                <c:pt idx="900">
                  <c:v>2016.0053507334765</c:v>
                </c:pt>
                <c:pt idx="901">
                  <c:v>2022.045185441026</c:v>
                </c:pt>
                <c:pt idx="902">
                  <c:v>2023.0726931426746</c:v>
                </c:pt>
                <c:pt idx="903">
                  <c:v>2022.9792514353599</c:v>
                </c:pt>
                <c:pt idx="904">
                  <c:v>2023.4638119679817</c:v>
                </c:pt>
                <c:pt idx="905">
                  <c:v>2024.9838928097738</c:v>
                </c:pt>
                <c:pt idx="906">
                  <c:v>2024.9066386157974</c:v>
                </c:pt>
                <c:pt idx="907">
                  <c:v>2025.5027914002658</c:v>
                </c:pt>
                <c:pt idx="908">
                  <c:v>2025.4935560120348</c:v>
                </c:pt>
                <c:pt idx="909">
                  <c:v>2025.8387409632983</c:v>
                </c:pt>
                <c:pt idx="910">
                  <c:v>2028.5412792923314</c:v>
                </c:pt>
                <c:pt idx="911">
                  <c:v>2029.0241781567156</c:v>
                </c:pt>
                <c:pt idx="912">
                  <c:v>2029.5489058845121</c:v>
                </c:pt>
                <c:pt idx="913">
                  <c:v>2030.0320071294714</c:v>
                </c:pt>
                <c:pt idx="914">
                  <c:v>2030.2511274850024</c:v>
                </c:pt>
                <c:pt idx="915">
                  <c:v>2030.2310432826159</c:v>
                </c:pt>
                <c:pt idx="916">
                  <c:v>2030.2261907508478</c:v>
                </c:pt>
                <c:pt idx="917">
                  <c:v>2030.6336243686399</c:v>
                </c:pt>
                <c:pt idx="918">
                  <c:v>2030.5974824768693</c:v>
                </c:pt>
                <c:pt idx="919">
                  <c:v>2030.8896189830273</c:v>
                </c:pt>
                <c:pt idx="920">
                  <c:v>2031.6378746591508</c:v>
                </c:pt>
                <c:pt idx="921">
                  <c:v>2031.7132187298355</c:v>
                </c:pt>
                <c:pt idx="922">
                  <c:v>2032.8319298232029</c:v>
                </c:pt>
                <c:pt idx="923">
                  <c:v>2033.1108485071097</c:v>
                </c:pt>
                <c:pt idx="924">
                  <c:v>2033.3198130154681</c:v>
                </c:pt>
                <c:pt idx="925">
                  <c:v>2034.5345894370503</c:v>
                </c:pt>
                <c:pt idx="926">
                  <c:v>2035.0627153720561</c:v>
                </c:pt>
                <c:pt idx="927">
                  <c:v>2040.8151371790532</c:v>
                </c:pt>
                <c:pt idx="928">
                  <c:v>2040.6014520142687</c:v>
                </c:pt>
                <c:pt idx="929">
                  <c:v>2040.9866368315022</c:v>
                </c:pt>
                <c:pt idx="930">
                  <c:v>2041.2754916695044</c:v>
                </c:pt>
                <c:pt idx="931">
                  <c:v>2041.4603238580373</c:v>
                </c:pt>
                <c:pt idx="932">
                  <c:v>2042.4779638075811</c:v>
                </c:pt>
                <c:pt idx="933">
                  <c:v>2042.7323458946364</c:v>
                </c:pt>
                <c:pt idx="934">
                  <c:v>2043.2726069546134</c:v>
                </c:pt>
                <c:pt idx="935">
                  <c:v>2043.4027088990779</c:v>
                </c:pt>
                <c:pt idx="936">
                  <c:v>2043.415944170335</c:v>
                </c:pt>
                <c:pt idx="937">
                  <c:v>2043.5847291414127</c:v>
                </c:pt>
                <c:pt idx="938">
                  <c:v>2043.6308857282884</c:v>
                </c:pt>
                <c:pt idx="939">
                  <c:v>2044.0181107831922</c:v>
                </c:pt>
                <c:pt idx="940">
                  <c:v>2044.0251512808688</c:v>
                </c:pt>
                <c:pt idx="941">
                  <c:v>2045.2689499964515</c:v>
                </c:pt>
                <c:pt idx="942">
                  <c:v>2047.5216537312358</c:v>
                </c:pt>
                <c:pt idx="943">
                  <c:v>2048.9882325235485</c:v>
                </c:pt>
                <c:pt idx="944">
                  <c:v>2049.7315772031925</c:v>
                </c:pt>
                <c:pt idx="945">
                  <c:v>2062.1922684661336</c:v>
                </c:pt>
                <c:pt idx="946">
                  <c:v>2066.2558305928937</c:v>
                </c:pt>
                <c:pt idx="947">
                  <c:v>2070.8834645907255</c:v>
                </c:pt>
                <c:pt idx="948">
                  <c:v>2070.410293736958</c:v>
                </c:pt>
                <c:pt idx="949">
                  <c:v>2071.3789544724459</c:v>
                </c:pt>
                <c:pt idx="950">
                  <c:v>2073.012820939327</c:v>
                </c:pt>
                <c:pt idx="951">
                  <c:v>2076.9438657578253</c:v>
                </c:pt>
                <c:pt idx="952">
                  <c:v>2079.4335640732988</c:v>
                </c:pt>
                <c:pt idx="953">
                  <c:v>2080.308616999449</c:v>
                </c:pt>
                <c:pt idx="954">
                  <c:v>2081.8702673641656</c:v>
                </c:pt>
                <c:pt idx="955">
                  <c:v>2099.8425619592954</c:v>
                </c:pt>
                <c:pt idx="956">
                  <c:v>2106.1637695000436</c:v>
                </c:pt>
                <c:pt idx="957">
                  <c:v>2107.0408831046871</c:v>
                </c:pt>
                <c:pt idx="958">
                  <c:v>2107.951312641434</c:v>
                </c:pt>
                <c:pt idx="959">
                  <c:v>2108.0777361996966</c:v>
                </c:pt>
                <c:pt idx="960">
                  <c:v>2108.0565615495207</c:v>
                </c:pt>
                <c:pt idx="961">
                  <c:v>2110.7498413307535</c:v>
                </c:pt>
                <c:pt idx="962">
                  <c:v>2110.6646606954951</c:v>
                </c:pt>
                <c:pt idx="963">
                  <c:v>2110.9053202850455</c:v>
                </c:pt>
                <c:pt idx="964">
                  <c:v>2110.8776127818792</c:v>
                </c:pt>
                <c:pt idx="965">
                  <c:v>2115.2578478419023</c:v>
                </c:pt>
                <c:pt idx="966">
                  <c:v>2116.6571500160721</c:v>
                </c:pt>
                <c:pt idx="967">
                  <c:v>2117.3204436815345</c:v>
                </c:pt>
                <c:pt idx="968">
                  <c:v>2118.5437295952929</c:v>
                </c:pt>
                <c:pt idx="969">
                  <c:v>2120.6028762760525</c:v>
                </c:pt>
                <c:pt idx="970">
                  <c:v>2121.3984457462252</c:v>
                </c:pt>
                <c:pt idx="971">
                  <c:v>2124.1096016293327</c:v>
                </c:pt>
                <c:pt idx="972">
                  <c:v>2128.155738057028</c:v>
                </c:pt>
                <c:pt idx="973">
                  <c:v>2128.3310527008284</c:v>
                </c:pt>
                <c:pt idx="974">
                  <c:v>2130.187670045148</c:v>
                </c:pt>
                <c:pt idx="975">
                  <c:v>2130.0255291333228</c:v>
                </c:pt>
                <c:pt idx="976">
                  <c:v>2130.4762449147033</c:v>
                </c:pt>
                <c:pt idx="977">
                  <c:v>2130.849887044561</c:v>
                </c:pt>
                <c:pt idx="978">
                  <c:v>2132.630324762978</c:v>
                </c:pt>
                <c:pt idx="979">
                  <c:v>2133.7244353898482</c:v>
                </c:pt>
                <c:pt idx="980">
                  <c:v>2136.7976638578552</c:v>
                </c:pt>
                <c:pt idx="981">
                  <c:v>2139.5400738318049</c:v>
                </c:pt>
                <c:pt idx="982">
                  <c:v>2140.5535861210915</c:v>
                </c:pt>
                <c:pt idx="983">
                  <c:v>2140.7125645891688</c:v>
                </c:pt>
                <c:pt idx="984">
                  <c:v>2140.6871676732012</c:v>
                </c:pt>
                <c:pt idx="985">
                  <c:v>2140.9538268291744</c:v>
                </c:pt>
                <c:pt idx="986">
                  <c:v>2142.383682497079</c:v>
                </c:pt>
                <c:pt idx="987">
                  <c:v>2143.3621434791721</c:v>
                </c:pt>
                <c:pt idx="988">
                  <c:v>2143.8696933059518</c:v>
                </c:pt>
                <c:pt idx="989">
                  <c:v>2155.3107100469315</c:v>
                </c:pt>
                <c:pt idx="990">
                  <c:v>2156.6093944332583</c:v>
                </c:pt>
                <c:pt idx="991">
                  <c:v>2157.9519055410397</c:v>
                </c:pt>
                <c:pt idx="992">
                  <c:v>2159.910996111651</c:v>
                </c:pt>
                <c:pt idx="993">
                  <c:v>2159.819391002276</c:v>
                </c:pt>
                <c:pt idx="994">
                  <c:v>2159.5951212783971</c:v>
                </c:pt>
                <c:pt idx="995">
                  <c:v>2160.8209985031081</c:v>
                </c:pt>
                <c:pt idx="996">
                  <c:v>2163.0089210010842</c:v>
                </c:pt>
                <c:pt idx="997">
                  <c:v>2162.8338813349669</c:v>
                </c:pt>
                <c:pt idx="998">
                  <c:v>2164.2411123912902</c:v>
                </c:pt>
                <c:pt idx="999">
                  <c:v>2170.6867064064013</c:v>
                </c:pt>
                <c:pt idx="1000">
                  <c:v>2170.5041153518055</c:v>
                </c:pt>
                <c:pt idx="1001">
                  <c:v>2172.4112173648041</c:v>
                </c:pt>
                <c:pt idx="1002">
                  <c:v>2174.7331098156478</c:v>
                </c:pt>
                <c:pt idx="1003">
                  <c:v>2174.8957429773964</c:v>
                </c:pt>
                <c:pt idx="1004">
                  <c:v>2175.8442740786159</c:v>
                </c:pt>
                <c:pt idx="1005">
                  <c:v>2176.5224971373505</c:v>
                </c:pt>
                <c:pt idx="1006">
                  <c:v>2176.853186974854</c:v>
                </c:pt>
                <c:pt idx="1007">
                  <c:v>2179.0029440264193</c:v>
                </c:pt>
                <c:pt idx="1008">
                  <c:v>2180.1926743084941</c:v>
                </c:pt>
                <c:pt idx="1009">
                  <c:v>2180.2619505105031</c:v>
                </c:pt>
                <c:pt idx="1010">
                  <c:v>2180.2344653249384</c:v>
                </c:pt>
                <c:pt idx="1011">
                  <c:v>2180.489979064107</c:v>
                </c:pt>
                <c:pt idx="1012">
                  <c:v>2181.8913531279636</c:v>
                </c:pt>
                <c:pt idx="1013">
                  <c:v>2181.7825656301225</c:v>
                </c:pt>
                <c:pt idx="1014">
                  <c:v>2181.8431923575336</c:v>
                </c:pt>
                <c:pt idx="1015">
                  <c:v>2181.9597726569195</c:v>
                </c:pt>
                <c:pt idx="1016">
                  <c:v>2182.9779702571686</c:v>
                </c:pt>
                <c:pt idx="1017">
                  <c:v>2182.896247264744</c:v>
                </c:pt>
                <c:pt idx="1018">
                  <c:v>2182.8786123769928</c:v>
                </c:pt>
                <c:pt idx="1019">
                  <c:v>2183.1780137719461</c:v>
                </c:pt>
                <c:pt idx="1020">
                  <c:v>2183.0820502703132</c:v>
                </c:pt>
                <c:pt idx="1021">
                  <c:v>2183.0678660283556</c:v>
                </c:pt>
                <c:pt idx="1022">
                  <c:v>2183.0616930933738</c:v>
                </c:pt>
                <c:pt idx="1023">
                  <c:v>2184.326210659307</c:v>
                </c:pt>
                <c:pt idx="1024">
                  <c:v>2186.1653221705583</c:v>
                </c:pt>
                <c:pt idx="1025">
                  <c:v>2192.4881048245647</c:v>
                </c:pt>
                <c:pt idx="1026">
                  <c:v>2192.5064687585077</c:v>
                </c:pt>
                <c:pt idx="1027">
                  <c:v>2192.4571029220829</c:v>
                </c:pt>
                <c:pt idx="1028">
                  <c:v>2194.3322188160328</c:v>
                </c:pt>
                <c:pt idx="1029">
                  <c:v>2198.1221370106059</c:v>
                </c:pt>
                <c:pt idx="1030">
                  <c:v>2199.5726056589956</c:v>
                </c:pt>
                <c:pt idx="1031">
                  <c:v>2200.6448291992106</c:v>
                </c:pt>
                <c:pt idx="1032">
                  <c:v>2205.1287263507029</c:v>
                </c:pt>
                <c:pt idx="1033">
                  <c:v>2207.3231419709414</c:v>
                </c:pt>
                <c:pt idx="1034">
                  <c:v>2215.6830089193031</c:v>
                </c:pt>
                <c:pt idx="1035">
                  <c:v>2217.1130048949531</c:v>
                </c:pt>
                <c:pt idx="1036">
                  <c:v>2224.1907984590312</c:v>
                </c:pt>
                <c:pt idx="1037">
                  <c:v>2251.769311391115</c:v>
                </c:pt>
                <c:pt idx="1038">
                  <c:v>2286.4955146093698</c:v>
                </c:pt>
                <c:pt idx="1039">
                  <c:v>2289.004019554744</c:v>
                </c:pt>
                <c:pt idx="1040">
                  <c:v>2292.0541138311614</c:v>
                </c:pt>
                <c:pt idx="1041">
                  <c:v>2297.550342382061</c:v>
                </c:pt>
                <c:pt idx="1042">
                  <c:v>2299.7021854987793</c:v>
                </c:pt>
                <c:pt idx="1043">
                  <c:v>2300.1747902995289</c:v>
                </c:pt>
                <c:pt idx="1044">
                  <c:v>2303.4082945727737</c:v>
                </c:pt>
                <c:pt idx="1045">
                  <c:v>2303.0084082935573</c:v>
                </c:pt>
                <c:pt idx="1046">
                  <c:v>2304.3254889265231</c:v>
                </c:pt>
                <c:pt idx="1047">
                  <c:v>2304.2366533032841</c:v>
                </c:pt>
                <c:pt idx="1048">
                  <c:v>2305.4578637829636</c:v>
                </c:pt>
                <c:pt idx="1049">
                  <c:v>2309.464192089506</c:v>
                </c:pt>
                <c:pt idx="1050">
                  <c:v>2309.3739761774887</c:v>
                </c:pt>
                <c:pt idx="1051">
                  <c:v>2310.198080767906</c:v>
                </c:pt>
                <c:pt idx="1052">
                  <c:v>2310.7170274457903</c:v>
                </c:pt>
                <c:pt idx="1053">
                  <c:v>2313.2276886106665</c:v>
                </c:pt>
                <c:pt idx="1054">
                  <c:v>2314.3712473407923</c:v>
                </c:pt>
                <c:pt idx="1055">
                  <c:v>2315.6980042455057</c:v>
                </c:pt>
                <c:pt idx="1056">
                  <c:v>2316.7969959281827</c:v>
                </c:pt>
                <c:pt idx="1057">
                  <c:v>2316.9109380511118</c:v>
                </c:pt>
                <c:pt idx="1058">
                  <c:v>2317.425758441344</c:v>
                </c:pt>
                <c:pt idx="1059">
                  <c:v>2317.5363361512368</c:v>
                </c:pt>
                <c:pt idx="1060">
                  <c:v>2317.5089926230362</c:v>
                </c:pt>
                <c:pt idx="1061">
                  <c:v>2317.6232592928131</c:v>
                </c:pt>
                <c:pt idx="1062">
                  <c:v>2317.614689602965</c:v>
                </c:pt>
                <c:pt idx="1063">
                  <c:v>2320.8078077693713</c:v>
                </c:pt>
                <c:pt idx="1064">
                  <c:v>2328.90548821128</c:v>
                </c:pt>
                <c:pt idx="1065">
                  <c:v>2336.9325004777415</c:v>
                </c:pt>
                <c:pt idx="1066">
                  <c:v>2337.3043867435308</c:v>
                </c:pt>
                <c:pt idx="1067">
                  <c:v>2338.5320894843039</c:v>
                </c:pt>
                <c:pt idx="1068">
                  <c:v>2338.3294882196624</c:v>
                </c:pt>
                <c:pt idx="1069">
                  <c:v>2339.1070470388586</c:v>
                </c:pt>
                <c:pt idx="1070">
                  <c:v>2339.2018142906368</c:v>
                </c:pt>
                <c:pt idx="1071">
                  <c:v>2339.1603332473233</c:v>
                </c:pt>
                <c:pt idx="1072">
                  <c:v>2340.1720198767807</c:v>
                </c:pt>
                <c:pt idx="1073">
                  <c:v>2340.0905169736557</c:v>
                </c:pt>
                <c:pt idx="1074">
                  <c:v>2340.2066611990695</c:v>
                </c:pt>
                <c:pt idx="1075">
                  <c:v>2340.1658207457813</c:v>
                </c:pt>
                <c:pt idx="1076">
                  <c:v>2341.1947052988744</c:v>
                </c:pt>
                <c:pt idx="1077">
                  <c:v>2342.7990227614578</c:v>
                </c:pt>
                <c:pt idx="1078">
                  <c:v>2345.4295512559247</c:v>
                </c:pt>
                <c:pt idx="1079">
                  <c:v>2345.5911173473196</c:v>
                </c:pt>
                <c:pt idx="1080">
                  <c:v>2345.5747408781685</c:v>
                </c:pt>
                <c:pt idx="1081">
                  <c:v>2348.7040744818833</c:v>
                </c:pt>
                <c:pt idx="1082">
                  <c:v>2352.2669487569642</c:v>
                </c:pt>
                <c:pt idx="1083">
                  <c:v>2360.8310138170391</c:v>
                </c:pt>
                <c:pt idx="1084">
                  <c:v>2369.4483437019912</c:v>
                </c:pt>
                <c:pt idx="1085">
                  <c:v>2387.1031750859315</c:v>
                </c:pt>
                <c:pt idx="1086">
                  <c:v>2390.0893074614933</c:v>
                </c:pt>
                <c:pt idx="1087">
                  <c:v>2394.5340535303776</c:v>
                </c:pt>
                <c:pt idx="1088">
                  <c:v>2409.8640533934063</c:v>
                </c:pt>
                <c:pt idx="1089">
                  <c:v>2413.6808085187504</c:v>
                </c:pt>
                <c:pt idx="1090">
                  <c:v>2431.1393476701478</c:v>
                </c:pt>
                <c:pt idx="1091">
                  <c:v>2436.3601994937089</c:v>
                </c:pt>
                <c:pt idx="1092">
                  <c:v>2463.6213264234648</c:v>
                </c:pt>
                <c:pt idx="1093">
                  <c:v>2477.6274745751339</c:v>
                </c:pt>
                <c:pt idx="1094">
                  <c:v>2492.5685942751252</c:v>
                </c:pt>
                <c:pt idx="1095">
                  <c:v>2494.5737884419009</c:v>
                </c:pt>
                <c:pt idx="1096">
                  <c:v>2495.5405067200641</c:v>
                </c:pt>
                <c:pt idx="1097">
                  <c:v>2498.6891046649562</c:v>
                </c:pt>
                <c:pt idx="1098">
                  <c:v>2503.1371309246269</c:v>
                </c:pt>
                <c:pt idx="1099">
                  <c:v>2514.7936890280444</c:v>
                </c:pt>
                <c:pt idx="1100">
                  <c:v>2551.9832669936873</c:v>
                </c:pt>
                <c:pt idx="1101">
                  <c:v>2570.8761731985619</c:v>
                </c:pt>
                <c:pt idx="1102">
                  <c:v>2578.6995192251884</c:v>
                </c:pt>
                <c:pt idx="1103">
                  <c:v>2594.1261827325879</c:v>
                </c:pt>
                <c:pt idx="1104">
                  <c:v>2603.2747062165699</c:v>
                </c:pt>
                <c:pt idx="1105">
                  <c:v>2618.8105118607969</c:v>
                </c:pt>
                <c:pt idx="1106">
                  <c:v>2621.3056086785832</c:v>
                </c:pt>
                <c:pt idx="1107">
                  <c:v>2632.4689896496893</c:v>
                </c:pt>
                <c:pt idx="1108">
                  <c:v>2663.7838181536522</c:v>
                </c:pt>
                <c:pt idx="1109">
                  <c:v>2674.7325802594396</c:v>
                </c:pt>
                <c:pt idx="1110">
                  <c:v>2691.3164445610173</c:v>
                </c:pt>
                <c:pt idx="1111">
                  <c:v>2696.3105749861934</c:v>
                </c:pt>
                <c:pt idx="1112">
                  <c:v>2741.6812300814349</c:v>
                </c:pt>
                <c:pt idx="1113">
                  <c:v>2797.1958122079473</c:v>
                </c:pt>
                <c:pt idx="1114">
                  <c:v>2809.4344486760592</c:v>
                </c:pt>
                <c:pt idx="1115">
                  <c:v>2856.8002154582705</c:v>
                </c:pt>
                <c:pt idx="1116">
                  <c:v>2879.7578691046083</c:v>
                </c:pt>
                <c:pt idx="1117">
                  <c:v>2908.968796742698</c:v>
                </c:pt>
                <c:pt idx="1118">
                  <c:v>2919.016438444944</c:v>
                </c:pt>
                <c:pt idx="1119">
                  <c:v>2926.5533325714277</c:v>
                </c:pt>
                <c:pt idx="1120">
                  <c:v>2939.6989021132595</c:v>
                </c:pt>
                <c:pt idx="1121">
                  <c:v>2959.2695750615062</c:v>
                </c:pt>
                <c:pt idx="1122">
                  <c:v>2972.269173320236</c:v>
                </c:pt>
                <c:pt idx="1123">
                  <c:v>2974.2581658869854</c:v>
                </c:pt>
                <c:pt idx="1124">
                  <c:v>3014.6018306570845</c:v>
                </c:pt>
                <c:pt idx="1125">
                  <c:v>3027.0928070619152</c:v>
                </c:pt>
                <c:pt idx="1126">
                  <c:v>3030.8224206496134</c:v>
                </c:pt>
                <c:pt idx="1127">
                  <c:v>3043.3145658240232</c:v>
                </c:pt>
                <c:pt idx="1128">
                  <c:v>3069.1296698894662</c:v>
                </c:pt>
                <c:pt idx="1129">
                  <c:v>3070.9403876260817</c:v>
                </c:pt>
                <c:pt idx="1130">
                  <c:v>3076.1586119417107</c:v>
                </c:pt>
                <c:pt idx="1131">
                  <c:v>3078.8229066531712</c:v>
                </c:pt>
                <c:pt idx="1132">
                  <c:v>3080.7843078471724</c:v>
                </c:pt>
                <c:pt idx="1133">
                  <c:v>3088.3143240568638</c:v>
                </c:pt>
                <c:pt idx="1134">
                  <c:v>3088.0499807702254</c:v>
                </c:pt>
                <c:pt idx="1135">
                  <c:v>3089.4010212653016</c:v>
                </c:pt>
                <c:pt idx="1136">
                  <c:v>3094.8545281310071</c:v>
                </c:pt>
                <c:pt idx="1137">
                  <c:v>3094.6811259387719</c:v>
                </c:pt>
                <c:pt idx="1138">
                  <c:v>3096.7497993248198</c:v>
                </c:pt>
                <c:pt idx="1139">
                  <c:v>3100.8530132062342</c:v>
                </c:pt>
                <c:pt idx="1140">
                  <c:v>3100.3930721288389</c:v>
                </c:pt>
                <c:pt idx="1141">
                  <c:v>3108.7632671458318</c:v>
                </c:pt>
                <c:pt idx="1142">
                  <c:v>3111.0141411803415</c:v>
                </c:pt>
                <c:pt idx="1143">
                  <c:v>3111.4320107485596</c:v>
                </c:pt>
                <c:pt idx="1144">
                  <c:v>3117.0597982876056</c:v>
                </c:pt>
                <c:pt idx="1145">
                  <c:v>3122.5904392499879</c:v>
                </c:pt>
                <c:pt idx="1146">
                  <c:v>3133.701060778616</c:v>
                </c:pt>
                <c:pt idx="1147">
                  <c:v>3134.3206681647985</c:v>
                </c:pt>
                <c:pt idx="1148">
                  <c:v>3139.6935569298298</c:v>
                </c:pt>
                <c:pt idx="1149">
                  <c:v>3140.4539553175891</c:v>
                </c:pt>
                <c:pt idx="1150">
                  <c:v>3145.1011030239933</c:v>
                </c:pt>
                <c:pt idx="1151">
                  <c:v>3146.9210444191335</c:v>
                </c:pt>
                <c:pt idx="1152">
                  <c:v>3149.3050832517692</c:v>
                </c:pt>
                <c:pt idx="1153">
                  <c:v>3153.3119570041285</c:v>
                </c:pt>
                <c:pt idx="1154">
                  <c:v>3153.7924775418405</c:v>
                </c:pt>
                <c:pt idx="1155">
                  <c:v>3155.8068710285588</c:v>
                </c:pt>
                <c:pt idx="1156">
                  <c:v>3166.7188435540879</c:v>
                </c:pt>
                <c:pt idx="1157">
                  <c:v>3197.8251089979699</c:v>
                </c:pt>
                <c:pt idx="1158">
                  <c:v>3230.843471054824</c:v>
                </c:pt>
                <c:pt idx="1159">
                  <c:v>3241.6565460361603</c:v>
                </c:pt>
                <c:pt idx="1160">
                  <c:v>3255.7051679718556</c:v>
                </c:pt>
                <c:pt idx="1161">
                  <c:v>3262.1284265385889</c:v>
                </c:pt>
                <c:pt idx="1162">
                  <c:v>3266.5476360413968</c:v>
                </c:pt>
                <c:pt idx="1163">
                  <c:v>3269.1072423526975</c:v>
                </c:pt>
                <c:pt idx="1164">
                  <c:v>3269.8237734593044</c:v>
                </c:pt>
                <c:pt idx="1165">
                  <c:v>3271.7446244505013</c:v>
                </c:pt>
                <c:pt idx="1166">
                  <c:v>3273.8436479148868</c:v>
                </c:pt>
                <c:pt idx="1167">
                  <c:v>3274.3747797976202</c:v>
                </c:pt>
                <c:pt idx="1168">
                  <c:v>3280.3220720825002</c:v>
                </c:pt>
                <c:pt idx="1169">
                  <c:v>3291.6188069989307</c:v>
                </c:pt>
                <c:pt idx="1170">
                  <c:v>3290.3382854604029</c:v>
                </c:pt>
                <c:pt idx="1171">
                  <c:v>3308.5704004473719</c:v>
                </c:pt>
                <c:pt idx="1172">
                  <c:v>3312.45506668494</c:v>
                </c:pt>
                <c:pt idx="1173">
                  <c:v>3312.989153084879</c:v>
                </c:pt>
                <c:pt idx="1174">
                  <c:v>3316.8928308806885</c:v>
                </c:pt>
                <c:pt idx="1175">
                  <c:v>3318.8592344327685</c:v>
                </c:pt>
                <c:pt idx="1176">
                  <c:v>3331.2825127843544</c:v>
                </c:pt>
                <c:pt idx="1177">
                  <c:v>3331.544708658028</c:v>
                </c:pt>
                <c:pt idx="1178">
                  <c:v>3333.3493907733337</c:v>
                </c:pt>
                <c:pt idx="1179">
                  <c:v>3333.1993384468747</c:v>
                </c:pt>
                <c:pt idx="1180">
                  <c:v>3348.4193788229913</c:v>
                </c:pt>
                <c:pt idx="1181">
                  <c:v>3361.7196508825677</c:v>
                </c:pt>
                <c:pt idx="1182">
                  <c:v>3396.1621284099378</c:v>
                </c:pt>
                <c:pt idx="1183">
                  <c:v>3394.6855669264551</c:v>
                </c:pt>
                <c:pt idx="1184">
                  <c:v>3418.579196643585</c:v>
                </c:pt>
                <c:pt idx="1185">
                  <c:v>3470.4383089778717</c:v>
                </c:pt>
                <c:pt idx="1186">
                  <c:v>3519.7408595976294</c:v>
                </c:pt>
                <c:pt idx="1187">
                  <c:v>3527.8719504273167</c:v>
                </c:pt>
                <c:pt idx="1188">
                  <c:v>3550.5561692663082</c:v>
                </c:pt>
                <c:pt idx="1189">
                  <c:v>3559.839181135289</c:v>
                </c:pt>
                <c:pt idx="1190">
                  <c:v>3562.2133507562426</c:v>
                </c:pt>
                <c:pt idx="1191">
                  <c:v>3572.2650148096382</c:v>
                </c:pt>
                <c:pt idx="1192">
                  <c:v>3571.3103000362066</c:v>
                </c:pt>
                <c:pt idx="1193">
                  <c:v>3578.1152582157465</c:v>
                </c:pt>
                <c:pt idx="1194">
                  <c:v>3578.5037313066446</c:v>
                </c:pt>
                <c:pt idx="1195">
                  <c:v>3602.3888945470126</c:v>
                </c:pt>
                <c:pt idx="1196">
                  <c:v>3636.3094418034307</c:v>
                </c:pt>
                <c:pt idx="1197">
                  <c:v>3656.2537428006412</c:v>
                </c:pt>
                <c:pt idx="1198">
                  <c:v>3678.4988247434135</c:v>
                </c:pt>
                <c:pt idx="1199">
                  <c:v>3686.0534501637731</c:v>
                </c:pt>
                <c:pt idx="1200">
                  <c:v>3689.4297697660177</c:v>
                </c:pt>
                <c:pt idx="1201">
                  <c:v>3700.6249738089887</c:v>
                </c:pt>
                <c:pt idx="1202">
                  <c:v>3707.3497073229792</c:v>
                </c:pt>
                <c:pt idx="1203">
                  <c:v>3716.0861989420359</c:v>
                </c:pt>
                <c:pt idx="1204">
                  <c:v>3723.9093072110277</c:v>
                </c:pt>
                <c:pt idx="1205">
                  <c:v>3747.8763289839867</c:v>
                </c:pt>
                <c:pt idx="1206">
                  <c:v>3817.0715094038997</c:v>
                </c:pt>
                <c:pt idx="1207">
                  <c:v>3845.6717107990767</c:v>
                </c:pt>
                <c:pt idx="1208">
                  <c:v>3853.686305417491</c:v>
                </c:pt>
                <c:pt idx="1209">
                  <c:v>3852.9375532880986</c:v>
                </c:pt>
                <c:pt idx="1210">
                  <c:v>3882.3883099696354</c:v>
                </c:pt>
                <c:pt idx="1211">
                  <c:v>3884.3765364400956</c:v>
                </c:pt>
                <c:pt idx="1212">
                  <c:v>3905.3437898030047</c:v>
                </c:pt>
                <c:pt idx="1213">
                  <c:v>3920.6898450771937</c:v>
                </c:pt>
                <c:pt idx="1214">
                  <c:v>3934.8091341252416</c:v>
                </c:pt>
                <c:pt idx="1215">
                  <c:v>3939.2427079558483</c:v>
                </c:pt>
                <c:pt idx="1216">
                  <c:v>3941.6996030303412</c:v>
                </c:pt>
                <c:pt idx="1217">
                  <c:v>3947.9542597174518</c:v>
                </c:pt>
                <c:pt idx="1218">
                  <c:v>3960.396287169307</c:v>
                </c:pt>
                <c:pt idx="1219">
                  <c:v>4035.7478133037257</c:v>
                </c:pt>
                <c:pt idx="1220">
                  <c:v>4047.0613251806735</c:v>
                </c:pt>
                <c:pt idx="1221">
                  <c:v>4053.3496813234583</c:v>
                </c:pt>
                <c:pt idx="1222">
                  <c:v>4068.2395773045314</c:v>
                </c:pt>
                <c:pt idx="1223">
                  <c:v>4083.2832433289568</c:v>
                </c:pt>
                <c:pt idx="1224">
                  <c:v>4120.2520675163505</c:v>
                </c:pt>
                <c:pt idx="1225">
                  <c:v>4127.2761822167931</c:v>
                </c:pt>
                <c:pt idx="1226">
                  <c:v>4137.5528568011923</c:v>
                </c:pt>
                <c:pt idx="1227">
                  <c:v>4168.7166072531472</c:v>
                </c:pt>
                <c:pt idx="1228">
                  <c:v>4178.9068115926275</c:v>
                </c:pt>
                <c:pt idx="1229">
                  <c:v>4185.9374980020466</c:v>
                </c:pt>
                <c:pt idx="1230">
                  <c:v>4220.8238970155799</c:v>
                </c:pt>
                <c:pt idx="1231">
                  <c:v>4222.8597110927922</c:v>
                </c:pt>
                <c:pt idx="1232">
                  <c:v>4232.6982508111414</c:v>
                </c:pt>
                <c:pt idx="1233">
                  <c:v>4252.6063157933595</c:v>
                </c:pt>
                <c:pt idx="1234">
                  <c:v>4257.1966962172119</c:v>
                </c:pt>
                <c:pt idx="1235">
                  <c:v>4297.3674813687066</c:v>
                </c:pt>
                <c:pt idx="1236">
                  <c:v>4336.416554041386</c:v>
                </c:pt>
                <c:pt idx="1237">
                  <c:v>4339.6369438530528</c:v>
                </c:pt>
                <c:pt idx="1238">
                  <c:v>4380.8176849386055</c:v>
                </c:pt>
                <c:pt idx="1239">
                  <c:v>4430.0933287549824</c:v>
                </c:pt>
                <c:pt idx="1240">
                  <c:v>4435.2898990442618</c:v>
                </c:pt>
                <c:pt idx="1241">
                  <c:v>4455.6938098249511</c:v>
                </c:pt>
                <c:pt idx="1242">
                  <c:v>4463.0533793474024</c:v>
                </c:pt>
                <c:pt idx="1243">
                  <c:v>4475.9841276812449</c:v>
                </c:pt>
                <c:pt idx="1244">
                  <c:v>4484.2256709389394</c:v>
                </c:pt>
                <c:pt idx="1245">
                  <c:v>4490.3627738542482</c:v>
                </c:pt>
                <c:pt idx="1246">
                  <c:v>4498.9171381454644</c:v>
                </c:pt>
                <c:pt idx="1247">
                  <c:v>4502.892149446945</c:v>
                </c:pt>
                <c:pt idx="1248">
                  <c:v>4504.1795217933695</c:v>
                </c:pt>
                <c:pt idx="1249">
                  <c:v>4504.0916892007863</c:v>
                </c:pt>
                <c:pt idx="1250">
                  <c:v>4504.2852484730311</c:v>
                </c:pt>
                <c:pt idx="1251">
                  <c:v>4504.2747973995592</c:v>
                </c:pt>
                <c:pt idx="1252">
                  <c:v>4504.729970828862</c:v>
                </c:pt>
                <c:pt idx="1253">
                  <c:v>4505.0346216856806</c:v>
                </c:pt>
                <c:pt idx="1254">
                  <c:v>4505.0043721650527</c:v>
                </c:pt>
                <c:pt idx="1255">
                  <c:v>4510.6405752109131</c:v>
                </c:pt>
                <c:pt idx="1256">
                  <c:v>4512.9838516857699</c:v>
                </c:pt>
                <c:pt idx="1257">
                  <c:v>4512.6792058489791</c:v>
                </c:pt>
                <c:pt idx="1258">
                  <c:v>4512.617337990574</c:v>
                </c:pt>
                <c:pt idx="1259">
                  <c:v>4512.5741689980614</c:v>
                </c:pt>
                <c:pt idx="1260">
                  <c:v>4512.9245707637529</c:v>
                </c:pt>
                <c:pt idx="1261">
                  <c:v>4512.8836803031736</c:v>
                </c:pt>
                <c:pt idx="1262">
                  <c:v>4513.1193524021637</c:v>
                </c:pt>
                <c:pt idx="1263">
                  <c:v>4518.4499487030198</c:v>
                </c:pt>
                <c:pt idx="1264">
                  <c:v>4523.790882680204</c:v>
                </c:pt>
                <c:pt idx="1265">
                  <c:v>4534.0769888706391</c:v>
                </c:pt>
                <c:pt idx="1266">
                  <c:v>4533.4532536642737</c:v>
                </c:pt>
                <c:pt idx="1267">
                  <c:v>4534.0538497946472</c:v>
                </c:pt>
                <c:pt idx="1268">
                  <c:v>4534.423874418585</c:v>
                </c:pt>
                <c:pt idx="1269">
                  <c:v>4536.7070886505671</c:v>
                </c:pt>
                <c:pt idx="1270">
                  <c:v>4537.3458841575512</c:v>
                </c:pt>
                <c:pt idx="1271">
                  <c:v>4538.5320307531438</c:v>
                </c:pt>
                <c:pt idx="1272">
                  <c:v>4538.4794315401814</c:v>
                </c:pt>
                <c:pt idx="1273">
                  <c:v>4539.8515107629128</c:v>
                </c:pt>
                <c:pt idx="1274">
                  <c:v>4542.9517711251247</c:v>
                </c:pt>
                <c:pt idx="1275">
                  <c:v>4544.418758006901</c:v>
                </c:pt>
                <c:pt idx="1276">
                  <c:v>4545.2886702364367</c:v>
                </c:pt>
                <c:pt idx="1277">
                  <c:v>4552.9271267283457</c:v>
                </c:pt>
                <c:pt idx="1278">
                  <c:v>4553.8733090913747</c:v>
                </c:pt>
                <c:pt idx="1279">
                  <c:v>4571.8515127631372</c:v>
                </c:pt>
                <c:pt idx="1280">
                  <c:v>4577.82626811092</c:v>
                </c:pt>
                <c:pt idx="1281">
                  <c:v>4585.7089284461354</c:v>
                </c:pt>
                <c:pt idx="1282">
                  <c:v>4585.8459885731527</c:v>
                </c:pt>
                <c:pt idx="1283">
                  <c:v>4597.6908844242489</c:v>
                </c:pt>
                <c:pt idx="1284">
                  <c:v>4602.1338640568974</c:v>
                </c:pt>
                <c:pt idx="1285">
                  <c:v>4605.1013933590375</c:v>
                </c:pt>
                <c:pt idx="1286">
                  <c:v>4607.6113650587413</c:v>
                </c:pt>
                <c:pt idx="1287">
                  <c:v>4624.1050149084349</c:v>
                </c:pt>
                <c:pt idx="1288">
                  <c:v>4625.3172582381285</c:v>
                </c:pt>
                <c:pt idx="1289">
                  <c:v>4625.8174826922314</c:v>
                </c:pt>
                <c:pt idx="1290">
                  <c:v>4625.6113052029887</c:v>
                </c:pt>
                <c:pt idx="1291">
                  <c:v>4629.1383354419295</c:v>
                </c:pt>
                <c:pt idx="1292">
                  <c:v>4634.5936391691348</c:v>
                </c:pt>
                <c:pt idx="1293">
                  <c:v>4640.8567917123946</c:v>
                </c:pt>
                <c:pt idx="1294">
                  <c:v>4652.6862108749992</c:v>
                </c:pt>
                <c:pt idx="1295">
                  <c:v>4657.0995064022654</c:v>
                </c:pt>
                <c:pt idx="1296">
                  <c:v>4665.0198251417851</c:v>
                </c:pt>
                <c:pt idx="1297">
                  <c:v>4670.7349645716276</c:v>
                </c:pt>
                <c:pt idx="1298">
                  <c:v>4676.0540214049806</c:v>
                </c:pt>
                <c:pt idx="1299">
                  <c:v>4691.8834167945861</c:v>
                </c:pt>
                <c:pt idx="1300">
                  <c:v>4710.4049410228381</c:v>
                </c:pt>
                <c:pt idx="1301">
                  <c:v>4720.1117555285182</c:v>
                </c:pt>
                <c:pt idx="1302">
                  <c:v>4728.0578128613688</c:v>
                </c:pt>
                <c:pt idx="1303">
                  <c:v>4728.0672754196685</c:v>
                </c:pt>
                <c:pt idx="1304">
                  <c:v>4732.0336929842542</c:v>
                </c:pt>
                <c:pt idx="1305">
                  <c:v>4738.0086878572074</c:v>
                </c:pt>
                <c:pt idx="1306">
                  <c:v>4741.1961119851921</c:v>
                </c:pt>
                <c:pt idx="1307">
                  <c:v>4743.0266569283076</c:v>
                </c:pt>
                <c:pt idx="1308">
                  <c:v>4744.634651821385</c:v>
                </c:pt>
                <c:pt idx="1309">
                  <c:v>4745.4556212453053</c:v>
                </c:pt>
                <c:pt idx="1310">
                  <c:v>4749.2300819186248</c:v>
                </c:pt>
                <c:pt idx="1311">
                  <c:v>4780.5376104656252</c:v>
                </c:pt>
                <c:pt idx="1312">
                  <c:v>4779.9814942420089</c:v>
                </c:pt>
                <c:pt idx="1313">
                  <c:v>4782.3880839305129</c:v>
                </c:pt>
                <c:pt idx="1314">
                  <c:v>4784.3814529717702</c:v>
                </c:pt>
                <c:pt idx="1315">
                  <c:v>4791.5682046167722</c:v>
                </c:pt>
                <c:pt idx="1316">
                  <c:v>4805.8743397022581</c:v>
                </c:pt>
                <c:pt idx="1317">
                  <c:v>4805.4191489326804</c:v>
                </c:pt>
                <c:pt idx="1318">
                  <c:v>4812.9489833593307</c:v>
                </c:pt>
                <c:pt idx="1319">
                  <c:v>4814.0939545495212</c:v>
                </c:pt>
                <c:pt idx="1320">
                  <c:v>4823.941972364074</c:v>
                </c:pt>
                <c:pt idx="1321">
                  <c:v>4823.886355065767</c:v>
                </c:pt>
                <c:pt idx="1322">
                  <c:v>4838.3254427708716</c:v>
                </c:pt>
                <c:pt idx="1323">
                  <c:v>4839.9015139633275</c:v>
                </c:pt>
                <c:pt idx="1324">
                  <c:v>4861.753811523884</c:v>
                </c:pt>
                <c:pt idx="1325">
                  <c:v>4862.5895644404027</c:v>
                </c:pt>
                <c:pt idx="1326">
                  <c:v>4870.5374934636584</c:v>
                </c:pt>
                <c:pt idx="1327">
                  <c:v>4878.6133973675469</c:v>
                </c:pt>
                <c:pt idx="1328">
                  <c:v>4884.2352215968494</c:v>
                </c:pt>
                <c:pt idx="1329">
                  <c:v>4889.2571541979769</c:v>
                </c:pt>
                <c:pt idx="1330">
                  <c:v>4902.6566065469378</c:v>
                </c:pt>
                <c:pt idx="1331">
                  <c:v>4908.6069949909997</c:v>
                </c:pt>
                <c:pt idx="1332">
                  <c:v>4909.5255525692392</c:v>
                </c:pt>
                <c:pt idx="1333">
                  <c:v>4911.4624870705566</c:v>
                </c:pt>
                <c:pt idx="1334">
                  <c:v>4914.933806808117</c:v>
                </c:pt>
                <c:pt idx="1335">
                  <c:v>4915.9658954513588</c:v>
                </c:pt>
                <c:pt idx="1336">
                  <c:v>4918.5917120231197</c:v>
                </c:pt>
                <c:pt idx="1337">
                  <c:v>4933.5434889194376</c:v>
                </c:pt>
                <c:pt idx="1338">
                  <c:v>4934.0110796331901</c:v>
                </c:pt>
                <c:pt idx="1339">
                  <c:v>4934.6598071341377</c:v>
                </c:pt>
                <c:pt idx="1340">
                  <c:v>4941.8879642471184</c:v>
                </c:pt>
                <c:pt idx="1341">
                  <c:v>4953.6865877999999</c:v>
                </c:pt>
                <c:pt idx="1342">
                  <c:v>4954.757698086868</c:v>
                </c:pt>
                <c:pt idx="1343">
                  <c:v>4954.6245039416735</c:v>
                </c:pt>
                <c:pt idx="1344">
                  <c:v>4954.9800313561973</c:v>
                </c:pt>
                <c:pt idx="1345">
                  <c:v>4955.2794658477897</c:v>
                </c:pt>
                <c:pt idx="1346">
                  <c:v>4955.2440014025806</c:v>
                </c:pt>
                <c:pt idx="1347">
                  <c:v>4956.4282998262615</c:v>
                </c:pt>
                <c:pt idx="1348">
                  <c:v>4956.315525340784</c:v>
                </c:pt>
                <c:pt idx="1349">
                  <c:v>4958.9481392437674</c:v>
                </c:pt>
                <c:pt idx="1350">
                  <c:v>4959.0109451684266</c:v>
                </c:pt>
                <c:pt idx="1351">
                  <c:v>4958.9226642113081</c:v>
                </c:pt>
                <c:pt idx="1352">
                  <c:v>4958.8991803289673</c:v>
                </c:pt>
                <c:pt idx="1353">
                  <c:v>4968.1361205750163</c:v>
                </c:pt>
                <c:pt idx="1354">
                  <c:v>4971.6361095527982</c:v>
                </c:pt>
                <c:pt idx="1355">
                  <c:v>4976.5707838678518</c:v>
                </c:pt>
                <c:pt idx="1356">
                  <c:v>4977.9139442947726</c:v>
                </c:pt>
                <c:pt idx="1357">
                  <c:v>4979.6632934302843</c:v>
                </c:pt>
                <c:pt idx="1358">
                  <c:v>4985.7840571880233</c:v>
                </c:pt>
                <c:pt idx="1359">
                  <c:v>4988.9326772941677</c:v>
                </c:pt>
                <c:pt idx="1360">
                  <c:v>5008.5296786289473</c:v>
                </c:pt>
                <c:pt idx="1361">
                  <c:v>5010.5162791816656</c:v>
                </c:pt>
                <c:pt idx="1362">
                  <c:v>5013.7597436937258</c:v>
                </c:pt>
                <c:pt idx="1363">
                  <c:v>5021.8628532495204</c:v>
                </c:pt>
                <c:pt idx="1364">
                  <c:v>5038.2748014555755</c:v>
                </c:pt>
                <c:pt idx="1365">
                  <c:v>5046.0491668305531</c:v>
                </c:pt>
                <c:pt idx="1366">
                  <c:v>5048.5538853209137</c:v>
                </c:pt>
                <c:pt idx="1367">
                  <c:v>5050.2649366791575</c:v>
                </c:pt>
                <c:pt idx="1368">
                  <c:v>5054.2376670654903</c:v>
                </c:pt>
                <c:pt idx="1369">
                  <c:v>5061.5458083503772</c:v>
                </c:pt>
                <c:pt idx="1370">
                  <c:v>5062.9712402679988</c:v>
                </c:pt>
                <c:pt idx="1371">
                  <c:v>5064.6425234250119</c:v>
                </c:pt>
                <c:pt idx="1372">
                  <c:v>5065.1015496522587</c:v>
                </c:pt>
                <c:pt idx="1373">
                  <c:v>5068.7962273934545</c:v>
                </c:pt>
                <c:pt idx="1374">
                  <c:v>5068.5825824807025</c:v>
                </c:pt>
                <c:pt idx="1375">
                  <c:v>5068.5426728651464</c:v>
                </c:pt>
                <c:pt idx="1376">
                  <c:v>5068.5317169028503</c:v>
                </c:pt>
                <c:pt idx="1377">
                  <c:v>5069.8390106122624</c:v>
                </c:pt>
                <c:pt idx="1378">
                  <c:v>5072.436384126574</c:v>
                </c:pt>
                <c:pt idx="1379">
                  <c:v>5074.8734569732105</c:v>
                </c:pt>
                <c:pt idx="1380">
                  <c:v>5076.3063533193354</c:v>
                </c:pt>
                <c:pt idx="1381">
                  <c:v>5079.7830806100901</c:v>
                </c:pt>
                <c:pt idx="1382">
                  <c:v>5082.081887404187</c:v>
                </c:pt>
                <c:pt idx="1383">
                  <c:v>5083.7702353789482</c:v>
                </c:pt>
                <c:pt idx="1384">
                  <c:v>5090.9083235429989</c:v>
                </c:pt>
                <c:pt idx="1385">
                  <c:v>5091.0442551286415</c:v>
                </c:pt>
                <c:pt idx="1386">
                  <c:v>5091.0590935388618</c:v>
                </c:pt>
                <c:pt idx="1387">
                  <c:v>5094.2248715505166</c:v>
                </c:pt>
                <c:pt idx="1388">
                  <c:v>5095.631084705894</c:v>
                </c:pt>
                <c:pt idx="1389">
                  <c:v>5102.7049746346966</c:v>
                </c:pt>
                <c:pt idx="1390">
                  <c:v>5121.5092928037966</c:v>
                </c:pt>
                <c:pt idx="1391">
                  <c:v>5123.7614817768026</c:v>
                </c:pt>
                <c:pt idx="1392">
                  <c:v>5123.6886365091932</c:v>
                </c:pt>
                <c:pt idx="1393">
                  <c:v>5123.6547260035259</c:v>
                </c:pt>
                <c:pt idx="1394">
                  <c:v>5123.6479642513495</c:v>
                </c:pt>
                <c:pt idx="1395">
                  <c:v>5123.6490988213736</c:v>
                </c:pt>
                <c:pt idx="1396">
                  <c:v>5123.6401543947713</c:v>
                </c:pt>
                <c:pt idx="1397">
                  <c:v>5137.5191752608207</c:v>
                </c:pt>
                <c:pt idx="1398">
                  <c:v>5136.9772343771619</c:v>
                </c:pt>
                <c:pt idx="1399">
                  <c:v>5141.9155291552988</c:v>
                </c:pt>
                <c:pt idx="1400">
                  <c:v>5143.9360104771913</c:v>
                </c:pt>
                <c:pt idx="1401">
                  <c:v>5143.5926313574037</c:v>
                </c:pt>
                <c:pt idx="1402">
                  <c:v>5144.8608705476572</c:v>
                </c:pt>
                <c:pt idx="1403">
                  <c:v>5146.4084108709067</c:v>
                </c:pt>
                <c:pt idx="1404">
                  <c:v>5152.1924729861412</c:v>
                </c:pt>
                <c:pt idx="1405">
                  <c:v>5151.5233873443758</c:v>
                </c:pt>
                <c:pt idx="1406">
                  <c:v>5151.9228357152706</c:v>
                </c:pt>
                <c:pt idx="1407">
                  <c:v>5151.8697745713271</c:v>
                </c:pt>
                <c:pt idx="1408">
                  <c:v>5152.3652008110157</c:v>
                </c:pt>
                <c:pt idx="1409">
                  <c:v>5152.3223615754678</c:v>
                </c:pt>
                <c:pt idx="1410">
                  <c:v>5152.7835540899496</c:v>
                </c:pt>
                <c:pt idx="1411">
                  <c:v>5152.9618285787456</c:v>
                </c:pt>
                <c:pt idx="1412">
                  <c:v>5154.6229644752175</c:v>
                </c:pt>
                <c:pt idx="1413">
                  <c:v>5156.5228172657908</c:v>
                </c:pt>
                <c:pt idx="1414">
                  <c:v>5166.2528127950436</c:v>
                </c:pt>
                <c:pt idx="1415">
                  <c:v>5169.0745564161898</c:v>
                </c:pt>
                <c:pt idx="1416">
                  <c:v>5173.2166702387367</c:v>
                </c:pt>
                <c:pt idx="1417">
                  <c:v>5180.7019349415013</c:v>
                </c:pt>
                <c:pt idx="1418">
                  <c:v>5182.5943053955307</c:v>
                </c:pt>
                <c:pt idx="1419">
                  <c:v>5186.1355337303594</c:v>
                </c:pt>
                <c:pt idx="1420">
                  <c:v>5185.8956792177987</c:v>
                </c:pt>
                <c:pt idx="1421">
                  <c:v>5191.2552357495497</c:v>
                </c:pt>
                <c:pt idx="1422">
                  <c:v>5193.2596754483329</c:v>
                </c:pt>
                <c:pt idx="1423">
                  <c:v>5196.1856780872413</c:v>
                </c:pt>
                <c:pt idx="1424">
                  <c:v>5202.3203419944366</c:v>
                </c:pt>
                <c:pt idx="1425">
                  <c:v>5212.2032486628032</c:v>
                </c:pt>
                <c:pt idx="1426">
                  <c:v>5222.8048311433604</c:v>
                </c:pt>
                <c:pt idx="1427">
                  <c:v>5229.7938689857947</c:v>
                </c:pt>
                <c:pt idx="1428">
                  <c:v>5230.2972266454362</c:v>
                </c:pt>
                <c:pt idx="1429">
                  <c:v>5232.8605246620255</c:v>
                </c:pt>
                <c:pt idx="1430">
                  <c:v>5244.3471014038269</c:v>
                </c:pt>
                <c:pt idx="1431">
                  <c:v>5258.5281929908715</c:v>
                </c:pt>
                <c:pt idx="1432">
                  <c:v>5262.2458470978218</c:v>
                </c:pt>
                <c:pt idx="1433">
                  <c:v>5265.8425125396798</c:v>
                </c:pt>
                <c:pt idx="1434">
                  <c:v>5271.3736274317498</c:v>
                </c:pt>
                <c:pt idx="1435">
                  <c:v>5271.5218159768883</c:v>
                </c:pt>
                <c:pt idx="1436">
                  <c:v>5275.0998407856614</c:v>
                </c:pt>
                <c:pt idx="1437">
                  <c:v>5278.1564078166803</c:v>
                </c:pt>
                <c:pt idx="1438">
                  <c:v>5279.5018303695933</c:v>
                </c:pt>
                <c:pt idx="1439">
                  <c:v>5280.3553146022823</c:v>
                </c:pt>
                <c:pt idx="1440">
                  <c:v>5280.6012902165476</c:v>
                </c:pt>
                <c:pt idx="1441">
                  <c:v>5281.7704392818714</c:v>
                </c:pt>
                <c:pt idx="1442">
                  <c:v>5282.3559530937</c:v>
                </c:pt>
                <c:pt idx="1443">
                  <c:v>5283.050866460384</c:v>
                </c:pt>
                <c:pt idx="1444">
                  <c:v>5283.2665408098219</c:v>
                </c:pt>
                <c:pt idx="1445">
                  <c:v>5289.8393177383514</c:v>
                </c:pt>
                <c:pt idx="1446">
                  <c:v>5289.5074757062066</c:v>
                </c:pt>
                <c:pt idx="1447">
                  <c:v>5291.4855190593353</c:v>
                </c:pt>
                <c:pt idx="1448">
                  <c:v>5293.8624231225322</c:v>
                </c:pt>
                <c:pt idx="1449">
                  <c:v>5293.58404311097</c:v>
                </c:pt>
                <c:pt idx="1450">
                  <c:v>5295.0604292217458</c:v>
                </c:pt>
                <c:pt idx="1451">
                  <c:v>5296.9176336916998</c:v>
                </c:pt>
                <c:pt idx="1452">
                  <c:v>5296.5811384939843</c:v>
                </c:pt>
                <c:pt idx="1453">
                  <c:v>5297.5747280356154</c:v>
                </c:pt>
                <c:pt idx="1454">
                  <c:v>5301.91984924195</c:v>
                </c:pt>
                <c:pt idx="1455">
                  <c:v>5306.8110630232304</c:v>
                </c:pt>
                <c:pt idx="1456">
                  <c:v>5307.1421482980204</c:v>
                </c:pt>
                <c:pt idx="1457">
                  <c:v>5312.1332997756799</c:v>
                </c:pt>
                <c:pt idx="1458">
                  <c:v>5317.296224668893</c:v>
                </c:pt>
                <c:pt idx="1459">
                  <c:v>5318.2033066496169</c:v>
                </c:pt>
                <c:pt idx="1460">
                  <c:v>5318.057588741809</c:v>
                </c:pt>
                <c:pt idx="1461">
                  <c:v>5321.2717804911317</c:v>
                </c:pt>
                <c:pt idx="1462">
                  <c:v>5321.5522668201502</c:v>
                </c:pt>
                <c:pt idx="1463">
                  <c:v>5323.5243022952873</c:v>
                </c:pt>
                <c:pt idx="1464">
                  <c:v>5324.3738104475788</c:v>
                </c:pt>
                <c:pt idx="1465">
                  <c:v>5325.1753391730272</c:v>
                </c:pt>
                <c:pt idx="1466">
                  <c:v>5325.5098873314928</c:v>
                </c:pt>
                <c:pt idx="1467">
                  <c:v>5325.4827707636186</c:v>
                </c:pt>
                <c:pt idx="1468">
                  <c:v>5325.674503997916</c:v>
                </c:pt>
                <c:pt idx="1469">
                  <c:v>5330.5828255402203</c:v>
                </c:pt>
                <c:pt idx="1470">
                  <c:v>5332.4709005944123</c:v>
                </c:pt>
                <c:pt idx="1471">
                  <c:v>5332.270389371567</c:v>
                </c:pt>
                <c:pt idx="1472">
                  <c:v>5333.4136572594107</c:v>
                </c:pt>
                <c:pt idx="1473">
                  <c:v>5336.5080802012762</c:v>
                </c:pt>
                <c:pt idx="1474">
                  <c:v>5338.3421773571281</c:v>
                </c:pt>
                <c:pt idx="1475">
                  <c:v>5338.1120975384629</c:v>
                </c:pt>
                <c:pt idx="1476">
                  <c:v>5347.231998045123</c:v>
                </c:pt>
                <c:pt idx="1477">
                  <c:v>5356.0328068470026</c:v>
                </c:pt>
                <c:pt idx="1478">
                  <c:v>5356.8785695368497</c:v>
                </c:pt>
                <c:pt idx="1479">
                  <c:v>5360.3859912472781</c:v>
                </c:pt>
                <c:pt idx="1480">
                  <c:v>5369.4124737040493</c:v>
                </c:pt>
                <c:pt idx="1481">
                  <c:v>5372.1240082165496</c:v>
                </c:pt>
                <c:pt idx="1482">
                  <c:v>5375.9060807928754</c:v>
                </c:pt>
                <c:pt idx="1483">
                  <c:v>5384.2652629074673</c:v>
                </c:pt>
                <c:pt idx="1484">
                  <c:v>5386.9015074339459</c:v>
                </c:pt>
                <c:pt idx="1485">
                  <c:v>5387.7308393255407</c:v>
                </c:pt>
                <c:pt idx="1486">
                  <c:v>5388.1104168492739</c:v>
                </c:pt>
                <c:pt idx="1487">
                  <c:v>5388.6815047528298</c:v>
                </c:pt>
                <c:pt idx="1488">
                  <c:v>5388.6497604766464</c:v>
                </c:pt>
                <c:pt idx="1489">
                  <c:v>5388.6449335985426</c:v>
                </c:pt>
                <c:pt idx="1490">
                  <c:v>5388.6436377565024</c:v>
                </c:pt>
                <c:pt idx="1491">
                  <c:v>5389.0547479314737</c:v>
                </c:pt>
                <c:pt idx="1492">
                  <c:v>5389.0167397475916</c:v>
                </c:pt>
                <c:pt idx="1493">
                  <c:v>5389.0107662807395</c:v>
                </c:pt>
                <c:pt idx="1494">
                  <c:v>5391.6827479986769</c:v>
                </c:pt>
                <c:pt idx="1495">
                  <c:v>5399.6228271697364</c:v>
                </c:pt>
                <c:pt idx="1496">
                  <c:v>5401.3737180521666</c:v>
                </c:pt>
                <c:pt idx="1497">
                  <c:v>5403.4072959899386</c:v>
                </c:pt>
                <c:pt idx="1498">
                  <c:v>5404.9437063930081</c:v>
                </c:pt>
                <c:pt idx="1499">
                  <c:v>5404.8667729511126</c:v>
                </c:pt>
                <c:pt idx="1500">
                  <c:v>5406.4174257907516</c:v>
                </c:pt>
                <c:pt idx="1501">
                  <c:v>5409.1474502150777</c:v>
                </c:pt>
                <c:pt idx="1502">
                  <c:v>5413.7750266143257</c:v>
                </c:pt>
                <c:pt idx="1503">
                  <c:v>5422.0141095761173</c:v>
                </c:pt>
                <c:pt idx="1504">
                  <c:v>5422.8248028978587</c:v>
                </c:pt>
                <c:pt idx="1505">
                  <c:v>5430.5369194799914</c:v>
                </c:pt>
                <c:pt idx="1506">
                  <c:v>5435.6281280173753</c:v>
                </c:pt>
                <c:pt idx="1507">
                  <c:v>5436.4238020260227</c:v>
                </c:pt>
                <c:pt idx="1508">
                  <c:v>5436.8811192959747</c:v>
                </c:pt>
                <c:pt idx="1509">
                  <c:v>5438.6830535152158</c:v>
                </c:pt>
                <c:pt idx="1510">
                  <c:v>5438.8947148623547</c:v>
                </c:pt>
                <c:pt idx="1511">
                  <c:v>5439.4049643375511</c:v>
                </c:pt>
                <c:pt idx="1512">
                  <c:v>5439.8095327460296</c:v>
                </c:pt>
                <c:pt idx="1513">
                  <c:v>5440.2099064117447</c:v>
                </c:pt>
                <c:pt idx="1514">
                  <c:v>5440.5703192195942</c:v>
                </c:pt>
                <c:pt idx="1515">
                  <c:v>5440.7023941376974</c:v>
                </c:pt>
                <c:pt idx="1516">
                  <c:v>5440.9188105427829</c:v>
                </c:pt>
                <c:pt idx="1517">
                  <c:v>5440.8655928904473</c:v>
                </c:pt>
                <c:pt idx="1518">
                  <c:v>5440.854242777923</c:v>
                </c:pt>
                <c:pt idx="1519">
                  <c:v>5446.1468105400209</c:v>
                </c:pt>
                <c:pt idx="1520">
                  <c:v>5453.9581883111177</c:v>
                </c:pt>
                <c:pt idx="1521">
                  <c:v>5453.0722010759282</c:v>
                </c:pt>
                <c:pt idx="1522">
                  <c:v>5456.3303356427077</c:v>
                </c:pt>
                <c:pt idx="1523">
                  <c:v>5481.6717267587237</c:v>
                </c:pt>
                <c:pt idx="1524">
                  <c:v>5491.3957913313152</c:v>
                </c:pt>
                <c:pt idx="1525">
                  <c:v>5495.3652672354019</c:v>
                </c:pt>
                <c:pt idx="1526">
                  <c:v>5514.0136458458919</c:v>
                </c:pt>
                <c:pt idx="1527">
                  <c:v>5519.8145923165148</c:v>
                </c:pt>
                <c:pt idx="1528">
                  <c:v>5519.3654973330549</c:v>
                </c:pt>
                <c:pt idx="1529">
                  <c:v>5536.4636899970774</c:v>
                </c:pt>
                <c:pt idx="1530">
                  <c:v>5544.1964464338007</c:v>
                </c:pt>
                <c:pt idx="1531">
                  <c:v>5549.1815323402898</c:v>
                </c:pt>
                <c:pt idx="1532">
                  <c:v>5557.1616377897562</c:v>
                </c:pt>
                <c:pt idx="1533">
                  <c:v>5568.6765165339439</c:v>
                </c:pt>
                <c:pt idx="1534">
                  <c:v>5572.4641555277458</c:v>
                </c:pt>
                <c:pt idx="1535">
                  <c:v>5573.2094163376369</c:v>
                </c:pt>
                <c:pt idx="1536">
                  <c:v>5598.3006683671065</c:v>
                </c:pt>
                <c:pt idx="1537">
                  <c:v>5601.9527555196682</c:v>
                </c:pt>
                <c:pt idx="1538">
                  <c:v>5631.888520220682</c:v>
                </c:pt>
                <c:pt idx="1539">
                  <c:v>5631.8035802814165</c:v>
                </c:pt>
                <c:pt idx="1540">
                  <c:v>5634.1317083685472</c:v>
                </c:pt>
                <c:pt idx="1541">
                  <c:v>5638.1019846862291</c:v>
                </c:pt>
                <c:pt idx="1542">
                  <c:v>5654.1005548833864</c:v>
                </c:pt>
                <c:pt idx="1543">
                  <c:v>5656.1909324739408</c:v>
                </c:pt>
                <c:pt idx="1544">
                  <c:v>5659.2352036776174</c:v>
                </c:pt>
                <c:pt idx="1545">
                  <c:v>5675.322821051328</c:v>
                </c:pt>
                <c:pt idx="1546">
                  <c:v>5679.2752683739591</c:v>
                </c:pt>
                <c:pt idx="1547">
                  <c:v>5698.3157412591909</c:v>
                </c:pt>
                <c:pt idx="1548">
                  <c:v>5700.7131142084827</c:v>
                </c:pt>
                <c:pt idx="1549">
                  <c:v>5711.6080490965132</c:v>
                </c:pt>
                <c:pt idx="1550">
                  <c:v>5713.8085161957752</c:v>
                </c:pt>
                <c:pt idx="1551">
                  <c:v>5715.1781702398894</c:v>
                </c:pt>
                <c:pt idx="1552">
                  <c:v>5715.1488644192113</c:v>
                </c:pt>
                <c:pt idx="1553">
                  <c:v>5730.405500153156</c:v>
                </c:pt>
                <c:pt idx="1554">
                  <c:v>5733.6149758520442</c:v>
                </c:pt>
                <c:pt idx="1555">
                  <c:v>5737.9245451203869</c:v>
                </c:pt>
                <c:pt idx="1556">
                  <c:v>5746.54674882574</c:v>
                </c:pt>
                <c:pt idx="1557">
                  <c:v>5751.3306455182264</c:v>
                </c:pt>
                <c:pt idx="1558">
                  <c:v>5755.910615878287</c:v>
                </c:pt>
                <c:pt idx="1559">
                  <c:v>5757.9784352837296</c:v>
                </c:pt>
                <c:pt idx="1560">
                  <c:v>5791.1113866972973</c:v>
                </c:pt>
                <c:pt idx="1561">
                  <c:v>5807.2903256369036</c:v>
                </c:pt>
                <c:pt idx="1562">
                  <c:v>5821.7183457541541</c:v>
                </c:pt>
                <c:pt idx="1563">
                  <c:v>5853.9084560244346</c:v>
                </c:pt>
                <c:pt idx="1564">
                  <c:v>5889.4581310305839</c:v>
                </c:pt>
                <c:pt idx="1565">
                  <c:v>5906.1666612118925</c:v>
                </c:pt>
                <c:pt idx="1566">
                  <c:v>5918.7728861888036</c:v>
                </c:pt>
                <c:pt idx="1567">
                  <c:v>5924.4684671620016</c:v>
                </c:pt>
                <c:pt idx="1568">
                  <c:v>5927.5059693429039</c:v>
                </c:pt>
                <c:pt idx="1569">
                  <c:v>5932.7522688177251</c:v>
                </c:pt>
                <c:pt idx="1570">
                  <c:v>5934.1465196592253</c:v>
                </c:pt>
                <c:pt idx="1571">
                  <c:v>5935.2688831526702</c:v>
                </c:pt>
                <c:pt idx="1572">
                  <c:v>5935.9601967155895</c:v>
                </c:pt>
                <c:pt idx="1573">
                  <c:v>5937.4978547785959</c:v>
                </c:pt>
                <c:pt idx="1574">
                  <c:v>5938.1495848036548</c:v>
                </c:pt>
                <c:pt idx="1575">
                  <c:v>5938.0921274229295</c:v>
                </c:pt>
                <c:pt idx="1576">
                  <c:v>5941.2536992192136</c:v>
                </c:pt>
                <c:pt idx="1577">
                  <c:v>5941.9009112832673</c:v>
                </c:pt>
                <c:pt idx="1578">
                  <c:v>5941.8449452579525</c:v>
                </c:pt>
                <c:pt idx="1579">
                  <c:v>5944.7478493725721</c:v>
                </c:pt>
                <c:pt idx="1580">
                  <c:v>5944.7289509608754</c:v>
                </c:pt>
                <c:pt idx="1581">
                  <c:v>5945.3087070740876</c:v>
                </c:pt>
                <c:pt idx="1582">
                  <c:v>5945.8058884821421</c:v>
                </c:pt>
                <c:pt idx="1583">
                  <c:v>5945.9439034201359</c:v>
                </c:pt>
                <c:pt idx="1584">
                  <c:v>5946.3976777530261</c:v>
                </c:pt>
                <c:pt idx="1585">
                  <c:v>5946.9811675314349</c:v>
                </c:pt>
                <c:pt idx="1586">
                  <c:v>5947.4139651547821</c:v>
                </c:pt>
                <c:pt idx="1587">
                  <c:v>5948.7742853908148</c:v>
                </c:pt>
                <c:pt idx="1588">
                  <c:v>5948.9457787461643</c:v>
                </c:pt>
                <c:pt idx="1589">
                  <c:v>5949.2709708775437</c:v>
                </c:pt>
                <c:pt idx="1590">
                  <c:v>5949.5614632128145</c:v>
                </c:pt>
                <c:pt idx="1591">
                  <c:v>5949.5309197828637</c:v>
                </c:pt>
                <c:pt idx="1592">
                  <c:v>5949.8950636181698</c:v>
                </c:pt>
                <c:pt idx="1593">
                  <c:v>5949.8106817108001</c:v>
                </c:pt>
                <c:pt idx="1594">
                  <c:v>5951.2609932321984</c:v>
                </c:pt>
                <c:pt idx="1595">
                  <c:v>5951.3566586761835</c:v>
                </c:pt>
                <c:pt idx="1596">
                  <c:v>5951.8919211559432</c:v>
                </c:pt>
                <c:pt idx="1597">
                  <c:v>5951.8207981083178</c:v>
                </c:pt>
                <c:pt idx="1598">
                  <c:v>5953.252852968727</c:v>
                </c:pt>
                <c:pt idx="1599">
                  <c:v>5953.3285756193191</c:v>
                </c:pt>
                <c:pt idx="1600">
                  <c:v>5953.7751070992153</c:v>
                </c:pt>
                <c:pt idx="1601">
                  <c:v>5959.8595902870356</c:v>
                </c:pt>
                <c:pt idx="1602">
                  <c:v>5961.5720178689244</c:v>
                </c:pt>
                <c:pt idx="1603">
                  <c:v>5961.3379385457019</c:v>
                </c:pt>
                <c:pt idx="1604">
                  <c:v>5961.5059374182347</c:v>
                </c:pt>
                <c:pt idx="1605">
                  <c:v>5962.6101719039152</c:v>
                </c:pt>
                <c:pt idx="1606">
                  <c:v>5962.6384493569985</c:v>
                </c:pt>
                <c:pt idx="1607">
                  <c:v>5963.3632393914322</c:v>
                </c:pt>
                <c:pt idx="1608">
                  <c:v>5964.249265930107</c:v>
                </c:pt>
                <c:pt idx="1609">
                  <c:v>5964.860040810704</c:v>
                </c:pt>
                <c:pt idx="1610">
                  <c:v>5965.4438551978401</c:v>
                </c:pt>
                <c:pt idx="1611">
                  <c:v>5965.9605844195485</c:v>
                </c:pt>
                <c:pt idx="1612">
                  <c:v>5975.7522828078636</c:v>
                </c:pt>
                <c:pt idx="1613">
                  <c:v>5982.6505942635531</c:v>
                </c:pt>
                <c:pt idx="1614">
                  <c:v>5982.4310122180068</c:v>
                </c:pt>
                <c:pt idx="1615">
                  <c:v>5982.3938894102275</c:v>
                </c:pt>
                <c:pt idx="1616">
                  <c:v>5982.4782583835631</c:v>
                </c:pt>
                <c:pt idx="1617">
                  <c:v>5982.7671117409127</c:v>
                </c:pt>
                <c:pt idx="1618">
                  <c:v>5982.7157124309497</c:v>
                </c:pt>
                <c:pt idx="1619">
                  <c:v>5984.0068357982773</c:v>
                </c:pt>
                <c:pt idx="1620">
                  <c:v>5986.7325642346277</c:v>
                </c:pt>
                <c:pt idx="1621">
                  <c:v>5987.4373726241447</c:v>
                </c:pt>
                <c:pt idx="1622">
                  <c:v>5988.0265884394466</c:v>
                </c:pt>
                <c:pt idx="1623">
                  <c:v>5988.4559922281169</c:v>
                </c:pt>
                <c:pt idx="1624">
                  <c:v>5988.4046157258426</c:v>
                </c:pt>
                <c:pt idx="1625">
                  <c:v>5988.4769538941018</c:v>
                </c:pt>
                <c:pt idx="1626">
                  <c:v>5988.4679452100927</c:v>
                </c:pt>
                <c:pt idx="1627">
                  <c:v>5988.8010553889171</c:v>
                </c:pt>
                <c:pt idx="1628">
                  <c:v>5988.7814991667428</c:v>
                </c:pt>
                <c:pt idx="1629">
                  <c:v>5990.8023269183923</c:v>
                </c:pt>
                <c:pt idx="1630">
                  <c:v>5990.9913870873816</c:v>
                </c:pt>
                <c:pt idx="1631">
                  <c:v>5990.9598369966589</c:v>
                </c:pt>
                <c:pt idx="1632">
                  <c:v>5991.4518827587544</c:v>
                </c:pt>
                <c:pt idx="1633">
                  <c:v>5991.6283037085368</c:v>
                </c:pt>
                <c:pt idx="1634">
                  <c:v>5992.676977877094</c:v>
                </c:pt>
                <c:pt idx="1635">
                  <c:v>5993.3441951347404</c:v>
                </c:pt>
                <c:pt idx="1636">
                  <c:v>5996.7339341248471</c:v>
                </c:pt>
                <c:pt idx="1637">
                  <c:v>5996.5006409869511</c:v>
                </c:pt>
                <c:pt idx="1638">
                  <c:v>5996.5902862511321</c:v>
                </c:pt>
                <c:pt idx="1639">
                  <c:v>5996.5532691272374</c:v>
                </c:pt>
                <c:pt idx="1640">
                  <c:v>5996.8055416800935</c:v>
                </c:pt>
                <c:pt idx="1641">
                  <c:v>5996.7582525695316</c:v>
                </c:pt>
                <c:pt idx="1642">
                  <c:v>5996.9312709989863</c:v>
                </c:pt>
                <c:pt idx="1643">
                  <c:v>5996.9224766567759</c:v>
                </c:pt>
                <c:pt idx="1644">
                  <c:v>5999.9477531541197</c:v>
                </c:pt>
                <c:pt idx="1645">
                  <c:v>5999.7951896618533</c:v>
                </c:pt>
                <c:pt idx="1646">
                  <c:v>5999.8471006239943</c:v>
                </c:pt>
                <c:pt idx="1647">
                  <c:v>6000.6821909261098</c:v>
                </c:pt>
                <c:pt idx="1648">
                  <c:v>6000.80239109787</c:v>
                </c:pt>
                <c:pt idx="1649">
                  <c:v>6001.165026494582</c:v>
                </c:pt>
                <c:pt idx="1650">
                  <c:v>6001.1469819927561</c:v>
                </c:pt>
                <c:pt idx="1651">
                  <c:v>6002.0392239606263</c:v>
                </c:pt>
                <c:pt idx="1652">
                  <c:v>6005.0174176654036</c:v>
                </c:pt>
                <c:pt idx="1653">
                  <c:v>6004.878495522963</c:v>
                </c:pt>
                <c:pt idx="1654">
                  <c:v>6005.0755800099723</c:v>
                </c:pt>
                <c:pt idx="1655">
                  <c:v>6006.2632860993444</c:v>
                </c:pt>
                <c:pt idx="1656">
                  <c:v>6006.2145685091937</c:v>
                </c:pt>
                <c:pt idx="1657">
                  <c:v>6006.8387763404362</c:v>
                </c:pt>
                <c:pt idx="1658">
                  <c:v>6007.4231246420977</c:v>
                </c:pt>
                <c:pt idx="1659">
                  <c:v>6008.4474589048659</c:v>
                </c:pt>
                <c:pt idx="1660">
                  <c:v>6009.0988145983993</c:v>
                </c:pt>
                <c:pt idx="1661">
                  <c:v>6009.0211645823738</c:v>
                </c:pt>
                <c:pt idx="1662">
                  <c:v>6009.4213674660123</c:v>
                </c:pt>
                <c:pt idx="1663">
                  <c:v>6009.3818258559295</c:v>
                </c:pt>
                <c:pt idx="1664">
                  <c:v>6009.3691896728769</c:v>
                </c:pt>
                <c:pt idx="1665">
                  <c:v>6009.9978789416718</c:v>
                </c:pt>
                <c:pt idx="1666">
                  <c:v>6009.9218854662095</c:v>
                </c:pt>
                <c:pt idx="1667">
                  <c:v>6012.7849040544361</c:v>
                </c:pt>
                <c:pt idx="1668">
                  <c:v>6012.5264743652097</c:v>
                </c:pt>
                <c:pt idx="1669">
                  <c:v>6013.5257576259537</c:v>
                </c:pt>
                <c:pt idx="1670">
                  <c:v>6014.0137212110048</c:v>
                </c:pt>
                <c:pt idx="1671">
                  <c:v>6014.8406103235093</c:v>
                </c:pt>
                <c:pt idx="1672">
                  <c:v>6015.1496473298057</c:v>
                </c:pt>
                <c:pt idx="1673">
                  <c:v>6015.3673293683314</c:v>
                </c:pt>
                <c:pt idx="1674">
                  <c:v>6016.0851313127523</c:v>
                </c:pt>
                <c:pt idx="1675">
                  <c:v>6018.5359759457633</c:v>
                </c:pt>
                <c:pt idx="1676">
                  <c:v>6020.7624325208353</c:v>
                </c:pt>
                <c:pt idx="1677">
                  <c:v>6021.7902808901099</c:v>
                </c:pt>
                <c:pt idx="1678">
                  <c:v>6022.2181563569657</c:v>
                </c:pt>
                <c:pt idx="1679">
                  <c:v>6022.3530088086409</c:v>
                </c:pt>
                <c:pt idx="1680">
                  <c:v>6022.3367349695745</c:v>
                </c:pt>
                <c:pt idx="1681">
                  <c:v>6022.5876930643126</c:v>
                </c:pt>
                <c:pt idx="1682">
                  <c:v>6022.566136253482</c:v>
                </c:pt>
                <c:pt idx="1683">
                  <c:v>6023.2501009903372</c:v>
                </c:pt>
                <c:pt idx="1684">
                  <c:v>6031.842448265219</c:v>
                </c:pt>
                <c:pt idx="1685">
                  <c:v>6056.0383297244243</c:v>
                </c:pt>
                <c:pt idx="1686">
                  <c:v>6055.9396991141766</c:v>
                </c:pt>
                <c:pt idx="1687">
                  <c:v>6057.1193740117178</c:v>
                </c:pt>
                <c:pt idx="1688">
                  <c:v>6056.9182184730926</c:v>
                </c:pt>
                <c:pt idx="1689">
                  <c:v>6057.245842699208</c:v>
                </c:pt>
                <c:pt idx="1690">
                  <c:v>6057.1815756565429</c:v>
                </c:pt>
                <c:pt idx="1691">
                  <c:v>6057.1663149183287</c:v>
                </c:pt>
                <c:pt idx="1692">
                  <c:v>6057.1577615051156</c:v>
                </c:pt>
                <c:pt idx="1693">
                  <c:v>6057.1572607146309</c:v>
                </c:pt>
                <c:pt idx="1694">
                  <c:v>6057.8261623705839</c:v>
                </c:pt>
                <c:pt idx="1695">
                  <c:v>6057.7865622402096</c:v>
                </c:pt>
                <c:pt idx="1696">
                  <c:v>6058.2198935714559</c:v>
                </c:pt>
                <c:pt idx="1697">
                  <c:v>6062.1744212732565</c:v>
                </c:pt>
                <c:pt idx="1698">
                  <c:v>6064.0739977882358</c:v>
                </c:pt>
                <c:pt idx="1699">
                  <c:v>6064.1270044742014</c:v>
                </c:pt>
                <c:pt idx="1700">
                  <c:v>6066.8756154196599</c:v>
                </c:pt>
                <c:pt idx="1701">
                  <c:v>6067.2471827279978</c:v>
                </c:pt>
                <c:pt idx="1702">
                  <c:v>6070.5505081135443</c:v>
                </c:pt>
                <c:pt idx="1703">
                  <c:v>6070.8189424841576</c:v>
                </c:pt>
                <c:pt idx="1704">
                  <c:v>6070.8979658720491</c:v>
                </c:pt>
                <c:pt idx="1705">
                  <c:v>6070.9558640729247</c:v>
                </c:pt>
                <c:pt idx="1706">
                  <c:v>6070.9500265558572</c:v>
                </c:pt>
                <c:pt idx="1707">
                  <c:v>6071.321067626558</c:v>
                </c:pt>
                <c:pt idx="1708">
                  <c:v>6083.8225002935042</c:v>
                </c:pt>
                <c:pt idx="1709">
                  <c:v>6092.3948651896308</c:v>
                </c:pt>
                <c:pt idx="1710">
                  <c:v>6104.4248790019737</c:v>
                </c:pt>
                <c:pt idx="1711">
                  <c:v>6103.7976607996525</c:v>
                </c:pt>
                <c:pt idx="1712">
                  <c:v>6105.0297920824423</c:v>
                </c:pt>
                <c:pt idx="1713">
                  <c:v>6105.5588665242203</c:v>
                </c:pt>
                <c:pt idx="1714">
                  <c:v>6105.4912751528846</c:v>
                </c:pt>
                <c:pt idx="1715">
                  <c:v>6106.1215692645092</c:v>
                </c:pt>
                <c:pt idx="1716">
                  <c:v>6109.0231584031171</c:v>
                </c:pt>
                <c:pt idx="1717">
                  <c:v>6111.8427251880803</c:v>
                </c:pt>
                <c:pt idx="1718">
                  <c:v>6113.1680387602173</c:v>
                </c:pt>
                <c:pt idx="1719">
                  <c:v>6115.301319493914</c:v>
                </c:pt>
                <c:pt idx="1720">
                  <c:v>6115.441171460724</c:v>
                </c:pt>
                <c:pt idx="1721">
                  <c:v>6116.3603636622138</c:v>
                </c:pt>
                <c:pt idx="1722">
                  <c:v>6116.7955411256544</c:v>
                </c:pt>
                <c:pt idx="1723">
                  <c:v>6116.8855994128253</c:v>
                </c:pt>
                <c:pt idx="1724">
                  <c:v>6118.3124296187625</c:v>
                </c:pt>
                <c:pt idx="1725">
                  <c:v>6118.6504487896336</c:v>
                </c:pt>
                <c:pt idx="1726">
                  <c:v>6118.7376481255214</c:v>
                </c:pt>
                <c:pt idx="1727">
                  <c:v>6118.8367946565031</c:v>
                </c:pt>
                <c:pt idx="1728">
                  <c:v>6119.0228294423032</c:v>
                </c:pt>
                <c:pt idx="1729">
                  <c:v>6119.1101723105694</c:v>
                </c:pt>
                <c:pt idx="1730">
                  <c:v>6119.4031353384789</c:v>
                </c:pt>
                <c:pt idx="1731">
                  <c:v>6119.357242526502</c:v>
                </c:pt>
                <c:pt idx="1732">
                  <c:v>6119.3430066851188</c:v>
                </c:pt>
                <c:pt idx="1733">
                  <c:v>6119.770351491552</c:v>
                </c:pt>
                <c:pt idx="1734">
                  <c:v>6120.4005261587045</c:v>
                </c:pt>
                <c:pt idx="1735">
                  <c:v>6124.2771057201226</c:v>
                </c:pt>
                <c:pt idx="1736">
                  <c:v>6123.9688463581824</c:v>
                </c:pt>
                <c:pt idx="1737">
                  <c:v>6123.9071197107496</c:v>
                </c:pt>
                <c:pt idx="1738">
                  <c:v>6123.8891867844986</c:v>
                </c:pt>
                <c:pt idx="1739">
                  <c:v>6125.3811961589054</c:v>
                </c:pt>
                <c:pt idx="1740">
                  <c:v>6125.8316786736377</c:v>
                </c:pt>
                <c:pt idx="1741">
                  <c:v>6125.9743509342252</c:v>
                </c:pt>
                <c:pt idx="1742">
                  <c:v>6126.2012941415333</c:v>
                </c:pt>
                <c:pt idx="1743">
                  <c:v>6126.1908842235807</c:v>
                </c:pt>
                <c:pt idx="1744">
                  <c:v>6126.8802955794199</c:v>
                </c:pt>
                <c:pt idx="1745">
                  <c:v>6126.8341119762881</c:v>
                </c:pt>
                <c:pt idx="1746">
                  <c:v>6126.9113009255907</c:v>
                </c:pt>
                <c:pt idx="1747">
                  <c:v>6126.8751425021792</c:v>
                </c:pt>
                <c:pt idx="1748">
                  <c:v>6127.0391955973164</c:v>
                </c:pt>
                <c:pt idx="1749">
                  <c:v>6127.2700402111705</c:v>
                </c:pt>
                <c:pt idx="1750">
                  <c:v>6127.2863789192506</c:v>
                </c:pt>
                <c:pt idx="1751">
                  <c:v>6127.2625023563378</c:v>
                </c:pt>
                <c:pt idx="1752">
                  <c:v>6127.3002492978603</c:v>
                </c:pt>
                <c:pt idx="1753">
                  <c:v>6127.2787607474411</c:v>
                </c:pt>
                <c:pt idx="1754">
                  <c:v>6127.3653544278732</c:v>
                </c:pt>
                <c:pt idx="1755">
                  <c:v>6127.4199299622123</c:v>
                </c:pt>
                <c:pt idx="1756">
                  <c:v>6127.4116444874489</c:v>
                </c:pt>
                <c:pt idx="1757">
                  <c:v>6127.4099679037745</c:v>
                </c:pt>
                <c:pt idx="1758">
                  <c:v>6127.5045630958848</c:v>
                </c:pt>
                <c:pt idx="1759">
                  <c:v>6128.1580469893252</c:v>
                </c:pt>
                <c:pt idx="1760">
                  <c:v>6129.2209106472992</c:v>
                </c:pt>
                <c:pt idx="1761">
                  <c:v>6129.2249446410424</c:v>
                </c:pt>
                <c:pt idx="1762">
                  <c:v>6129.8235302069879</c:v>
                </c:pt>
                <c:pt idx="1763">
                  <c:v>6130.3352502623393</c:v>
                </c:pt>
                <c:pt idx="1764">
                  <c:v>6130.2705954622752</c:v>
                </c:pt>
                <c:pt idx="1765">
                  <c:v>6130.7355631439132</c:v>
                </c:pt>
                <c:pt idx="1766">
                  <c:v>6130.6767463890646</c:v>
                </c:pt>
                <c:pt idx="1767">
                  <c:v>6131.7968988271796</c:v>
                </c:pt>
                <c:pt idx="1768">
                  <c:v>6132.4044637154329</c:v>
                </c:pt>
                <c:pt idx="1769">
                  <c:v>6132.3647463159414</c:v>
                </c:pt>
                <c:pt idx="1770">
                  <c:v>6132.9468712091057</c:v>
                </c:pt>
                <c:pt idx="1771">
                  <c:v>6132.9208508933825</c:v>
                </c:pt>
                <c:pt idx="1772">
                  <c:v>6134.0042695608208</c:v>
                </c:pt>
                <c:pt idx="1773">
                  <c:v>6134.2625163536914</c:v>
                </c:pt>
                <c:pt idx="1774">
                  <c:v>6134.3647843615581</c:v>
                </c:pt>
                <c:pt idx="1775">
                  <c:v>6134.3517450381296</c:v>
                </c:pt>
                <c:pt idx="1776">
                  <c:v>6134.3682809223519</c:v>
                </c:pt>
                <c:pt idx="1777">
                  <c:v>6134.3973165910875</c:v>
                </c:pt>
                <c:pt idx="1778">
                  <c:v>6135.5967122795082</c:v>
                </c:pt>
                <c:pt idx="1779">
                  <c:v>6135.5401276693983</c:v>
                </c:pt>
                <c:pt idx="1780">
                  <c:v>6144.2168680513714</c:v>
                </c:pt>
                <c:pt idx="1781">
                  <c:v>6150.2431315565946</c:v>
                </c:pt>
                <c:pt idx="1782">
                  <c:v>6150.0489790860584</c:v>
                </c:pt>
                <c:pt idx="1783">
                  <c:v>6150.0136332799957</c:v>
                </c:pt>
                <c:pt idx="1784">
                  <c:v>6150.0033017527794</c:v>
                </c:pt>
                <c:pt idx="1785">
                  <c:v>6150.4772606992765</c:v>
                </c:pt>
                <c:pt idx="1786">
                  <c:v>6150.4268314789588</c:v>
                </c:pt>
                <c:pt idx="1787">
                  <c:v>6153.1100742324024</c:v>
                </c:pt>
                <c:pt idx="1788">
                  <c:v>6154.9911074988104</c:v>
                </c:pt>
                <c:pt idx="1789">
                  <c:v>6154.9180261525435</c:v>
                </c:pt>
                <c:pt idx="1790">
                  <c:v>6154.849362053681</c:v>
                </c:pt>
                <c:pt idx="1791">
                  <c:v>6155.8384030405996</c:v>
                </c:pt>
                <c:pt idx="1792">
                  <c:v>6155.9969506280595</c:v>
                </c:pt>
                <c:pt idx="1793">
                  <c:v>6167.8980066379154</c:v>
                </c:pt>
                <c:pt idx="1794">
                  <c:v>6169.97495364722</c:v>
                </c:pt>
                <c:pt idx="1795">
                  <c:v>6169.7684674470129</c:v>
                </c:pt>
                <c:pt idx="1796">
                  <c:v>6171.8488901574328</c:v>
                </c:pt>
                <c:pt idx="1797">
                  <c:v>6174.2160067623226</c:v>
                </c:pt>
                <c:pt idx="1798">
                  <c:v>6174.1213741842421</c:v>
                </c:pt>
                <c:pt idx="1799">
                  <c:v>6174.1945025113573</c:v>
                </c:pt>
                <c:pt idx="1800">
                  <c:v>6174.9702064136391</c:v>
                </c:pt>
                <c:pt idx="1801">
                  <c:v>6175.1755826665612</c:v>
                </c:pt>
                <c:pt idx="1802">
                  <c:v>6175.1551908883566</c:v>
                </c:pt>
                <c:pt idx="1803">
                  <c:v>6175.284905149083</c:v>
                </c:pt>
                <c:pt idx="1804">
                  <c:v>6175.4341080084696</c:v>
                </c:pt>
                <c:pt idx="1805">
                  <c:v>6180.57947211381</c:v>
                </c:pt>
                <c:pt idx="1806">
                  <c:v>6180.6466343703569</c:v>
                </c:pt>
                <c:pt idx="1807">
                  <c:v>6180.8209222176474</c:v>
                </c:pt>
                <c:pt idx="1808">
                  <c:v>6180.7528751915152</c:v>
                </c:pt>
                <c:pt idx="1809">
                  <c:v>6180.8397177411271</c:v>
                </c:pt>
                <c:pt idx="1810">
                  <c:v>6181.2398952686526</c:v>
                </c:pt>
                <c:pt idx="1811">
                  <c:v>6181.2083195979121</c:v>
                </c:pt>
                <c:pt idx="1812">
                  <c:v>6181.1916242757907</c:v>
                </c:pt>
                <c:pt idx="1813">
                  <c:v>6182.4640449750395</c:v>
                </c:pt>
                <c:pt idx="1814">
                  <c:v>6182.3755711940994</c:v>
                </c:pt>
                <c:pt idx="1815">
                  <c:v>6185.2908875701423</c:v>
                </c:pt>
                <c:pt idx="1816">
                  <c:v>6185.0327964447297</c:v>
                </c:pt>
                <c:pt idx="1817">
                  <c:v>6187.9767057418139</c:v>
                </c:pt>
                <c:pt idx="1818">
                  <c:v>6189.9417608851109</c:v>
                </c:pt>
                <c:pt idx="1819">
                  <c:v>6196.4354275997166</c:v>
                </c:pt>
                <c:pt idx="1820">
                  <c:v>6196.4077474238138</c:v>
                </c:pt>
                <c:pt idx="1821">
                  <c:v>6198.3725514850739</c:v>
                </c:pt>
                <c:pt idx="1822">
                  <c:v>6198.2470167560214</c:v>
                </c:pt>
                <c:pt idx="1823">
                  <c:v>6198.4498337571704</c:v>
                </c:pt>
                <c:pt idx="1824">
                  <c:v>6198.9835221820149</c:v>
                </c:pt>
                <c:pt idx="1825">
                  <c:v>6199.3676385171384</c:v>
                </c:pt>
                <c:pt idx="1826">
                  <c:v>6200.219087927192</c:v>
                </c:pt>
                <c:pt idx="1827">
                  <c:v>6201.0424729481419</c:v>
                </c:pt>
                <c:pt idx="1828">
                  <c:v>6216.9514303844489</c:v>
                </c:pt>
                <c:pt idx="1829">
                  <c:v>6233.7017950783429</c:v>
                </c:pt>
                <c:pt idx="1830">
                  <c:v>6233.0993549264676</c:v>
                </c:pt>
                <c:pt idx="1831">
                  <c:v>6234.2720226855754</c:v>
                </c:pt>
                <c:pt idx="1832">
                  <c:v>6245.2041115724687</c:v>
                </c:pt>
                <c:pt idx="1833">
                  <c:v>6255.8863621571372</c:v>
                </c:pt>
                <c:pt idx="1834">
                  <c:v>6255.4250061114726</c:v>
                </c:pt>
                <c:pt idx="1835">
                  <c:v>6262.8702991564569</c:v>
                </c:pt>
                <c:pt idx="1836">
                  <c:v>6263.6982752389813</c:v>
                </c:pt>
                <c:pt idx="1837">
                  <c:v>6264.3916180673787</c:v>
                </c:pt>
                <c:pt idx="1838">
                  <c:v>6265.2413448472271</c:v>
                </c:pt>
                <c:pt idx="1839">
                  <c:v>6265.141643488806</c:v>
                </c:pt>
                <c:pt idx="1840">
                  <c:v>6265.7446228523413</c:v>
                </c:pt>
                <c:pt idx="1841">
                  <c:v>6271.2486091932833</c:v>
                </c:pt>
                <c:pt idx="1842">
                  <c:v>6274.390673312224</c:v>
                </c:pt>
                <c:pt idx="1843">
                  <c:v>6279.4930963696752</c:v>
                </c:pt>
                <c:pt idx="1844">
                  <c:v>6279.2832487452115</c:v>
                </c:pt>
                <c:pt idx="1845">
                  <c:v>6281.3703069552575</c:v>
                </c:pt>
                <c:pt idx="1846">
                  <c:v>6281.4095312236141</c:v>
                </c:pt>
                <c:pt idx="1847">
                  <c:v>6281.6478325661337</c:v>
                </c:pt>
                <c:pt idx="1848">
                  <c:v>6281.8708733589456</c:v>
                </c:pt>
                <c:pt idx="1849">
                  <c:v>6282.092316675552</c:v>
                </c:pt>
                <c:pt idx="1850">
                  <c:v>6282.5611305128741</c:v>
                </c:pt>
                <c:pt idx="1851">
                  <c:v>6282.9013254194961</c:v>
                </c:pt>
                <c:pt idx="1852">
                  <c:v>6289.7431787013584</c:v>
                </c:pt>
                <c:pt idx="1853">
                  <c:v>6297.7441985026198</c:v>
                </c:pt>
                <c:pt idx="1854">
                  <c:v>6297.3887675927563</c:v>
                </c:pt>
                <c:pt idx="1855">
                  <c:v>6297.3136793142194</c:v>
                </c:pt>
                <c:pt idx="1856">
                  <c:v>6299.6428273669708</c:v>
                </c:pt>
                <c:pt idx="1857">
                  <c:v>6299.4213818489052</c:v>
                </c:pt>
                <c:pt idx="1858">
                  <c:v>6300.3258964016522</c:v>
                </c:pt>
                <c:pt idx="1859">
                  <c:v>6300.2094476277898</c:v>
                </c:pt>
                <c:pt idx="1860">
                  <c:v>6301.1666603904023</c:v>
                </c:pt>
                <c:pt idx="1861">
                  <c:v>6302.0266248667094</c:v>
                </c:pt>
                <c:pt idx="1862">
                  <c:v>6302.2233448349107</c:v>
                </c:pt>
                <c:pt idx="1863">
                  <c:v>6302.1767343101174</c:v>
                </c:pt>
                <c:pt idx="1864">
                  <c:v>6302.6887821325408</c:v>
                </c:pt>
                <c:pt idx="1865">
                  <c:v>6304.5806346750333</c:v>
                </c:pt>
                <c:pt idx="1866">
                  <c:v>6305.2247827429992</c:v>
                </c:pt>
                <c:pt idx="1867">
                  <c:v>6312.729357776685</c:v>
                </c:pt>
                <c:pt idx="1868">
                  <c:v>6312.5087508911583</c:v>
                </c:pt>
                <c:pt idx="1869">
                  <c:v>6312.4983681003469</c:v>
                </c:pt>
                <c:pt idx="1870">
                  <c:v>6312.6191146684123</c:v>
                </c:pt>
                <c:pt idx="1871">
                  <c:v>6312.6105944805668</c:v>
                </c:pt>
                <c:pt idx="1872">
                  <c:v>6313.1443083966215</c:v>
                </c:pt>
                <c:pt idx="1873">
                  <c:v>6313.2256243360143</c:v>
                </c:pt>
                <c:pt idx="1874">
                  <c:v>6313.3905594616745</c:v>
                </c:pt>
                <c:pt idx="1875">
                  <c:v>6313.7737808978909</c:v>
                </c:pt>
                <c:pt idx="1876">
                  <c:v>6313.7421392254009</c:v>
                </c:pt>
                <c:pt idx="1877">
                  <c:v>6313.734748491931</c:v>
                </c:pt>
                <c:pt idx="1878">
                  <c:v>6313.7329778317899</c:v>
                </c:pt>
                <c:pt idx="1879">
                  <c:v>6313.7284519053155</c:v>
                </c:pt>
                <c:pt idx="1880">
                  <c:v>6314.0461145245572</c:v>
                </c:pt>
                <c:pt idx="1881">
                  <c:v>6315.5886321730941</c:v>
                </c:pt>
                <c:pt idx="1882">
                  <c:v>6316.4422122323331</c:v>
                </c:pt>
                <c:pt idx="1883">
                  <c:v>6318.8886526137367</c:v>
                </c:pt>
                <c:pt idx="1884">
                  <c:v>6318.6440722870257</c:v>
                </c:pt>
                <c:pt idx="1885">
                  <c:v>6319.0009659179159</c:v>
                </c:pt>
                <c:pt idx="1886">
                  <c:v>6320.6645286813209</c:v>
                </c:pt>
                <c:pt idx="1887">
                  <c:v>6323.1353630434769</c:v>
                </c:pt>
                <c:pt idx="1888">
                  <c:v>6323.2589750999523</c:v>
                </c:pt>
                <c:pt idx="1889">
                  <c:v>6323.262777882238</c:v>
                </c:pt>
                <c:pt idx="1890">
                  <c:v>6323.4785166057245</c:v>
                </c:pt>
                <c:pt idx="1891">
                  <c:v>6323.890952635239</c:v>
                </c:pt>
                <c:pt idx="1892">
                  <c:v>6324.7100275792272</c:v>
                </c:pt>
                <c:pt idx="1893">
                  <c:v>6324.6723031346</c:v>
                </c:pt>
                <c:pt idx="1894">
                  <c:v>6326.9430369213915</c:v>
                </c:pt>
                <c:pt idx="1895">
                  <c:v>6327.3624590539011</c:v>
                </c:pt>
                <c:pt idx="1896">
                  <c:v>6327.5917286218273</c:v>
                </c:pt>
                <c:pt idx="1897">
                  <c:v>6327.613797599297</c:v>
                </c:pt>
                <c:pt idx="1898">
                  <c:v>6329.1755112009332</c:v>
                </c:pt>
                <c:pt idx="1899">
                  <c:v>6329.8506114807051</c:v>
                </c:pt>
                <c:pt idx="1900">
                  <c:v>6332.2353787058846</c:v>
                </c:pt>
                <c:pt idx="1901">
                  <c:v>6341.6866904383542</c:v>
                </c:pt>
                <c:pt idx="1902">
                  <c:v>6341.4927928362449</c:v>
                </c:pt>
                <c:pt idx="1903">
                  <c:v>6349.7563797447929</c:v>
                </c:pt>
                <c:pt idx="1904">
                  <c:v>6349.0384688907061</c:v>
                </c:pt>
                <c:pt idx="1905">
                  <c:v>6359.0238420464821</c:v>
                </c:pt>
                <c:pt idx="1906">
                  <c:v>6358.2200496844525</c:v>
                </c:pt>
                <c:pt idx="1907">
                  <c:v>6359.1818539786073</c:v>
                </c:pt>
                <c:pt idx="1908">
                  <c:v>6359.0586485524855</c:v>
                </c:pt>
                <c:pt idx="1909">
                  <c:v>6359.5655043601355</c:v>
                </c:pt>
                <c:pt idx="1910">
                  <c:v>6360.7253014434536</c:v>
                </c:pt>
                <c:pt idx="1911">
                  <c:v>6361.2714027084303</c:v>
                </c:pt>
                <c:pt idx="1912">
                  <c:v>6361.7131975217744</c:v>
                </c:pt>
                <c:pt idx="1913">
                  <c:v>6361.65710964346</c:v>
                </c:pt>
                <c:pt idx="1914">
                  <c:v>6363.4600706071187</c:v>
                </c:pt>
                <c:pt idx="1915">
                  <c:v>6364.2462708667908</c:v>
                </c:pt>
                <c:pt idx="1916">
                  <c:v>6365.3938538069724</c:v>
                </c:pt>
                <c:pt idx="1917">
                  <c:v>6368.1943790555033</c:v>
                </c:pt>
                <c:pt idx="1918">
                  <c:v>6368.1005235054399</c:v>
                </c:pt>
                <c:pt idx="1919">
                  <c:v>6368.080308148631</c:v>
                </c:pt>
                <c:pt idx="1920">
                  <c:v>6368.4209823883293</c:v>
                </c:pt>
                <c:pt idx="1921">
                  <c:v>6368.5928545659553</c:v>
                </c:pt>
                <c:pt idx="1922">
                  <c:v>6368.7723123892001</c:v>
                </c:pt>
                <c:pt idx="1923">
                  <c:v>6369.1083013158459</c:v>
                </c:pt>
                <c:pt idx="1924">
                  <c:v>6369.0659734315032</c:v>
                </c:pt>
                <c:pt idx="1925">
                  <c:v>6369.1931970435871</c:v>
                </c:pt>
                <c:pt idx="1926">
                  <c:v>6369.9139880691537</c:v>
                </c:pt>
                <c:pt idx="1927">
                  <c:v>6369.8671995910436</c:v>
                </c:pt>
                <c:pt idx="1928">
                  <c:v>6370.3527853740652</c:v>
                </c:pt>
                <c:pt idx="1929">
                  <c:v>6371.9184343062589</c:v>
                </c:pt>
                <c:pt idx="1930">
                  <c:v>6371.8741660566493</c:v>
                </c:pt>
                <c:pt idx="1931">
                  <c:v>6372.3986328381088</c:v>
                </c:pt>
                <c:pt idx="1932">
                  <c:v>6373.5675596943684</c:v>
                </c:pt>
                <c:pt idx="1933">
                  <c:v>6373.4129602721796</c:v>
                </c:pt>
                <c:pt idx="1934">
                  <c:v>6374.7843466527829</c:v>
                </c:pt>
                <c:pt idx="1935">
                  <c:v>6376.6566977837374</c:v>
                </c:pt>
                <c:pt idx="1936">
                  <c:v>6376.8804850111292</c:v>
                </c:pt>
                <c:pt idx="1937">
                  <c:v>6384.6390170449877</c:v>
                </c:pt>
                <c:pt idx="1938">
                  <c:v>6386.394700302526</c:v>
                </c:pt>
                <c:pt idx="1939">
                  <c:v>6386.2753563391334</c:v>
                </c:pt>
                <c:pt idx="1940">
                  <c:v>6389.6109024676443</c:v>
                </c:pt>
                <c:pt idx="1941">
                  <c:v>6389.6758484871198</c:v>
                </c:pt>
                <c:pt idx="1942">
                  <c:v>6390.008319919325</c:v>
                </c:pt>
                <c:pt idx="1943">
                  <c:v>6390.1316832848934</c:v>
                </c:pt>
                <c:pt idx="1944">
                  <c:v>6390.7863469468266</c:v>
                </c:pt>
                <c:pt idx="1945">
                  <c:v>6391.1341857841835</c:v>
                </c:pt>
                <c:pt idx="1946">
                  <c:v>6392.1512389950612</c:v>
                </c:pt>
                <c:pt idx="1947">
                  <c:v>6392.2869566752779</c:v>
                </c:pt>
                <c:pt idx="1948">
                  <c:v>6392.6354318285075</c:v>
                </c:pt>
                <c:pt idx="1949">
                  <c:v>6394.8725763586399</c:v>
                </c:pt>
                <c:pt idx="1950">
                  <c:v>6394.8027061869998</c:v>
                </c:pt>
                <c:pt idx="1951">
                  <c:v>6394.7906332654547</c:v>
                </c:pt>
                <c:pt idx="1952">
                  <c:v>6395.0759323107886</c:v>
                </c:pt>
                <c:pt idx="1953">
                  <c:v>6395.2343364221342</c:v>
                </c:pt>
                <c:pt idx="1954">
                  <c:v>6395.8194285981399</c:v>
                </c:pt>
                <c:pt idx="1955">
                  <c:v>6395.6761603436444</c:v>
                </c:pt>
                <c:pt idx="1956">
                  <c:v>6395.6537513513376</c:v>
                </c:pt>
                <c:pt idx="1957">
                  <c:v>6396.1282185720784</c:v>
                </c:pt>
                <c:pt idx="1958">
                  <c:v>6397.7441129445078</c:v>
                </c:pt>
                <c:pt idx="1959">
                  <c:v>6399.0738500553962</c:v>
                </c:pt>
                <c:pt idx="1960">
                  <c:v>6399.6306343789201</c:v>
                </c:pt>
                <c:pt idx="1961">
                  <c:v>6406.0182789222717</c:v>
                </c:pt>
                <c:pt idx="1962">
                  <c:v>6409.432676035718</c:v>
                </c:pt>
                <c:pt idx="1963">
                  <c:v>6411.4384786980418</c:v>
                </c:pt>
                <c:pt idx="1964">
                  <c:v>6413.3470557019436</c:v>
                </c:pt>
                <c:pt idx="1965">
                  <c:v>6413.2447753379474</c:v>
                </c:pt>
                <c:pt idx="1966">
                  <c:v>6413.2495362529371</c:v>
                </c:pt>
                <c:pt idx="1967">
                  <c:v>6413.3346661354099</c:v>
                </c:pt>
                <c:pt idx="1968">
                  <c:v>6413.3748025308023</c:v>
                </c:pt>
                <c:pt idx="1969">
                  <c:v>6413.3397636496511</c:v>
                </c:pt>
                <c:pt idx="1970">
                  <c:v>6413.3363960361885</c:v>
                </c:pt>
                <c:pt idx="1971">
                  <c:v>6414.1642769984219</c:v>
                </c:pt>
                <c:pt idx="1972">
                  <c:v>6414.1047849350143</c:v>
                </c:pt>
                <c:pt idx="1973">
                  <c:v>6414.0898115393256</c:v>
                </c:pt>
                <c:pt idx="1974">
                  <c:v>6414.0863784110043</c:v>
                </c:pt>
                <c:pt idx="1975">
                  <c:v>6414.0827373802258</c:v>
                </c:pt>
                <c:pt idx="1976">
                  <c:v>6414.9882174698341</c:v>
                </c:pt>
                <c:pt idx="1977">
                  <c:v>6414.8643704374645</c:v>
                </c:pt>
                <c:pt idx="1978">
                  <c:v>6414.8327942045344</c:v>
                </c:pt>
                <c:pt idx="1979">
                  <c:v>6416.0116550019548</c:v>
                </c:pt>
                <c:pt idx="1980">
                  <c:v>6416.8739770742732</c:v>
                </c:pt>
                <c:pt idx="1981">
                  <c:v>6416.7590776646448</c:v>
                </c:pt>
                <c:pt idx="1982">
                  <c:v>6416.8923786352652</c:v>
                </c:pt>
                <c:pt idx="1983">
                  <c:v>6417.2566244865284</c:v>
                </c:pt>
                <c:pt idx="1984">
                  <c:v>6418.0067295572735</c:v>
                </c:pt>
                <c:pt idx="1985">
                  <c:v>6419.4269600584248</c:v>
                </c:pt>
                <c:pt idx="1986">
                  <c:v>6420.7312276257253</c:v>
                </c:pt>
                <c:pt idx="1987">
                  <c:v>6420.619836247407</c:v>
                </c:pt>
                <c:pt idx="1988">
                  <c:v>6421.4951609298632</c:v>
                </c:pt>
                <c:pt idx="1989">
                  <c:v>6422.2514342223512</c:v>
                </c:pt>
                <c:pt idx="1990">
                  <c:v>6422.2815112852149</c:v>
                </c:pt>
                <c:pt idx="1991">
                  <c:v>6422.3233351432027</c:v>
                </c:pt>
                <c:pt idx="1992">
                  <c:v>6422.5004539677357</c:v>
                </c:pt>
                <c:pt idx="1993">
                  <c:v>6422.3440895188724</c:v>
                </c:pt>
                <c:pt idx="1994">
                  <c:v>6422.42146369067</c:v>
                </c:pt>
                <c:pt idx="1995">
                  <c:v>6428.4500369474817</c:v>
                </c:pt>
                <c:pt idx="1996">
                  <c:v>6432.2734410126377</c:v>
                </c:pt>
                <c:pt idx="1997">
                  <c:v>6432.7390204256635</c:v>
                </c:pt>
                <c:pt idx="1998">
                  <c:v>6432.6073892323229</c:v>
                </c:pt>
                <c:pt idx="1999">
                  <c:v>6433.0757213508141</c:v>
                </c:pt>
                <c:pt idx="2000">
                  <c:v>6434.7071893631291</c:v>
                </c:pt>
                <c:pt idx="2001">
                  <c:v>6436.129871756023</c:v>
                </c:pt>
                <c:pt idx="2002">
                  <c:v>6440.6783797257622</c:v>
                </c:pt>
                <c:pt idx="2003">
                  <c:v>6444.2555423167696</c:v>
                </c:pt>
                <c:pt idx="2004">
                  <c:v>6444.9782748618691</c:v>
                </c:pt>
                <c:pt idx="2005">
                  <c:v>6446.3216512316767</c:v>
                </c:pt>
                <c:pt idx="2006">
                  <c:v>6459.2646062312069</c:v>
                </c:pt>
                <c:pt idx="2007">
                  <c:v>6463.5347403898932</c:v>
                </c:pt>
                <c:pt idx="2008">
                  <c:v>6463.1383458883747</c:v>
                </c:pt>
                <c:pt idx="2009">
                  <c:v>6464.1485423323811</c:v>
                </c:pt>
                <c:pt idx="2010">
                  <c:v>6466.7403854391532</c:v>
                </c:pt>
                <c:pt idx="2011">
                  <c:v>6466.5703288361046</c:v>
                </c:pt>
                <c:pt idx="2012">
                  <c:v>6469.2296794478571</c:v>
                </c:pt>
                <c:pt idx="2013">
                  <c:v>6470.0750857018511</c:v>
                </c:pt>
                <c:pt idx="2014">
                  <c:v>6470.0566727379501</c:v>
                </c:pt>
                <c:pt idx="2015">
                  <c:v>6470.0415642196585</c:v>
                </c:pt>
                <c:pt idx="2016">
                  <c:v>6470.1666212532573</c:v>
                </c:pt>
                <c:pt idx="2017">
                  <c:v>6470.2449238699801</c:v>
                </c:pt>
                <c:pt idx="2018">
                  <c:v>6470.231182618495</c:v>
                </c:pt>
                <c:pt idx="2019">
                  <c:v>6470.8305907894974</c:v>
                </c:pt>
                <c:pt idx="2020">
                  <c:v>6486.0658278474257</c:v>
                </c:pt>
                <c:pt idx="2021">
                  <c:v>6485.7387295794233</c:v>
                </c:pt>
                <c:pt idx="2022">
                  <c:v>6486.3354738774424</c:v>
                </c:pt>
                <c:pt idx="2023">
                  <c:v>6486.7731456247884</c:v>
                </c:pt>
                <c:pt idx="2024">
                  <c:v>6486.8929931115608</c:v>
                </c:pt>
                <c:pt idx="2025">
                  <c:v>6486.812943810367</c:v>
                </c:pt>
                <c:pt idx="2026">
                  <c:v>6488.9966937697864</c:v>
                </c:pt>
                <c:pt idx="2027">
                  <c:v>6491.1151548569405</c:v>
                </c:pt>
                <c:pt idx="2028">
                  <c:v>6490.8421395163905</c:v>
                </c:pt>
                <c:pt idx="2029">
                  <c:v>6510.0489299847031</c:v>
                </c:pt>
                <c:pt idx="2030">
                  <c:v>6513.6474191880452</c:v>
                </c:pt>
                <c:pt idx="2031">
                  <c:v>6515.5915185562471</c:v>
                </c:pt>
                <c:pt idx="2032">
                  <c:v>6516.4325555301693</c:v>
                </c:pt>
                <c:pt idx="2033">
                  <c:v>6516.6482789002785</c:v>
                </c:pt>
                <c:pt idx="2034">
                  <c:v>6517.5864670353167</c:v>
                </c:pt>
                <c:pt idx="2035">
                  <c:v>6517.5045814032965</c:v>
                </c:pt>
                <c:pt idx="2036">
                  <c:v>6517.6667132640423</c:v>
                </c:pt>
                <c:pt idx="2037">
                  <c:v>6517.9320962972097</c:v>
                </c:pt>
                <c:pt idx="2038">
                  <c:v>6518.5899450333263</c:v>
                </c:pt>
                <c:pt idx="2039">
                  <c:v>6518.5388120087409</c:v>
                </c:pt>
                <c:pt idx="2040">
                  <c:v>6518.5588902060736</c:v>
                </c:pt>
                <c:pt idx="2041">
                  <c:v>6518.5646818984433</c:v>
                </c:pt>
                <c:pt idx="2042">
                  <c:v>6518.561712955081</c:v>
                </c:pt>
                <c:pt idx="2043">
                  <c:v>6518.7473770518609</c:v>
                </c:pt>
                <c:pt idx="2044">
                  <c:v>6522.5260954530622</c:v>
                </c:pt>
                <c:pt idx="2045">
                  <c:v>6522.8133901829215</c:v>
                </c:pt>
                <c:pt idx="2046">
                  <c:v>6522.6927561069224</c:v>
                </c:pt>
                <c:pt idx="2047">
                  <c:v>6523.0017868828545</c:v>
                </c:pt>
                <c:pt idx="2048">
                  <c:v>6523.1379735219525</c:v>
                </c:pt>
                <c:pt idx="2049">
                  <c:v>6531.0207766754311</c:v>
                </c:pt>
                <c:pt idx="2050">
                  <c:v>6531.9706251129865</c:v>
                </c:pt>
                <c:pt idx="2051">
                  <c:v>6537.6602861238271</c:v>
                </c:pt>
                <c:pt idx="2052">
                  <c:v>6538.1926753179505</c:v>
                </c:pt>
                <c:pt idx="2053">
                  <c:v>6537.9908812186368</c:v>
                </c:pt>
                <c:pt idx="2054">
                  <c:v>6538.5994321493208</c:v>
                </c:pt>
                <c:pt idx="2055">
                  <c:v>6538.6042266158911</c:v>
                </c:pt>
                <c:pt idx="2056">
                  <c:v>6538.589723436744</c:v>
                </c:pt>
                <c:pt idx="2057">
                  <c:v>6539.126500737294</c:v>
                </c:pt>
                <c:pt idx="2058">
                  <c:v>6543.7336695492404</c:v>
                </c:pt>
                <c:pt idx="2059">
                  <c:v>6545.0060772227716</c:v>
                </c:pt>
                <c:pt idx="2060">
                  <c:v>6544.7076374680792</c:v>
                </c:pt>
                <c:pt idx="2061">
                  <c:v>6546.499673927292</c:v>
                </c:pt>
                <c:pt idx="2062">
                  <c:v>6547.5690837030188</c:v>
                </c:pt>
                <c:pt idx="2063">
                  <c:v>6550.5316720371429</c:v>
                </c:pt>
                <c:pt idx="2064">
                  <c:v>6554.4552517592028</c:v>
                </c:pt>
                <c:pt idx="2065">
                  <c:v>6555.4449875359242</c:v>
                </c:pt>
                <c:pt idx="2066">
                  <c:v>6556.9130649468898</c:v>
                </c:pt>
                <c:pt idx="2067">
                  <c:v>6586.9812412088231</c:v>
                </c:pt>
                <c:pt idx="2068">
                  <c:v>6592.3006281429161</c:v>
                </c:pt>
                <c:pt idx="2069">
                  <c:v>6596.9934902087971</c:v>
                </c:pt>
                <c:pt idx="2070">
                  <c:v>6596.6313307865767</c:v>
                </c:pt>
                <c:pt idx="2071">
                  <c:v>6605.9166387093146</c:v>
                </c:pt>
                <c:pt idx="2072">
                  <c:v>6605.5127016740898</c:v>
                </c:pt>
                <c:pt idx="2073">
                  <c:v>6611.3170833780123</c:v>
                </c:pt>
                <c:pt idx="2074">
                  <c:v>6610.7594756092149</c:v>
                </c:pt>
                <c:pt idx="2075">
                  <c:v>6613.2223558435171</c:v>
                </c:pt>
                <c:pt idx="2076">
                  <c:v>6612.9903195553197</c:v>
                </c:pt>
                <c:pt idx="2077">
                  <c:v>6612.8429522399929</c:v>
                </c:pt>
                <c:pt idx="2078">
                  <c:v>6613.942447883479</c:v>
                </c:pt>
                <c:pt idx="2079">
                  <c:v>6614.9245784573077</c:v>
                </c:pt>
                <c:pt idx="2080">
                  <c:v>6615.7888472131035</c:v>
                </c:pt>
                <c:pt idx="2081">
                  <c:v>6617.6484639323298</c:v>
                </c:pt>
                <c:pt idx="2082">
                  <c:v>6625.8294009820693</c:v>
                </c:pt>
                <c:pt idx="2083">
                  <c:v>6640.5962866959871</c:v>
                </c:pt>
                <c:pt idx="2084">
                  <c:v>6645.3702756822568</c:v>
                </c:pt>
                <c:pt idx="2085">
                  <c:v>6648.9060177795718</c:v>
                </c:pt>
                <c:pt idx="2086">
                  <c:v>6649.3235497049372</c:v>
                </c:pt>
                <c:pt idx="2087">
                  <c:v>6649.2608006614701</c:v>
                </c:pt>
                <c:pt idx="2088">
                  <c:v>6651.1489270788834</c:v>
                </c:pt>
                <c:pt idx="2089">
                  <c:v>6651.0516744040715</c:v>
                </c:pt>
                <c:pt idx="2090">
                  <c:v>6651.4474451867127</c:v>
                </c:pt>
                <c:pt idx="2091">
                  <c:v>6658.8957497887177</c:v>
                </c:pt>
                <c:pt idx="2092">
                  <c:v>6658.5421219194004</c:v>
                </c:pt>
                <c:pt idx="2093">
                  <c:v>6660.5792596354295</c:v>
                </c:pt>
                <c:pt idx="2094">
                  <c:v>6664.4065098769579</c:v>
                </c:pt>
                <c:pt idx="2095">
                  <c:v>6664.1317567547012</c:v>
                </c:pt>
                <c:pt idx="2096">
                  <c:v>6665.8783693123141</c:v>
                </c:pt>
                <c:pt idx="2097">
                  <c:v>6667.3576447383084</c:v>
                </c:pt>
                <c:pt idx="2098">
                  <c:v>6668.3376287356123</c:v>
                </c:pt>
                <c:pt idx="2099">
                  <c:v>6669.1233240724559</c:v>
                </c:pt>
                <c:pt idx="2100">
                  <c:v>6671.4341389639931</c:v>
                </c:pt>
                <c:pt idx="2101">
                  <c:v>6672.7268860961303</c:v>
                </c:pt>
                <c:pt idx="2102">
                  <c:v>6677.4705249432218</c:v>
                </c:pt>
                <c:pt idx="2103">
                  <c:v>6678.9357205983524</c:v>
                </c:pt>
                <c:pt idx="2104">
                  <c:v>6679.62231954667</c:v>
                </c:pt>
                <c:pt idx="2105">
                  <c:v>6690.3174948388014</c:v>
                </c:pt>
                <c:pt idx="2106">
                  <c:v>6690.3959902864945</c:v>
                </c:pt>
                <c:pt idx="2107">
                  <c:v>6690.4099712291891</c:v>
                </c:pt>
                <c:pt idx="2108">
                  <c:v>6690.3721512173861</c:v>
                </c:pt>
                <c:pt idx="2109">
                  <c:v>6690.844742396991</c:v>
                </c:pt>
                <c:pt idx="2110">
                  <c:v>6691.4279207436748</c:v>
                </c:pt>
                <c:pt idx="2111">
                  <c:v>6691.3967337550339</c:v>
                </c:pt>
                <c:pt idx="2112">
                  <c:v>6691.754278444163</c:v>
                </c:pt>
                <c:pt idx="2113">
                  <c:v>6692.009010313991</c:v>
                </c:pt>
                <c:pt idx="2114">
                  <c:v>6692.0365108807709</c:v>
                </c:pt>
                <c:pt idx="2115">
                  <c:v>6698.2558445656769</c:v>
                </c:pt>
                <c:pt idx="2116">
                  <c:v>6697.8799367931852</c:v>
                </c:pt>
                <c:pt idx="2117">
                  <c:v>6697.9381446696516</c:v>
                </c:pt>
                <c:pt idx="2118">
                  <c:v>6697.9160177123322</c:v>
                </c:pt>
                <c:pt idx="2119">
                  <c:v>6698.1297294083815</c:v>
                </c:pt>
                <c:pt idx="2120">
                  <c:v>6698.1686388766439</c:v>
                </c:pt>
                <c:pt idx="2121">
                  <c:v>6698.3399481838715</c:v>
                </c:pt>
                <c:pt idx="2122">
                  <c:v>6699.3384071328901</c:v>
                </c:pt>
                <c:pt idx="2123">
                  <c:v>6699.5741249614593</c:v>
                </c:pt>
                <c:pt idx="2124">
                  <c:v>6699.558485534073</c:v>
                </c:pt>
                <c:pt idx="2125">
                  <c:v>6699.5251562538142</c:v>
                </c:pt>
                <c:pt idx="2126">
                  <c:v>6699.519771778725</c:v>
                </c:pt>
                <c:pt idx="2127">
                  <c:v>6702.3267212471328</c:v>
                </c:pt>
                <c:pt idx="2128">
                  <c:v>6702.1321230395015</c:v>
                </c:pt>
                <c:pt idx="2129">
                  <c:v>6703.516603593398</c:v>
                </c:pt>
                <c:pt idx="2130">
                  <c:v>6707.5956971550404</c:v>
                </c:pt>
                <c:pt idx="2131">
                  <c:v>6709.9759641619139</c:v>
                </c:pt>
                <c:pt idx="2132">
                  <c:v>6709.8279160392103</c:v>
                </c:pt>
                <c:pt idx="2133">
                  <c:v>6709.7836291231624</c:v>
                </c:pt>
                <c:pt idx="2134">
                  <c:v>6709.9723661725466</c:v>
                </c:pt>
                <c:pt idx="2135">
                  <c:v>6710.1142905304341</c:v>
                </c:pt>
                <c:pt idx="2136">
                  <c:v>6710.1029904124589</c:v>
                </c:pt>
                <c:pt idx="2137">
                  <c:v>6710.1414702413467</c:v>
                </c:pt>
                <c:pt idx="2138">
                  <c:v>6711.2774630915756</c:v>
                </c:pt>
                <c:pt idx="2139">
                  <c:v>6711.8370435137267</c:v>
                </c:pt>
                <c:pt idx="2140">
                  <c:v>6712.1403345598173</c:v>
                </c:pt>
                <c:pt idx="2141">
                  <c:v>6712.9463736864454</c:v>
                </c:pt>
                <c:pt idx="2142">
                  <c:v>6713.5271380742133</c:v>
                </c:pt>
                <c:pt idx="2143">
                  <c:v>6713.9709988422137</c:v>
                </c:pt>
                <c:pt idx="2144">
                  <c:v>6714.390939801553</c:v>
                </c:pt>
                <c:pt idx="2145">
                  <c:v>6714.3228458512567</c:v>
                </c:pt>
                <c:pt idx="2146">
                  <c:v>6714.3835724766623</c:v>
                </c:pt>
                <c:pt idx="2147">
                  <c:v>6714.9674660807977</c:v>
                </c:pt>
                <c:pt idx="2148">
                  <c:v>6715.5438502790503</c:v>
                </c:pt>
                <c:pt idx="2149">
                  <c:v>6715.4501338679447</c:v>
                </c:pt>
                <c:pt idx="2150">
                  <c:v>6716.0414014692669</c:v>
                </c:pt>
                <c:pt idx="2151">
                  <c:v>6717.1507401892886</c:v>
                </c:pt>
                <c:pt idx="2152">
                  <c:v>6717.9437265746692</c:v>
                </c:pt>
                <c:pt idx="2153">
                  <c:v>6717.8941768471777</c:v>
                </c:pt>
                <c:pt idx="2154">
                  <c:v>6719.7896710307123</c:v>
                </c:pt>
                <c:pt idx="2155">
                  <c:v>6720.9572659672822</c:v>
                </c:pt>
                <c:pt idx="2156">
                  <c:v>6722.4429665964044</c:v>
                </c:pt>
                <c:pt idx="2157">
                  <c:v>6722.6999754757298</c:v>
                </c:pt>
                <c:pt idx="2158">
                  <c:v>6722.8346219816649</c:v>
                </c:pt>
                <c:pt idx="2159">
                  <c:v>6723.1220660248382</c:v>
                </c:pt>
                <c:pt idx="2160">
                  <c:v>6723.4946795199985</c:v>
                </c:pt>
                <c:pt idx="2161">
                  <c:v>6723.8080492438903</c:v>
                </c:pt>
                <c:pt idx="2162">
                  <c:v>6724.2322640404636</c:v>
                </c:pt>
                <c:pt idx="2163">
                  <c:v>6725.0497369367758</c:v>
                </c:pt>
                <c:pt idx="2164">
                  <c:v>6726.0543258077805</c:v>
                </c:pt>
                <c:pt idx="2165">
                  <c:v>6725.9424132550394</c:v>
                </c:pt>
                <c:pt idx="2166">
                  <c:v>6726.6404877501782</c:v>
                </c:pt>
                <c:pt idx="2167">
                  <c:v>6726.5813699543924</c:v>
                </c:pt>
                <c:pt idx="2168">
                  <c:v>6726.5640704506377</c:v>
                </c:pt>
                <c:pt idx="2169">
                  <c:v>6726.5576010537043</c:v>
                </c:pt>
                <c:pt idx="2170">
                  <c:v>6727.806795129778</c:v>
                </c:pt>
                <c:pt idx="2171">
                  <c:v>6727.6742320098756</c:v>
                </c:pt>
                <c:pt idx="2172">
                  <c:v>6728.5525329807224</c:v>
                </c:pt>
                <c:pt idx="2173">
                  <c:v>6728.4172207184729</c:v>
                </c:pt>
                <c:pt idx="2174">
                  <c:v>6728.5974294438884</c:v>
                </c:pt>
                <c:pt idx="2175">
                  <c:v>6729.7793025287747</c:v>
                </c:pt>
                <c:pt idx="2176">
                  <c:v>6730.6165238734175</c:v>
                </c:pt>
                <c:pt idx="2177">
                  <c:v>6731.0899888090262</c:v>
                </c:pt>
                <c:pt idx="2178">
                  <c:v>6731.8108340341796</c:v>
                </c:pt>
                <c:pt idx="2179">
                  <c:v>6731.7393116782232</c:v>
                </c:pt>
                <c:pt idx="2180">
                  <c:v>6732.698419138198</c:v>
                </c:pt>
                <c:pt idx="2181">
                  <c:v>6732.7298974231144</c:v>
                </c:pt>
                <c:pt idx="2182">
                  <c:v>6733.1050338879504</c:v>
                </c:pt>
                <c:pt idx="2183">
                  <c:v>6733.0770935100245</c:v>
                </c:pt>
                <c:pt idx="2184">
                  <c:v>6734.8351511329201</c:v>
                </c:pt>
                <c:pt idx="2185">
                  <c:v>6734.8770831256315</c:v>
                </c:pt>
                <c:pt idx="2186">
                  <c:v>6734.8568537120809</c:v>
                </c:pt>
                <c:pt idx="2187">
                  <c:v>6738.1966497676494</c:v>
                </c:pt>
                <c:pt idx="2188">
                  <c:v>6741.8059363840675</c:v>
                </c:pt>
                <c:pt idx="2189">
                  <c:v>6741.5547975247046</c:v>
                </c:pt>
                <c:pt idx="2190">
                  <c:v>6741.9370469309069</c:v>
                </c:pt>
                <c:pt idx="2191">
                  <c:v>6741.8869788782822</c:v>
                </c:pt>
                <c:pt idx="2192">
                  <c:v>6742.5657986259548</c:v>
                </c:pt>
                <c:pt idx="2193">
                  <c:v>6742.4574022940124</c:v>
                </c:pt>
                <c:pt idx="2194">
                  <c:v>6742.899257102199</c:v>
                </c:pt>
                <c:pt idx="2195">
                  <c:v>6742.795365977172</c:v>
                </c:pt>
                <c:pt idx="2196">
                  <c:v>6743.3082134390579</c:v>
                </c:pt>
                <c:pt idx="2197">
                  <c:v>6743.2388724010334</c:v>
                </c:pt>
                <c:pt idx="2198">
                  <c:v>6743.9269427143263</c:v>
                </c:pt>
                <c:pt idx="2199">
                  <c:v>6744.0587222406184</c:v>
                </c:pt>
                <c:pt idx="2200">
                  <c:v>6744.5163447332216</c:v>
                </c:pt>
                <c:pt idx="2201">
                  <c:v>6744.5813316774083</c:v>
                </c:pt>
                <c:pt idx="2202">
                  <c:v>6744.6308115636602</c:v>
                </c:pt>
                <c:pt idx="2203">
                  <c:v>6744.6202265588536</c:v>
                </c:pt>
                <c:pt idx="2204">
                  <c:v>6745.1943414896887</c:v>
                </c:pt>
                <c:pt idx="2205">
                  <c:v>6745.6151787268745</c:v>
                </c:pt>
                <c:pt idx="2206">
                  <c:v>6745.6317600604789</c:v>
                </c:pt>
                <c:pt idx="2207">
                  <c:v>6745.7236434790993</c:v>
                </c:pt>
                <c:pt idx="2208">
                  <c:v>6745.8866634474552</c:v>
                </c:pt>
                <c:pt idx="2209">
                  <c:v>6745.8886904139963</c:v>
                </c:pt>
                <c:pt idx="2210">
                  <c:v>6745.9978604233393</c:v>
                </c:pt>
                <c:pt idx="2211">
                  <c:v>6746.269606369422</c:v>
                </c:pt>
                <c:pt idx="2212">
                  <c:v>6746.2413589461639</c:v>
                </c:pt>
                <c:pt idx="2213">
                  <c:v>6746.2354579397561</c:v>
                </c:pt>
                <c:pt idx="2214">
                  <c:v>6746.2342529427733</c:v>
                </c:pt>
                <c:pt idx="2215">
                  <c:v>6746.2624314401837</c:v>
                </c:pt>
                <c:pt idx="2216">
                  <c:v>6746.3561825782062</c:v>
                </c:pt>
                <c:pt idx="2217">
                  <c:v>6746.6522923530911</c:v>
                </c:pt>
                <c:pt idx="2218">
                  <c:v>6747.2358037580889</c:v>
                </c:pt>
                <c:pt idx="2219">
                  <c:v>6748.2106902370879</c:v>
                </c:pt>
                <c:pt idx="2220">
                  <c:v>6748.0725798725098</c:v>
                </c:pt>
                <c:pt idx="2221">
                  <c:v>6748.04510286811</c:v>
                </c:pt>
                <c:pt idx="2222">
                  <c:v>6750.2051511893924</c:v>
                </c:pt>
                <c:pt idx="2223">
                  <c:v>6751.0420600442694</c:v>
                </c:pt>
                <c:pt idx="2224">
                  <c:v>6751.9057500402832</c:v>
                </c:pt>
                <c:pt idx="2225">
                  <c:v>6751.8218164864029</c:v>
                </c:pt>
                <c:pt idx="2226">
                  <c:v>6751.805650696986</c:v>
                </c:pt>
                <c:pt idx="2227">
                  <c:v>6751.8020987425298</c:v>
                </c:pt>
                <c:pt idx="2228">
                  <c:v>6751.8080927512574</c:v>
                </c:pt>
                <c:pt idx="2229">
                  <c:v>6751.8073401892889</c:v>
                </c:pt>
                <c:pt idx="2230">
                  <c:v>6751.8071875851647</c:v>
                </c:pt>
                <c:pt idx="2231">
                  <c:v>6751.847624648768</c:v>
                </c:pt>
                <c:pt idx="2232">
                  <c:v>6752.0966261244257</c:v>
                </c:pt>
                <c:pt idx="2233">
                  <c:v>6752.4092099614581</c:v>
                </c:pt>
                <c:pt idx="2234">
                  <c:v>6752.6825730062756</c:v>
                </c:pt>
                <c:pt idx="2235">
                  <c:v>6753.0069722533563</c:v>
                </c:pt>
                <c:pt idx="2236">
                  <c:v>6753.2243505926936</c:v>
                </c:pt>
                <c:pt idx="2237">
                  <c:v>6754.4052802940214</c:v>
                </c:pt>
                <c:pt idx="2238">
                  <c:v>6754.2979078887147</c:v>
                </c:pt>
                <c:pt idx="2239">
                  <c:v>6754.2759154502783</c:v>
                </c:pt>
                <c:pt idx="2240">
                  <c:v>6754.7474071040124</c:v>
                </c:pt>
                <c:pt idx="2241">
                  <c:v>6754.6946858413266</c:v>
                </c:pt>
                <c:pt idx="2242">
                  <c:v>6755.6320103893013</c:v>
                </c:pt>
                <c:pt idx="2243">
                  <c:v>6756.1051753300171</c:v>
                </c:pt>
                <c:pt idx="2244">
                  <c:v>6756.0154187358921</c:v>
                </c:pt>
                <c:pt idx="2245">
                  <c:v>6755.9938204904593</c:v>
                </c:pt>
                <c:pt idx="2246">
                  <c:v>6757.7945765500754</c:v>
                </c:pt>
                <c:pt idx="2247">
                  <c:v>6758.1690954504829</c:v>
                </c:pt>
                <c:pt idx="2248">
                  <c:v>6759.6212620340793</c:v>
                </c:pt>
                <c:pt idx="2249">
                  <c:v>6759.8964595700409</c:v>
                </c:pt>
                <c:pt idx="2250">
                  <c:v>6759.8812570777318</c:v>
                </c:pt>
                <c:pt idx="2251">
                  <c:v>6760.5040106976085</c:v>
                </c:pt>
                <c:pt idx="2252">
                  <c:v>6760.4257206102247</c:v>
                </c:pt>
                <c:pt idx="2253">
                  <c:v>6760.4170981001898</c:v>
                </c:pt>
                <c:pt idx="2254">
                  <c:v>6760.5151776060784</c:v>
                </c:pt>
                <c:pt idx="2255">
                  <c:v>6760.5085792479904</c:v>
                </c:pt>
                <c:pt idx="2256">
                  <c:v>6760.5827865518004</c:v>
                </c:pt>
                <c:pt idx="2257">
                  <c:v>6760.8206750329582</c:v>
                </c:pt>
                <c:pt idx="2258">
                  <c:v>6760.8052622224131</c:v>
                </c:pt>
                <c:pt idx="2259">
                  <c:v>6763.9384228169993</c:v>
                </c:pt>
                <c:pt idx="2260">
                  <c:v>6763.8091509313081</c:v>
                </c:pt>
                <c:pt idx="2261">
                  <c:v>6767.0461771764094</c:v>
                </c:pt>
                <c:pt idx="2262">
                  <c:v>6767.0859786105157</c:v>
                </c:pt>
                <c:pt idx="2263">
                  <c:v>6767.041091606131</c:v>
                </c:pt>
                <c:pt idx="2264">
                  <c:v>6767.6265872085851</c:v>
                </c:pt>
                <c:pt idx="2265">
                  <c:v>6767.5407813945922</c:v>
                </c:pt>
                <c:pt idx="2266">
                  <c:v>6767.5164942051942</c:v>
                </c:pt>
                <c:pt idx="2267">
                  <c:v>6768.0072420142469</c:v>
                </c:pt>
                <c:pt idx="2268">
                  <c:v>6767.9596686398991</c:v>
                </c:pt>
                <c:pt idx="2269">
                  <c:v>6767.9501674325893</c:v>
                </c:pt>
                <c:pt idx="2270">
                  <c:v>6767.9489132415902</c:v>
                </c:pt>
                <c:pt idx="2271">
                  <c:v>6767.9486523566193</c:v>
                </c:pt>
                <c:pt idx="2272">
                  <c:v>6768.5919574795989</c:v>
                </c:pt>
                <c:pt idx="2273">
                  <c:v>6768.5513028745072</c:v>
                </c:pt>
                <c:pt idx="2274">
                  <c:v>6770.5410504971505</c:v>
                </c:pt>
                <c:pt idx="2275">
                  <c:v>6770.4216621246869</c:v>
                </c:pt>
                <c:pt idx="2276">
                  <c:v>6770.943682071621</c:v>
                </c:pt>
                <c:pt idx="2277">
                  <c:v>6771.2521371617022</c:v>
                </c:pt>
                <c:pt idx="2278">
                  <c:v>6771.3870022806832</c:v>
                </c:pt>
                <c:pt idx="2279">
                  <c:v>6771.4061139349751</c:v>
                </c:pt>
                <c:pt idx="2280">
                  <c:v>6774.393918176138</c:v>
                </c:pt>
                <c:pt idx="2281">
                  <c:v>6774.2521829762954</c:v>
                </c:pt>
                <c:pt idx="2282">
                  <c:v>6774.2239660965097</c:v>
                </c:pt>
                <c:pt idx="2283">
                  <c:v>6775.4137936073557</c:v>
                </c:pt>
                <c:pt idx="2284">
                  <c:v>6777.1281838741434</c:v>
                </c:pt>
                <c:pt idx="2285">
                  <c:v>6777.6727875543411</c:v>
                </c:pt>
                <c:pt idx="2286">
                  <c:v>6778.3907883550246</c:v>
                </c:pt>
                <c:pt idx="2287">
                  <c:v>6778.4202883406542</c:v>
                </c:pt>
                <c:pt idx="2288">
                  <c:v>6785.8910675530542</c:v>
                </c:pt>
                <c:pt idx="2289">
                  <c:v>6785.7845464851862</c:v>
                </c:pt>
                <c:pt idx="2290">
                  <c:v>6785.6628286614578</c:v>
                </c:pt>
                <c:pt idx="2291">
                  <c:v>6787.1955092684766</c:v>
                </c:pt>
                <c:pt idx="2292">
                  <c:v>6788.3350845366467</c:v>
                </c:pt>
                <c:pt idx="2293">
                  <c:v>6788.200044572317</c:v>
                </c:pt>
                <c:pt idx="2294">
                  <c:v>6789.2418869216453</c:v>
                </c:pt>
                <c:pt idx="2295">
                  <c:v>6789.1854505618239</c:v>
                </c:pt>
                <c:pt idx="2296">
                  <c:v>6790.650230899204</c:v>
                </c:pt>
                <c:pt idx="2297">
                  <c:v>6790.5381368456628</c:v>
                </c:pt>
                <c:pt idx="2298">
                  <c:v>6790.5819587201386</c:v>
                </c:pt>
                <c:pt idx="2299">
                  <c:v>6790.5741973631248</c:v>
                </c:pt>
                <c:pt idx="2300">
                  <c:v>6790.5725755261201</c:v>
                </c:pt>
                <c:pt idx="2301">
                  <c:v>6790.7591241440905</c:v>
                </c:pt>
                <c:pt idx="2302">
                  <c:v>6790.9511201861615</c:v>
                </c:pt>
                <c:pt idx="2303">
                  <c:v>6790.9410959948209</c:v>
                </c:pt>
                <c:pt idx="2304">
                  <c:v>6791.455705737173</c:v>
                </c:pt>
                <c:pt idx="2305">
                  <c:v>6791.8731081585029</c:v>
                </c:pt>
                <c:pt idx="2306">
                  <c:v>6792.4625770953853</c:v>
                </c:pt>
                <c:pt idx="2307">
                  <c:v>6793.4317036744978</c:v>
                </c:pt>
                <c:pt idx="2308">
                  <c:v>6799.3242117788914</c:v>
                </c:pt>
                <c:pt idx="2309">
                  <c:v>6799.7024348383129</c:v>
                </c:pt>
                <c:pt idx="2310">
                  <c:v>6803.0472338899235</c:v>
                </c:pt>
                <c:pt idx="2311">
                  <c:v>6805.6006285780322</c:v>
                </c:pt>
                <c:pt idx="2312">
                  <c:v>6805.6769475763958</c:v>
                </c:pt>
                <c:pt idx="2313">
                  <c:v>6807.4938354441956</c:v>
                </c:pt>
                <c:pt idx="2314">
                  <c:v>6807.7013480725891</c:v>
                </c:pt>
                <c:pt idx="2315">
                  <c:v>6819.0515217260054</c:v>
                </c:pt>
                <c:pt idx="2316">
                  <c:v>6818.7163883375497</c:v>
                </c:pt>
                <c:pt idx="2317">
                  <c:v>6820.6095767566349</c:v>
                </c:pt>
                <c:pt idx="2318">
                  <c:v>6823.13846191823</c:v>
                </c:pt>
                <c:pt idx="2319">
                  <c:v>6823.095480037241</c:v>
                </c:pt>
                <c:pt idx="2320">
                  <c:v>6823.4505642811646</c:v>
                </c:pt>
                <c:pt idx="2321">
                  <c:v>6823.3920080353309</c:v>
                </c:pt>
                <c:pt idx="2322">
                  <c:v>6823.7294137314457</c:v>
                </c:pt>
                <c:pt idx="2323">
                  <c:v>6823.9452025502014</c:v>
                </c:pt>
                <c:pt idx="2324">
                  <c:v>6825.007812924352</c:v>
                </c:pt>
                <c:pt idx="2325">
                  <c:v>6825.8651577814999</c:v>
                </c:pt>
                <c:pt idx="2326">
                  <c:v>6826.200370357029</c:v>
                </c:pt>
                <c:pt idx="2327">
                  <c:v>6826.201068811074</c:v>
                </c:pt>
                <c:pt idx="2328">
                  <c:v>6826.7100003978112</c:v>
                </c:pt>
                <c:pt idx="2329">
                  <c:v>6826.6870815094235</c:v>
                </c:pt>
                <c:pt idx="2330">
                  <c:v>6826.7478166618466</c:v>
                </c:pt>
                <c:pt idx="2331">
                  <c:v>6827.2670163580151</c:v>
                </c:pt>
                <c:pt idx="2332">
                  <c:v>6827.2262231875175</c:v>
                </c:pt>
                <c:pt idx="2333">
                  <c:v>6827.3811424799032</c:v>
                </c:pt>
                <c:pt idx="2334">
                  <c:v>6830.7557113883058</c:v>
                </c:pt>
                <c:pt idx="2335">
                  <c:v>6833.3357312067765</c:v>
                </c:pt>
                <c:pt idx="2336">
                  <c:v>6833.3516102787262</c:v>
                </c:pt>
                <c:pt idx="2337">
                  <c:v>6833.2224784942991</c:v>
                </c:pt>
                <c:pt idx="2338">
                  <c:v>6834.6346094959408</c:v>
                </c:pt>
                <c:pt idx="2339">
                  <c:v>6834.4567039818494</c:v>
                </c:pt>
                <c:pt idx="2340">
                  <c:v>6835.5428960686932</c:v>
                </c:pt>
                <c:pt idx="2341">
                  <c:v>6835.4178783024181</c:v>
                </c:pt>
                <c:pt idx="2342">
                  <c:v>6836.3529318275423</c:v>
                </c:pt>
                <c:pt idx="2343">
                  <c:v>6836.2919226453869</c:v>
                </c:pt>
                <c:pt idx="2344">
                  <c:v>6838.3478894573846</c:v>
                </c:pt>
                <c:pt idx="2345">
                  <c:v>6839.4179369932635</c:v>
                </c:pt>
                <c:pt idx="2346">
                  <c:v>6840.3380108815891</c:v>
                </c:pt>
                <c:pt idx="2347">
                  <c:v>6842.014533248469</c:v>
                </c:pt>
                <c:pt idx="2348">
                  <c:v>6844.2224588460567</c:v>
                </c:pt>
                <c:pt idx="2349">
                  <c:v>6845.4996296137188</c:v>
                </c:pt>
                <c:pt idx="2350">
                  <c:v>6845.5556415198771</c:v>
                </c:pt>
                <c:pt idx="2351">
                  <c:v>6845.8203803246224</c:v>
                </c:pt>
                <c:pt idx="2352">
                  <c:v>6846.7813916980886</c:v>
                </c:pt>
                <c:pt idx="2353">
                  <c:v>6846.9451946096979</c:v>
                </c:pt>
                <c:pt idx="2354">
                  <c:v>6848.1352474082287</c:v>
                </c:pt>
                <c:pt idx="2355">
                  <c:v>6849.4979492396733</c:v>
                </c:pt>
                <c:pt idx="2356">
                  <c:v>6863.130696392358</c:v>
                </c:pt>
                <c:pt idx="2357">
                  <c:v>6865.4963674891023</c:v>
                </c:pt>
                <c:pt idx="2358">
                  <c:v>6867.6370714315572</c:v>
                </c:pt>
                <c:pt idx="2359">
                  <c:v>6867.4720429907366</c:v>
                </c:pt>
                <c:pt idx="2360">
                  <c:v>6869.0387664518603</c:v>
                </c:pt>
                <c:pt idx="2361">
                  <c:v>6868.8870516989118</c:v>
                </c:pt>
                <c:pt idx="2362">
                  <c:v>6869.3908418303181</c:v>
                </c:pt>
                <c:pt idx="2363">
                  <c:v>6870.0220758729938</c:v>
                </c:pt>
                <c:pt idx="2364">
                  <c:v>6871.1339013436927</c:v>
                </c:pt>
                <c:pt idx="2365">
                  <c:v>6871.1941163783713</c:v>
                </c:pt>
                <c:pt idx="2366">
                  <c:v>6874.9236622638882</c:v>
                </c:pt>
                <c:pt idx="2367">
                  <c:v>6877.7974910528037</c:v>
                </c:pt>
                <c:pt idx="2368">
                  <c:v>6878.2423041748152</c:v>
                </c:pt>
                <c:pt idx="2369">
                  <c:v>6878.1616396183445</c:v>
                </c:pt>
                <c:pt idx="2370">
                  <c:v>6878.3191969614618</c:v>
                </c:pt>
                <c:pt idx="2371">
                  <c:v>6878.291130004729</c:v>
                </c:pt>
                <c:pt idx="2372">
                  <c:v>6880.6312191769266</c:v>
                </c:pt>
                <c:pt idx="2373">
                  <c:v>6880.7859836611806</c:v>
                </c:pt>
                <c:pt idx="2374">
                  <c:v>6880.7554266157767</c:v>
                </c:pt>
                <c:pt idx="2375">
                  <c:v>6881.051679672848</c:v>
                </c:pt>
                <c:pt idx="2376">
                  <c:v>6881.5980711749044</c:v>
                </c:pt>
                <c:pt idx="2377">
                  <c:v>6881.8549573053078</c:v>
                </c:pt>
                <c:pt idx="2378">
                  <c:v>6885.2331406399971</c:v>
                </c:pt>
                <c:pt idx="2379">
                  <c:v>6885.1002136212746</c:v>
                </c:pt>
                <c:pt idx="2380">
                  <c:v>6885.6216505521761</c:v>
                </c:pt>
                <c:pt idx="2381">
                  <c:v>6885.6271307364232</c:v>
                </c:pt>
                <c:pt idx="2382">
                  <c:v>6891.1481362136938</c:v>
                </c:pt>
                <c:pt idx="2383">
                  <c:v>6894.6435751486715</c:v>
                </c:pt>
                <c:pt idx="2384">
                  <c:v>6895.1603027535075</c:v>
                </c:pt>
                <c:pt idx="2385">
                  <c:v>6894.9858590782687</c:v>
                </c:pt>
                <c:pt idx="2386">
                  <c:v>6895.3018531246835</c:v>
                </c:pt>
                <c:pt idx="2387">
                  <c:v>6895.3509284745996</c:v>
                </c:pt>
                <c:pt idx="2388">
                  <c:v>6897.1924415424692</c:v>
                </c:pt>
                <c:pt idx="2389">
                  <c:v>6898.0400445143014</c:v>
                </c:pt>
                <c:pt idx="2390">
                  <c:v>6899.29833964711</c:v>
                </c:pt>
                <c:pt idx="2391">
                  <c:v>6900.0633490858127</c:v>
                </c:pt>
                <c:pt idx="2392">
                  <c:v>6900.0363270980015</c:v>
                </c:pt>
                <c:pt idx="2393">
                  <c:v>6900.2116121091767</c:v>
                </c:pt>
                <c:pt idx="2394">
                  <c:v>6902.3555334353096</c:v>
                </c:pt>
                <c:pt idx="2395">
                  <c:v>6903.8954110163268</c:v>
                </c:pt>
                <c:pt idx="2396">
                  <c:v>6905.305847640816</c:v>
                </c:pt>
                <c:pt idx="2397">
                  <c:v>6905.2336207601329</c:v>
                </c:pt>
                <c:pt idx="2398">
                  <c:v>6905.218645133772</c:v>
                </c:pt>
                <c:pt idx="2399">
                  <c:v>6905.4335799071378</c:v>
                </c:pt>
                <c:pt idx="2400">
                  <c:v>6907.1157322850258</c:v>
                </c:pt>
                <c:pt idx="2401">
                  <c:v>6908.1826488396127</c:v>
                </c:pt>
                <c:pt idx="2402">
                  <c:v>6909.2165129265595</c:v>
                </c:pt>
                <c:pt idx="2403">
                  <c:v>6911.1392064213387</c:v>
                </c:pt>
                <c:pt idx="2404">
                  <c:v>6911.3988789080395</c:v>
                </c:pt>
                <c:pt idx="2405">
                  <c:v>6912.1041805688392</c:v>
                </c:pt>
                <c:pt idx="2406">
                  <c:v>6913.7400495435741</c:v>
                </c:pt>
                <c:pt idx="2407">
                  <c:v>6922.5859629674615</c:v>
                </c:pt>
                <c:pt idx="2408">
                  <c:v>6923.1860787721998</c:v>
                </c:pt>
                <c:pt idx="2409">
                  <c:v>6923.4347959681099</c:v>
                </c:pt>
                <c:pt idx="2410">
                  <c:v>6923.3514217675238</c:v>
                </c:pt>
                <c:pt idx="2411">
                  <c:v>6924.0054534709225</c:v>
                </c:pt>
                <c:pt idx="2412">
                  <c:v>6923.9363693846499</c:v>
                </c:pt>
                <c:pt idx="2413">
                  <c:v>6923.9100153824329</c:v>
                </c:pt>
                <c:pt idx="2414">
                  <c:v>6925.0654875986465</c:v>
                </c:pt>
                <c:pt idx="2415">
                  <c:v>6925.9948677971106</c:v>
                </c:pt>
                <c:pt idx="2416">
                  <c:v>6925.9157659106604</c:v>
                </c:pt>
                <c:pt idx="2417">
                  <c:v>6926.3120862644237</c:v>
                </c:pt>
                <c:pt idx="2418">
                  <c:v>6929.131813885906</c:v>
                </c:pt>
                <c:pt idx="2419">
                  <c:v>6931.9827961819019</c:v>
                </c:pt>
                <c:pt idx="2420">
                  <c:v>6932.8413965329737</c:v>
                </c:pt>
                <c:pt idx="2421">
                  <c:v>6934.0012591708592</c:v>
                </c:pt>
                <c:pt idx="2422">
                  <c:v>6933.9420480379886</c:v>
                </c:pt>
                <c:pt idx="2423">
                  <c:v>6934.8197292810783</c:v>
                </c:pt>
                <c:pt idx="2424">
                  <c:v>6936.3232728403809</c:v>
                </c:pt>
                <c:pt idx="2425">
                  <c:v>6937.9349847244903</c:v>
                </c:pt>
                <c:pt idx="2426">
                  <c:v>6938.2010631329877</c:v>
                </c:pt>
                <c:pt idx="2427">
                  <c:v>6941.9632804723997</c:v>
                </c:pt>
                <c:pt idx="2428">
                  <c:v>6943.3094706573711</c:v>
                </c:pt>
                <c:pt idx="2429">
                  <c:v>6944.8715762364354</c:v>
                </c:pt>
                <c:pt idx="2430">
                  <c:v>6945.7200296684414</c:v>
                </c:pt>
                <c:pt idx="2431">
                  <c:v>6948.1418972036745</c:v>
                </c:pt>
                <c:pt idx="2432">
                  <c:v>6950.4707179657235</c:v>
                </c:pt>
                <c:pt idx="2433">
                  <c:v>6950.5960585976782</c:v>
                </c:pt>
                <c:pt idx="2434">
                  <c:v>6950.894819703848</c:v>
                </c:pt>
                <c:pt idx="2435">
                  <c:v>6952.8397229181528</c:v>
                </c:pt>
                <c:pt idx="2436">
                  <c:v>6953.3195598875154</c:v>
                </c:pt>
                <c:pt idx="2437">
                  <c:v>6957.2188987575237</c:v>
                </c:pt>
                <c:pt idx="2438">
                  <c:v>6957.799738781061</c:v>
                </c:pt>
                <c:pt idx="2439">
                  <c:v>6958.0054977170666</c:v>
                </c:pt>
                <c:pt idx="2440">
                  <c:v>6959.7568055269112</c:v>
                </c:pt>
                <c:pt idx="2441">
                  <c:v>6961.707128263005</c:v>
                </c:pt>
                <c:pt idx="2442">
                  <c:v>6966.924068503753</c:v>
                </c:pt>
                <c:pt idx="2443">
                  <c:v>6967.2858485139868</c:v>
                </c:pt>
                <c:pt idx="2444">
                  <c:v>6967.9336377975842</c:v>
                </c:pt>
                <c:pt idx="2445">
                  <c:v>6967.8929534081981</c:v>
                </c:pt>
                <c:pt idx="2446">
                  <c:v>6968.7083061540352</c:v>
                </c:pt>
                <c:pt idx="2447">
                  <c:v>6969.2957545786339</c:v>
                </c:pt>
                <c:pt idx="2448">
                  <c:v>6970.1368616522395</c:v>
                </c:pt>
                <c:pt idx="2449">
                  <c:v>6972.590933364786</c:v>
                </c:pt>
                <c:pt idx="2450">
                  <c:v>6973.4162890917869</c:v>
                </c:pt>
                <c:pt idx="2451">
                  <c:v>6977.4374728881603</c:v>
                </c:pt>
                <c:pt idx="2452">
                  <c:v>6980.0822902719419</c:v>
                </c:pt>
                <c:pt idx="2453">
                  <c:v>6989.9746469379243</c:v>
                </c:pt>
                <c:pt idx="2454">
                  <c:v>6990.6156945092416</c:v>
                </c:pt>
                <c:pt idx="2455">
                  <c:v>6990.8928335596911</c:v>
                </c:pt>
                <c:pt idx="2456">
                  <c:v>6990.8095922275552</c:v>
                </c:pt>
                <c:pt idx="2457">
                  <c:v>6992.3698505407783</c:v>
                </c:pt>
                <c:pt idx="2458">
                  <c:v>6994.2685895268369</c:v>
                </c:pt>
                <c:pt idx="2459">
                  <c:v>7000.0931858975209</c:v>
                </c:pt>
                <c:pt idx="2460">
                  <c:v>6999.776712826827</c:v>
                </c:pt>
                <c:pt idx="2461">
                  <c:v>7005.9406270726267</c:v>
                </c:pt>
                <c:pt idx="2462">
                  <c:v>7029.5397237003499</c:v>
                </c:pt>
                <c:pt idx="2463">
                  <c:v>7031.0572151939868</c:v>
                </c:pt>
                <c:pt idx="2464">
                  <c:v>7032.7103038138512</c:v>
                </c:pt>
                <c:pt idx="2465">
                  <c:v>7033.1243683571611</c:v>
                </c:pt>
                <c:pt idx="2466">
                  <c:v>7035.8934513434815</c:v>
                </c:pt>
                <c:pt idx="2467">
                  <c:v>7036.7662837710768</c:v>
                </c:pt>
                <c:pt idx="2468">
                  <c:v>7040.2288095423264</c:v>
                </c:pt>
                <c:pt idx="2469">
                  <c:v>7040.4538233324283</c:v>
                </c:pt>
                <c:pt idx="2470">
                  <c:v>7041.46880422298</c:v>
                </c:pt>
                <c:pt idx="2471">
                  <c:v>7041.4180351465366</c:v>
                </c:pt>
                <c:pt idx="2472">
                  <c:v>7041.5559009688022</c:v>
                </c:pt>
                <c:pt idx="2473">
                  <c:v>7043.2733087903325</c:v>
                </c:pt>
                <c:pt idx="2474">
                  <c:v>7044.217132370236</c:v>
                </c:pt>
                <c:pt idx="2475">
                  <c:v>7045.5602908298151</c:v>
                </c:pt>
                <c:pt idx="2476">
                  <c:v>7045.4587117319916</c:v>
                </c:pt>
                <c:pt idx="2477">
                  <c:v>7046.0388917414648</c:v>
                </c:pt>
                <c:pt idx="2478">
                  <c:v>7048.8646099450089</c:v>
                </c:pt>
                <c:pt idx="2479">
                  <c:v>7055.0652295802565</c:v>
                </c:pt>
                <c:pt idx="2480">
                  <c:v>7056.2503591219765</c:v>
                </c:pt>
                <c:pt idx="2481">
                  <c:v>7056.4145773553619</c:v>
                </c:pt>
                <c:pt idx="2482">
                  <c:v>7058.1059698004456</c:v>
                </c:pt>
                <c:pt idx="2483">
                  <c:v>7059.7568270179863</c:v>
                </c:pt>
                <c:pt idx="2484">
                  <c:v>7062.0228360725287</c:v>
                </c:pt>
                <c:pt idx="2485">
                  <c:v>7063.9330122766496</c:v>
                </c:pt>
                <c:pt idx="2486">
                  <c:v>7071.4116993694142</c:v>
                </c:pt>
                <c:pt idx="2487">
                  <c:v>7073.7734021070255</c:v>
                </c:pt>
                <c:pt idx="2488">
                  <c:v>7075.6390309604594</c:v>
                </c:pt>
                <c:pt idx="2489">
                  <c:v>7076.5789394995882</c:v>
                </c:pt>
                <c:pt idx="2490">
                  <c:v>7079.283222811353</c:v>
                </c:pt>
                <c:pt idx="2491">
                  <c:v>7079.1642108227425</c:v>
                </c:pt>
                <c:pt idx="2492">
                  <c:v>7082.0431213761776</c:v>
                </c:pt>
                <c:pt idx="2493">
                  <c:v>7082.140234192816</c:v>
                </c:pt>
                <c:pt idx="2494">
                  <c:v>7082.3386644254742</c:v>
                </c:pt>
                <c:pt idx="2495">
                  <c:v>7082.9259735266869</c:v>
                </c:pt>
                <c:pt idx="2496">
                  <c:v>7082.9052077234173</c:v>
                </c:pt>
                <c:pt idx="2497">
                  <c:v>7084.6178237972345</c:v>
                </c:pt>
                <c:pt idx="2498">
                  <c:v>7085.2953156681615</c:v>
                </c:pt>
                <c:pt idx="2499">
                  <c:v>7086.3939506777078</c:v>
                </c:pt>
                <c:pt idx="2500">
                  <c:v>7088.251854833401</c:v>
                </c:pt>
                <c:pt idx="2501">
                  <c:v>7088.1005469948759</c:v>
                </c:pt>
                <c:pt idx="2502">
                  <c:v>7091.3421328714085</c:v>
                </c:pt>
                <c:pt idx="2503">
                  <c:v>7094.2746343216986</c:v>
                </c:pt>
                <c:pt idx="2504">
                  <c:v>7093.961375869264</c:v>
                </c:pt>
                <c:pt idx="2505">
                  <c:v>7093.9002850902252</c:v>
                </c:pt>
                <c:pt idx="2506">
                  <c:v>7093.8289277209833</c:v>
                </c:pt>
                <c:pt idx="2507">
                  <c:v>7095.0321139462158</c:v>
                </c:pt>
                <c:pt idx="2508">
                  <c:v>7097.2952264536207</c:v>
                </c:pt>
                <c:pt idx="2509">
                  <c:v>7100.0518296808668</c:v>
                </c:pt>
                <c:pt idx="2510">
                  <c:v>7099.8079360018692</c:v>
                </c:pt>
                <c:pt idx="2511">
                  <c:v>7101.8515255187976</c:v>
                </c:pt>
                <c:pt idx="2512">
                  <c:v>7101.6902257081965</c:v>
                </c:pt>
                <c:pt idx="2513">
                  <c:v>7102.0041947090594</c:v>
                </c:pt>
                <c:pt idx="2514">
                  <c:v>7102.5722761208945</c:v>
                </c:pt>
                <c:pt idx="2515">
                  <c:v>7102.9229506883257</c:v>
                </c:pt>
                <c:pt idx="2516">
                  <c:v>7102.8628797424526</c:v>
                </c:pt>
                <c:pt idx="2517">
                  <c:v>7103.7164408636336</c:v>
                </c:pt>
                <c:pt idx="2518">
                  <c:v>7103.8961507581998</c:v>
                </c:pt>
                <c:pt idx="2519">
                  <c:v>7103.987408204106</c:v>
                </c:pt>
                <c:pt idx="2520">
                  <c:v>7104.1398719302879</c:v>
                </c:pt>
                <c:pt idx="2521">
                  <c:v>7104.7314170072677</c:v>
                </c:pt>
                <c:pt idx="2522">
                  <c:v>7104.9323080671475</c:v>
                </c:pt>
                <c:pt idx="2523">
                  <c:v>7105.8611383914913</c:v>
                </c:pt>
                <c:pt idx="2524">
                  <c:v>7108.2140969036736</c:v>
                </c:pt>
                <c:pt idx="2525">
                  <c:v>7108.2680218127016</c:v>
                </c:pt>
                <c:pt idx="2526">
                  <c:v>7108.8236247456662</c:v>
                </c:pt>
                <c:pt idx="2527">
                  <c:v>7111.3619074907092</c:v>
                </c:pt>
                <c:pt idx="2528">
                  <c:v>7111.0376505791664</c:v>
                </c:pt>
                <c:pt idx="2529">
                  <c:v>7110.9153059287628</c:v>
                </c:pt>
                <c:pt idx="2530">
                  <c:v>7113.0987952524702</c:v>
                </c:pt>
                <c:pt idx="2531">
                  <c:v>7112.8856570372691</c:v>
                </c:pt>
                <c:pt idx="2532">
                  <c:v>7114.6790210117042</c:v>
                </c:pt>
                <c:pt idx="2533">
                  <c:v>7114.4891131495742</c:v>
                </c:pt>
                <c:pt idx="2534">
                  <c:v>7115.8378756684688</c:v>
                </c:pt>
                <c:pt idx="2535">
                  <c:v>7115.732638544584</c:v>
                </c:pt>
                <c:pt idx="2536">
                  <c:v>7115.9892201504063</c:v>
                </c:pt>
                <c:pt idx="2537">
                  <c:v>7116.5611680229431</c:v>
                </c:pt>
                <c:pt idx="2538">
                  <c:v>7117.5384431954135</c:v>
                </c:pt>
                <c:pt idx="2539">
                  <c:v>7118.171153211968</c:v>
                </c:pt>
                <c:pt idx="2540">
                  <c:v>7118.109673418915</c:v>
                </c:pt>
                <c:pt idx="2541">
                  <c:v>7118.190043016808</c:v>
                </c:pt>
                <c:pt idx="2542">
                  <c:v>7118.2454258538592</c:v>
                </c:pt>
                <c:pt idx="2543">
                  <c:v>7118.3800747924142</c:v>
                </c:pt>
                <c:pt idx="2544">
                  <c:v>7118.4462242346826</c:v>
                </c:pt>
                <c:pt idx="2545">
                  <c:v>7118.4294569515268</c:v>
                </c:pt>
                <c:pt idx="2546">
                  <c:v>7118.4697371148322</c:v>
                </c:pt>
                <c:pt idx="2547">
                  <c:v>7118.4592945842278</c:v>
                </c:pt>
                <c:pt idx="2548">
                  <c:v>7123.6297101472373</c:v>
                </c:pt>
                <c:pt idx="2549">
                  <c:v>7124.2843993560418</c:v>
                </c:pt>
                <c:pt idx="2550">
                  <c:v>7124.4296424489548</c:v>
                </c:pt>
                <c:pt idx="2551">
                  <c:v>7124.9265408437177</c:v>
                </c:pt>
                <c:pt idx="2552">
                  <c:v>7125.0200199018545</c:v>
                </c:pt>
                <c:pt idx="2553">
                  <c:v>7127.0291469957856</c:v>
                </c:pt>
                <c:pt idx="2554">
                  <c:v>7126.7599872592527</c:v>
                </c:pt>
                <c:pt idx="2555">
                  <c:v>7140.5557543396108</c:v>
                </c:pt>
                <c:pt idx="2556">
                  <c:v>7140.0141024870763</c:v>
                </c:pt>
                <c:pt idx="2557">
                  <c:v>7140.9625299374575</c:v>
                </c:pt>
                <c:pt idx="2558">
                  <c:v>7146.2858959764098</c:v>
                </c:pt>
                <c:pt idx="2559">
                  <c:v>7148.5367036711768</c:v>
                </c:pt>
                <c:pt idx="2560">
                  <c:v>7151.2780396817107</c:v>
                </c:pt>
                <c:pt idx="2561">
                  <c:v>7151.078699681575</c:v>
                </c:pt>
                <c:pt idx="2562">
                  <c:v>7152.7349645294398</c:v>
                </c:pt>
                <c:pt idx="2563">
                  <c:v>7159.0972493730733</c:v>
                </c:pt>
                <c:pt idx="2564">
                  <c:v>7158.6758106271864</c:v>
                </c:pt>
                <c:pt idx="2565">
                  <c:v>7160.2850849485594</c:v>
                </c:pt>
                <c:pt idx="2566">
                  <c:v>7160.266769690058</c:v>
                </c:pt>
                <c:pt idx="2567">
                  <c:v>7161.2336129206269</c:v>
                </c:pt>
                <c:pt idx="2568">
                  <c:v>7161.7947515972637</c:v>
                </c:pt>
                <c:pt idx="2569">
                  <c:v>7162.8417150603955</c:v>
                </c:pt>
                <c:pt idx="2570">
                  <c:v>7163.1578465531238</c:v>
                </c:pt>
                <c:pt idx="2571">
                  <c:v>7167.288443696064</c:v>
                </c:pt>
                <c:pt idx="2572">
                  <c:v>7167.0250874493731</c:v>
                </c:pt>
                <c:pt idx="2573">
                  <c:v>7180.1619213781978</c:v>
                </c:pt>
                <c:pt idx="2574">
                  <c:v>7197.3340296798779</c:v>
                </c:pt>
                <c:pt idx="2575">
                  <c:v>7198.3213395121884</c:v>
                </c:pt>
                <c:pt idx="2576">
                  <c:v>7197.9923044821853</c:v>
                </c:pt>
                <c:pt idx="2577">
                  <c:v>7197.9274507656119</c:v>
                </c:pt>
                <c:pt idx="2578">
                  <c:v>7197.9008032588199</c:v>
                </c:pt>
                <c:pt idx="2579">
                  <c:v>7198.4791134713942</c:v>
                </c:pt>
                <c:pt idx="2580">
                  <c:v>7200.5767362594124</c:v>
                </c:pt>
                <c:pt idx="2581">
                  <c:v>7201.1874081806227</c:v>
                </c:pt>
                <c:pt idx="2582">
                  <c:v>7201.7601687480064</c:v>
                </c:pt>
                <c:pt idx="2583">
                  <c:v>7201.681079909853</c:v>
                </c:pt>
                <c:pt idx="2584">
                  <c:v>7203.4635091264308</c:v>
                </c:pt>
                <c:pt idx="2585">
                  <c:v>7203.3075825913656</c:v>
                </c:pt>
                <c:pt idx="2586">
                  <c:v>7203.5089906446037</c:v>
                </c:pt>
                <c:pt idx="2587">
                  <c:v>7203.4412802567913</c:v>
                </c:pt>
                <c:pt idx="2588">
                  <c:v>7203.4058676398145</c:v>
                </c:pt>
                <c:pt idx="2589">
                  <c:v>7203.7705317412901</c:v>
                </c:pt>
                <c:pt idx="2590">
                  <c:v>7203.7600784131801</c:v>
                </c:pt>
                <c:pt idx="2591">
                  <c:v>7203.7584418278166</c:v>
                </c:pt>
                <c:pt idx="2592">
                  <c:v>7204.6882749082015</c:v>
                </c:pt>
                <c:pt idx="2593">
                  <c:v>7205.3844845271278</c:v>
                </c:pt>
                <c:pt idx="2594">
                  <c:v>7207.0471404888931</c:v>
                </c:pt>
                <c:pt idx="2595">
                  <c:v>7208.2252175595804</c:v>
                </c:pt>
                <c:pt idx="2596">
                  <c:v>7211.3655067631398</c:v>
                </c:pt>
                <c:pt idx="2597">
                  <c:v>7212.3945823896629</c:v>
                </c:pt>
                <c:pt idx="2598">
                  <c:v>7217.6284382289587</c:v>
                </c:pt>
                <c:pt idx="2599">
                  <c:v>7226.758921159354</c:v>
                </c:pt>
                <c:pt idx="2600">
                  <c:v>7227.9633397111702</c:v>
                </c:pt>
                <c:pt idx="2601">
                  <c:v>7228.3893311035945</c:v>
                </c:pt>
                <c:pt idx="2602">
                  <c:v>7228.2821213711049</c:v>
                </c:pt>
                <c:pt idx="2603">
                  <c:v>7229.1326484636629</c:v>
                </c:pt>
                <c:pt idx="2604">
                  <c:v>7229.9358928468237</c:v>
                </c:pt>
                <c:pt idx="2605">
                  <c:v>7232.3259650609698</c:v>
                </c:pt>
                <c:pt idx="2606">
                  <c:v>7232.1498247647187</c:v>
                </c:pt>
                <c:pt idx="2607">
                  <c:v>7232.7670507567127</c:v>
                </c:pt>
                <c:pt idx="2608">
                  <c:v>7235.0983887023267</c:v>
                </c:pt>
                <c:pt idx="2609">
                  <c:v>7235.3567078226852</c:v>
                </c:pt>
                <c:pt idx="2610">
                  <c:v>7235.2544387057224</c:v>
                </c:pt>
                <c:pt idx="2611">
                  <c:v>7237.5169222414843</c:v>
                </c:pt>
                <c:pt idx="2612">
                  <c:v>7237.3375437009299</c:v>
                </c:pt>
                <c:pt idx="2613">
                  <c:v>7239.731318810419</c:v>
                </c:pt>
                <c:pt idx="2614">
                  <c:v>7240.2862659612247</c:v>
                </c:pt>
                <c:pt idx="2615">
                  <c:v>7240.6458616144218</c:v>
                </c:pt>
                <c:pt idx="2616">
                  <c:v>7240.900347420531</c:v>
                </c:pt>
                <c:pt idx="2617">
                  <c:v>7240.8817923485867</c:v>
                </c:pt>
                <c:pt idx="2618">
                  <c:v>7243.658658887618</c:v>
                </c:pt>
                <c:pt idx="2619">
                  <c:v>7246.937173022211</c:v>
                </c:pt>
                <c:pt idx="2620">
                  <c:v>7248.3782149071321</c:v>
                </c:pt>
                <c:pt idx="2621">
                  <c:v>7250.9777793872536</c:v>
                </c:pt>
                <c:pt idx="2622">
                  <c:v>7253.6715708194561</c:v>
                </c:pt>
                <c:pt idx="2623">
                  <c:v>7253.8909000229633</c:v>
                </c:pt>
                <c:pt idx="2624">
                  <c:v>7259.0188826524063</c:v>
                </c:pt>
                <c:pt idx="2625">
                  <c:v>7260.9469426161395</c:v>
                </c:pt>
                <c:pt idx="2626">
                  <c:v>7262.3099070599656</c:v>
                </c:pt>
                <c:pt idx="2627">
                  <c:v>7263.8579553818172</c:v>
                </c:pt>
                <c:pt idx="2628">
                  <c:v>7263.7973710093111</c:v>
                </c:pt>
                <c:pt idx="2629">
                  <c:v>7263.9640774708087</c:v>
                </c:pt>
                <c:pt idx="2630">
                  <c:v>7264.986860394989</c:v>
                </c:pt>
                <c:pt idx="2631">
                  <c:v>7266.1591030233321</c:v>
                </c:pt>
                <c:pt idx="2632">
                  <c:v>7268.1771794978904</c:v>
                </c:pt>
                <c:pt idx="2633">
                  <c:v>7268.6897722791409</c:v>
                </c:pt>
                <c:pt idx="2634">
                  <c:v>7276.8675973448098</c:v>
                </c:pt>
                <c:pt idx="2635">
                  <c:v>7277.890906566332</c:v>
                </c:pt>
                <c:pt idx="2636">
                  <c:v>7277.7617484655475</c:v>
                </c:pt>
                <c:pt idx="2637">
                  <c:v>7278.9971440392655</c:v>
                </c:pt>
                <c:pt idx="2638">
                  <c:v>7280.1207463000237</c:v>
                </c:pt>
                <c:pt idx="2639">
                  <c:v>7280.4819479794323</c:v>
                </c:pt>
                <c:pt idx="2640">
                  <c:v>7281.2029628026812</c:v>
                </c:pt>
                <c:pt idx="2641">
                  <c:v>7282.267630321312</c:v>
                </c:pt>
                <c:pt idx="2642">
                  <c:v>7282.9876346911151</c:v>
                </c:pt>
                <c:pt idx="2643">
                  <c:v>7285.8242733472789</c:v>
                </c:pt>
                <c:pt idx="2644">
                  <c:v>7286.6694385662249</c:v>
                </c:pt>
                <c:pt idx="2645">
                  <c:v>7287.2191866112607</c:v>
                </c:pt>
                <c:pt idx="2646">
                  <c:v>7287.1620182363795</c:v>
                </c:pt>
                <c:pt idx="2647">
                  <c:v>7287.1489283809424</c:v>
                </c:pt>
                <c:pt idx="2648">
                  <c:v>7287.4355187850015</c:v>
                </c:pt>
                <c:pt idx="2649">
                  <c:v>7287.3783487405426</c:v>
                </c:pt>
                <c:pt idx="2650">
                  <c:v>7287.3668880344649</c:v>
                </c:pt>
                <c:pt idx="2651">
                  <c:v>7287.3628598439236</c:v>
                </c:pt>
                <c:pt idx="2652">
                  <c:v>7287.7097652010661</c:v>
                </c:pt>
                <c:pt idx="2653">
                  <c:v>7288.0808227470907</c:v>
                </c:pt>
                <c:pt idx="2654">
                  <c:v>7288.3245322513249</c:v>
                </c:pt>
                <c:pt idx="2655">
                  <c:v>7289.3170799540712</c:v>
                </c:pt>
                <c:pt idx="2656">
                  <c:v>7291.6684061586457</c:v>
                </c:pt>
                <c:pt idx="2657">
                  <c:v>7293.1387949315613</c:v>
                </c:pt>
                <c:pt idx="2658">
                  <c:v>7296.5502860522374</c:v>
                </c:pt>
                <c:pt idx="2659">
                  <c:v>7298.1771225098928</c:v>
                </c:pt>
                <c:pt idx="2660">
                  <c:v>7299.2183780016494</c:v>
                </c:pt>
                <c:pt idx="2661">
                  <c:v>7301.8130528344527</c:v>
                </c:pt>
                <c:pt idx="2662">
                  <c:v>7301.9485687853694</c:v>
                </c:pt>
                <c:pt idx="2663">
                  <c:v>7301.9509517486204</c:v>
                </c:pt>
                <c:pt idx="2664">
                  <c:v>7302.4113501284546</c:v>
                </c:pt>
                <c:pt idx="2665">
                  <c:v>7303.1740081960661</c:v>
                </c:pt>
                <c:pt idx="2666">
                  <c:v>7303.1397808107167</c:v>
                </c:pt>
                <c:pt idx="2667">
                  <c:v>7303.7086994449237</c:v>
                </c:pt>
                <c:pt idx="2668">
                  <c:v>7306.9364835896677</c:v>
                </c:pt>
                <c:pt idx="2669">
                  <c:v>7310.439194394462</c:v>
                </c:pt>
                <c:pt idx="2670">
                  <c:v>7311.4867837303646</c:v>
                </c:pt>
                <c:pt idx="2671">
                  <c:v>7311.345927601109</c:v>
                </c:pt>
                <c:pt idx="2672">
                  <c:v>7313.1192438105791</c:v>
                </c:pt>
                <c:pt idx="2673">
                  <c:v>7314.5202777969789</c:v>
                </c:pt>
                <c:pt idx="2674">
                  <c:v>7315.2899921986518</c:v>
                </c:pt>
                <c:pt idx="2675">
                  <c:v>7316.4966930914652</c:v>
                </c:pt>
                <c:pt idx="2676">
                  <c:v>7316.2301515062709</c:v>
                </c:pt>
                <c:pt idx="2677">
                  <c:v>7317.2541155288536</c:v>
                </c:pt>
                <c:pt idx="2678">
                  <c:v>7317.9708243032792</c:v>
                </c:pt>
                <c:pt idx="2679">
                  <c:v>7318.878692264122</c:v>
                </c:pt>
                <c:pt idx="2680">
                  <c:v>7320.2507733692428</c:v>
                </c:pt>
                <c:pt idx="2681">
                  <c:v>7322.0885862693303</c:v>
                </c:pt>
                <c:pt idx="2682">
                  <c:v>7326.4790386859631</c:v>
                </c:pt>
                <c:pt idx="2683">
                  <c:v>7329.746093932421</c:v>
                </c:pt>
                <c:pt idx="2684">
                  <c:v>7330.5470792908</c:v>
                </c:pt>
                <c:pt idx="2685">
                  <c:v>7330.8036318334007</c:v>
                </c:pt>
                <c:pt idx="2686">
                  <c:v>7331.0626701099827</c:v>
                </c:pt>
                <c:pt idx="2687">
                  <c:v>7331.0706799504924</c:v>
                </c:pt>
                <c:pt idx="2688">
                  <c:v>7331.1296139435699</c:v>
                </c:pt>
                <c:pt idx="2689">
                  <c:v>7331.2905634599983</c:v>
                </c:pt>
                <c:pt idx="2690">
                  <c:v>7331.6060093655615</c:v>
                </c:pt>
                <c:pt idx="2691">
                  <c:v>7335.7107491252746</c:v>
                </c:pt>
                <c:pt idx="2692">
                  <c:v>7346.975086834278</c:v>
                </c:pt>
                <c:pt idx="2693">
                  <c:v>7346.7240395782082</c:v>
                </c:pt>
                <c:pt idx="2694">
                  <c:v>7354.1472775482525</c:v>
                </c:pt>
                <c:pt idx="2695">
                  <c:v>7354.2617534394085</c:v>
                </c:pt>
                <c:pt idx="2696">
                  <c:v>7354.3587527756818</c:v>
                </c:pt>
                <c:pt idx="2697">
                  <c:v>7354.2537327932832</c:v>
                </c:pt>
                <c:pt idx="2698">
                  <c:v>7357.4652349174721</c:v>
                </c:pt>
                <c:pt idx="2699">
                  <c:v>7358.5129537584226</c:v>
                </c:pt>
                <c:pt idx="2700">
                  <c:v>7361.6144804064852</c:v>
                </c:pt>
                <c:pt idx="2701">
                  <c:v>7362.7224521979497</c:v>
                </c:pt>
                <c:pt idx="2702">
                  <c:v>7364.576841096351</c:v>
                </c:pt>
                <c:pt idx="2703">
                  <c:v>7365.4775949162777</c:v>
                </c:pt>
                <c:pt idx="2704">
                  <c:v>7366.7651313925835</c:v>
                </c:pt>
                <c:pt idx="2705">
                  <c:v>7367.3992129465587</c:v>
                </c:pt>
                <c:pt idx="2706">
                  <c:v>7373.1061054374504</c:v>
                </c:pt>
                <c:pt idx="2707">
                  <c:v>7374.5141583350087</c:v>
                </c:pt>
                <c:pt idx="2708">
                  <c:v>7373.8716877771503</c:v>
                </c:pt>
                <c:pt idx="2709">
                  <c:v>7374.8248975118977</c:v>
                </c:pt>
                <c:pt idx="2710">
                  <c:v>7375.5431966938959</c:v>
                </c:pt>
                <c:pt idx="2711">
                  <c:v>7375.5145841923204</c:v>
                </c:pt>
                <c:pt idx="2712">
                  <c:v>7375.5165009523307</c:v>
                </c:pt>
                <c:pt idx="2713">
                  <c:v>7375.773256717137</c:v>
                </c:pt>
                <c:pt idx="2714">
                  <c:v>7375.7282837984067</c:v>
                </c:pt>
                <c:pt idx="2715">
                  <c:v>7378.4981400031338</c:v>
                </c:pt>
                <c:pt idx="2716">
                  <c:v>7380.3689921171344</c:v>
                </c:pt>
                <c:pt idx="2717">
                  <c:v>7382.0729721798643</c:v>
                </c:pt>
                <c:pt idx="2718">
                  <c:v>7381.6336149703711</c:v>
                </c:pt>
                <c:pt idx="2719">
                  <c:v>7381.537346413983</c:v>
                </c:pt>
                <c:pt idx="2720">
                  <c:v>7382.1791988307268</c:v>
                </c:pt>
                <c:pt idx="2721">
                  <c:v>7381.9591108701316</c:v>
                </c:pt>
                <c:pt idx="2722">
                  <c:v>7384.3470937064567</c:v>
                </c:pt>
                <c:pt idx="2723">
                  <c:v>7386.0192398078807</c:v>
                </c:pt>
                <c:pt idx="2724">
                  <c:v>7388.1161657649645</c:v>
                </c:pt>
                <c:pt idx="2725">
                  <c:v>7387.9424593781323</c:v>
                </c:pt>
                <c:pt idx="2726">
                  <c:v>7387.8937092168135</c:v>
                </c:pt>
                <c:pt idx="2727">
                  <c:v>7390.2618313151434</c:v>
                </c:pt>
                <c:pt idx="2728">
                  <c:v>7392.8948372362902</c:v>
                </c:pt>
                <c:pt idx="2729">
                  <c:v>7392.7027814857747</c:v>
                </c:pt>
                <c:pt idx="2730">
                  <c:v>7392.6643250300458</c:v>
                </c:pt>
                <c:pt idx="2731">
                  <c:v>7393.8102569539133</c:v>
                </c:pt>
                <c:pt idx="2732">
                  <c:v>7394.1892340060404</c:v>
                </c:pt>
                <c:pt idx="2733">
                  <c:v>7394.7298645705796</c:v>
                </c:pt>
                <c:pt idx="2734">
                  <c:v>7397.9394166237644</c:v>
                </c:pt>
                <c:pt idx="2735">
                  <c:v>7399.2108487891765</c:v>
                </c:pt>
                <c:pt idx="2736">
                  <c:v>7399.8427591977006</c:v>
                </c:pt>
                <c:pt idx="2737">
                  <c:v>7400.7321893651488</c:v>
                </c:pt>
                <c:pt idx="2738">
                  <c:v>7402.4219349808873</c:v>
                </c:pt>
                <c:pt idx="2739">
                  <c:v>7404.1397376183086</c:v>
                </c:pt>
                <c:pt idx="2740">
                  <c:v>7423.3936937711533</c:v>
                </c:pt>
                <c:pt idx="2741">
                  <c:v>7425.6824134683584</c:v>
                </c:pt>
                <c:pt idx="2742">
                  <c:v>7439.2076218143075</c:v>
                </c:pt>
                <c:pt idx="2743">
                  <c:v>7452.8465445775646</c:v>
                </c:pt>
                <c:pt idx="2744">
                  <c:v>7461.3119850163539</c:v>
                </c:pt>
                <c:pt idx="2745">
                  <c:v>7461.0941247794399</c:v>
                </c:pt>
                <c:pt idx="2746">
                  <c:v>7461.5201370195628</c:v>
                </c:pt>
                <c:pt idx="2747">
                  <c:v>7463.2324642682725</c:v>
                </c:pt>
                <c:pt idx="2748">
                  <c:v>7463.6950038529876</c:v>
                </c:pt>
                <c:pt idx="2749">
                  <c:v>7464.6963441619482</c:v>
                </c:pt>
                <c:pt idx="2750">
                  <c:v>7466.4887220111832</c:v>
                </c:pt>
                <c:pt idx="2751">
                  <c:v>7467.5458673976764</c:v>
                </c:pt>
                <c:pt idx="2752">
                  <c:v>7468.0088226604048</c:v>
                </c:pt>
                <c:pt idx="2753">
                  <c:v>7468.7144788333881</c:v>
                </c:pt>
                <c:pt idx="2754">
                  <c:v>7478.455458228681</c:v>
                </c:pt>
                <c:pt idx="2755">
                  <c:v>7485.1085064576855</c:v>
                </c:pt>
                <c:pt idx="2756">
                  <c:v>7484.7700201983389</c:v>
                </c:pt>
                <c:pt idx="2757">
                  <c:v>7486.2739799847359</c:v>
                </c:pt>
                <c:pt idx="2758">
                  <c:v>7486.3633983634045</c:v>
                </c:pt>
                <c:pt idx="2759">
                  <c:v>7486.3378870216065</c:v>
                </c:pt>
                <c:pt idx="2760">
                  <c:v>7487.2263401825876</c:v>
                </c:pt>
                <c:pt idx="2761">
                  <c:v>7487.1672378298072</c:v>
                </c:pt>
                <c:pt idx="2762">
                  <c:v>7487.1530183896684</c:v>
                </c:pt>
                <c:pt idx="2763">
                  <c:v>7488.7660663292318</c:v>
                </c:pt>
                <c:pt idx="2764">
                  <c:v>7489.5222826551462</c:v>
                </c:pt>
                <c:pt idx="2765">
                  <c:v>7489.4300350683516</c:v>
                </c:pt>
                <c:pt idx="2766">
                  <c:v>7490.5438877353554</c:v>
                </c:pt>
                <c:pt idx="2767">
                  <c:v>7491.6349817307791</c:v>
                </c:pt>
                <c:pt idx="2768">
                  <c:v>7492.8830454389863</c:v>
                </c:pt>
                <c:pt idx="2769">
                  <c:v>7493.6460562316952</c:v>
                </c:pt>
                <c:pt idx="2770">
                  <c:v>7495.073048140549</c:v>
                </c:pt>
                <c:pt idx="2771">
                  <c:v>7495.3066388477582</c:v>
                </c:pt>
                <c:pt idx="2772">
                  <c:v>7494.9188174098281</c:v>
                </c:pt>
                <c:pt idx="2773">
                  <c:v>7495.7009053383008</c:v>
                </c:pt>
                <c:pt idx="2774">
                  <c:v>7497.1802758279373</c:v>
                </c:pt>
                <c:pt idx="2775">
                  <c:v>7497.0951004417047</c:v>
                </c:pt>
                <c:pt idx="2776">
                  <c:v>7497.6804458844372</c:v>
                </c:pt>
                <c:pt idx="2777">
                  <c:v>7497.6416962954791</c:v>
                </c:pt>
                <c:pt idx="2778">
                  <c:v>7504.2509326004647</c:v>
                </c:pt>
                <c:pt idx="2779">
                  <c:v>7507.2590876883442</c:v>
                </c:pt>
                <c:pt idx="2780">
                  <c:v>7507.128727843794</c:v>
                </c:pt>
                <c:pt idx="2781">
                  <c:v>7507.1102159957954</c:v>
                </c:pt>
                <c:pt idx="2782">
                  <c:v>7507.106532103161</c:v>
                </c:pt>
                <c:pt idx="2783">
                  <c:v>7507.3258474966005</c:v>
                </c:pt>
                <c:pt idx="2784">
                  <c:v>7507.3547379923821</c:v>
                </c:pt>
                <c:pt idx="2785">
                  <c:v>7507.4729440862939</c:v>
                </c:pt>
                <c:pt idx="2786">
                  <c:v>7507.6608966947842</c:v>
                </c:pt>
                <c:pt idx="2787">
                  <c:v>7511.1822906205725</c:v>
                </c:pt>
                <c:pt idx="2788">
                  <c:v>7547.2818260201439</c:v>
                </c:pt>
                <c:pt idx="2789">
                  <c:v>7546.9246331652557</c:v>
                </c:pt>
                <c:pt idx="2790">
                  <c:v>7547.1371659161186</c:v>
                </c:pt>
                <c:pt idx="2791">
                  <c:v>7547.8905586694245</c:v>
                </c:pt>
                <c:pt idx="2792">
                  <c:v>7548.3858148676682</c:v>
                </c:pt>
                <c:pt idx="2793">
                  <c:v>7555.3358493692403</c:v>
                </c:pt>
                <c:pt idx="2794">
                  <c:v>7555.0218927148353</c:v>
                </c:pt>
                <c:pt idx="2795">
                  <c:v>7559.9990300776062</c:v>
                </c:pt>
                <c:pt idx="2796">
                  <c:v>7561.594608404851</c:v>
                </c:pt>
                <c:pt idx="2797">
                  <c:v>7561.3658858338777</c:v>
                </c:pt>
                <c:pt idx="2798">
                  <c:v>7561.34039272676</c:v>
                </c:pt>
                <c:pt idx="2799">
                  <c:v>7563.1217797122899</c:v>
                </c:pt>
                <c:pt idx="2800">
                  <c:v>7564.5993588521733</c:v>
                </c:pt>
                <c:pt idx="2801">
                  <c:v>7566.0269067207819</c:v>
                </c:pt>
                <c:pt idx="2802">
                  <c:v>7567.8909377151595</c:v>
                </c:pt>
                <c:pt idx="2803">
                  <c:v>7569.7038400537058</c:v>
                </c:pt>
                <c:pt idx="2804">
                  <c:v>7569.5136774063321</c:v>
                </c:pt>
                <c:pt idx="2805">
                  <c:v>7569.6021075556455</c:v>
                </c:pt>
                <c:pt idx="2806">
                  <c:v>7570.1089558451549</c:v>
                </c:pt>
                <c:pt idx="2807">
                  <c:v>7570.0791231515132</c:v>
                </c:pt>
                <c:pt idx="2808">
                  <c:v>7570.1698444133244</c:v>
                </c:pt>
                <c:pt idx="2809">
                  <c:v>7570.2896308397221</c:v>
                </c:pt>
                <c:pt idx="2810">
                  <c:v>7570.5010363637139</c:v>
                </c:pt>
                <c:pt idx="2811">
                  <c:v>7570.4931234818969</c:v>
                </c:pt>
                <c:pt idx="2812">
                  <c:v>7571.7210323928775</c:v>
                </c:pt>
                <c:pt idx="2813">
                  <c:v>7572.3299385840883</c:v>
                </c:pt>
                <c:pt idx="2814">
                  <c:v>7572.6283921899994</c:v>
                </c:pt>
                <c:pt idx="2815">
                  <c:v>7572.5654318472298</c:v>
                </c:pt>
                <c:pt idx="2816">
                  <c:v>7572.5470395616057</c:v>
                </c:pt>
                <c:pt idx="2817">
                  <c:v>7572.580494348631</c:v>
                </c:pt>
                <c:pt idx="2818">
                  <c:v>7572.6204689339675</c:v>
                </c:pt>
                <c:pt idx="2819">
                  <c:v>7572.7131615994604</c:v>
                </c:pt>
                <c:pt idx="2820">
                  <c:v>7573.0785058869142</c:v>
                </c:pt>
                <c:pt idx="2821">
                  <c:v>7574.6183085751336</c:v>
                </c:pt>
                <c:pt idx="2822">
                  <c:v>7575.388007096868</c:v>
                </c:pt>
                <c:pt idx="2823">
                  <c:v>7576.1574856695433</c:v>
                </c:pt>
                <c:pt idx="2824">
                  <c:v>7576.4541716269296</c:v>
                </c:pt>
                <c:pt idx="2825">
                  <c:v>7577.1381577996108</c:v>
                </c:pt>
                <c:pt idx="2826">
                  <c:v>7578.7402298012184</c:v>
                </c:pt>
                <c:pt idx="2827">
                  <c:v>7582.6887324382778</c:v>
                </c:pt>
                <c:pt idx="2828">
                  <c:v>7583.1608807160846</c:v>
                </c:pt>
                <c:pt idx="2829">
                  <c:v>7584.139661013377</c:v>
                </c:pt>
                <c:pt idx="2830">
                  <c:v>7585.5455391807254</c:v>
                </c:pt>
                <c:pt idx="2831">
                  <c:v>7585.5129134395565</c:v>
                </c:pt>
                <c:pt idx="2832">
                  <c:v>7585.8035970205319</c:v>
                </c:pt>
                <c:pt idx="2833">
                  <c:v>7585.7875982735786</c:v>
                </c:pt>
                <c:pt idx="2834">
                  <c:v>7587.5910070285463</c:v>
                </c:pt>
                <c:pt idx="2835">
                  <c:v>7589.1685562558005</c:v>
                </c:pt>
                <c:pt idx="2836">
                  <c:v>7589.061914546035</c:v>
                </c:pt>
                <c:pt idx="2837">
                  <c:v>7589.0374404043987</c:v>
                </c:pt>
                <c:pt idx="2838">
                  <c:v>7589.3106090345764</c:v>
                </c:pt>
                <c:pt idx="2839">
                  <c:v>7589.6095661389763</c:v>
                </c:pt>
                <c:pt idx="2840">
                  <c:v>7590.5355903049795</c:v>
                </c:pt>
                <c:pt idx="2841">
                  <c:v>7590.5727672297853</c:v>
                </c:pt>
                <c:pt idx="2842">
                  <c:v>7590.604198581168</c:v>
                </c:pt>
                <c:pt idx="2843">
                  <c:v>7592.3475895685333</c:v>
                </c:pt>
                <c:pt idx="2844">
                  <c:v>7592.6195723782284</c:v>
                </c:pt>
                <c:pt idx="2845">
                  <c:v>7592.4789095267033</c:v>
                </c:pt>
                <c:pt idx="2846">
                  <c:v>7593.0678878186973</c:v>
                </c:pt>
                <c:pt idx="2847">
                  <c:v>7595.580565098745</c:v>
                </c:pt>
                <c:pt idx="2848">
                  <c:v>7596.3205184952112</c:v>
                </c:pt>
                <c:pt idx="2849">
                  <c:v>7596.2003383380625</c:v>
                </c:pt>
                <c:pt idx="2850">
                  <c:v>7596.7551331263003</c:v>
                </c:pt>
                <c:pt idx="2851">
                  <c:v>7597.0299046551254</c:v>
                </c:pt>
                <c:pt idx="2852">
                  <c:v>7597.9848011054819</c:v>
                </c:pt>
                <c:pt idx="2853">
                  <c:v>7599.266195372089</c:v>
                </c:pt>
                <c:pt idx="2854">
                  <c:v>7599.4400645768683</c:v>
                </c:pt>
                <c:pt idx="2855">
                  <c:v>7599.8188587003533</c:v>
                </c:pt>
                <c:pt idx="2856">
                  <c:v>7600.5163392802788</c:v>
                </c:pt>
                <c:pt idx="2857">
                  <c:v>7600.5643541631935</c:v>
                </c:pt>
                <c:pt idx="2858">
                  <c:v>7602.8516049612017</c:v>
                </c:pt>
                <c:pt idx="2859">
                  <c:v>7609.19674518191</c:v>
                </c:pt>
                <c:pt idx="2860">
                  <c:v>7610.1083505947154</c:v>
                </c:pt>
                <c:pt idx="2861">
                  <c:v>7609.9308390326605</c:v>
                </c:pt>
                <c:pt idx="2862">
                  <c:v>7611.7615558297721</c:v>
                </c:pt>
                <c:pt idx="2863">
                  <c:v>7611.9787453629906</c:v>
                </c:pt>
                <c:pt idx="2864">
                  <c:v>7611.9597467569474</c:v>
                </c:pt>
                <c:pt idx="2865">
                  <c:v>7612.6716589372663</c:v>
                </c:pt>
                <c:pt idx="2866">
                  <c:v>7613.7967050780699</c:v>
                </c:pt>
                <c:pt idx="2867">
                  <c:v>7613.6069451183475</c:v>
                </c:pt>
                <c:pt idx="2868">
                  <c:v>7614.667690715075</c:v>
                </c:pt>
                <c:pt idx="2869">
                  <c:v>7614.5452332712275</c:v>
                </c:pt>
                <c:pt idx="2870">
                  <c:v>7617.1114332407124</c:v>
                </c:pt>
                <c:pt idx="2871">
                  <c:v>7618.1283714741658</c:v>
                </c:pt>
                <c:pt idx="2872">
                  <c:v>7618.5095563989044</c:v>
                </c:pt>
                <c:pt idx="2873">
                  <c:v>7618.4453308793472</c:v>
                </c:pt>
                <c:pt idx="2874">
                  <c:v>7618.4324086892775</c:v>
                </c:pt>
                <c:pt idx="2875">
                  <c:v>7618.4296520092948</c:v>
                </c:pt>
                <c:pt idx="2876">
                  <c:v>7618.673485197537</c:v>
                </c:pt>
                <c:pt idx="2877">
                  <c:v>7618.6579365807529</c:v>
                </c:pt>
                <c:pt idx="2878">
                  <c:v>7620.1257249266264</c:v>
                </c:pt>
                <c:pt idx="2879">
                  <c:v>7620.5477199271818</c:v>
                </c:pt>
                <c:pt idx="2880">
                  <c:v>7620.6997179733426</c:v>
                </c:pt>
                <c:pt idx="2881">
                  <c:v>7620.8334199117007</c:v>
                </c:pt>
                <c:pt idx="2882">
                  <c:v>7621.2586394188011</c:v>
                </c:pt>
                <c:pt idx="2883">
                  <c:v>7622.30873996428</c:v>
                </c:pt>
                <c:pt idx="2884">
                  <c:v>7623.1816329808098</c:v>
                </c:pt>
                <c:pt idx="2885">
                  <c:v>7623.5001982361864</c:v>
                </c:pt>
                <c:pt idx="2886">
                  <c:v>7624.9186240781009</c:v>
                </c:pt>
                <c:pt idx="2887">
                  <c:v>7624.8124907964775</c:v>
                </c:pt>
                <c:pt idx="2888">
                  <c:v>7625.4754032280043</c:v>
                </c:pt>
                <c:pt idx="2889">
                  <c:v>7628.6370820399488</c:v>
                </c:pt>
                <c:pt idx="2890">
                  <c:v>7628.3174508869542</c:v>
                </c:pt>
                <c:pt idx="2891">
                  <c:v>7629.8000615927867</c:v>
                </c:pt>
                <c:pt idx="2892">
                  <c:v>7629.7697631368173</c:v>
                </c:pt>
                <c:pt idx="2893">
                  <c:v>7632.0744221854857</c:v>
                </c:pt>
                <c:pt idx="2894">
                  <c:v>7633.8101494113116</c:v>
                </c:pt>
                <c:pt idx="2895">
                  <c:v>7633.6564389798841</c:v>
                </c:pt>
                <c:pt idx="2896">
                  <c:v>7635.2785685124109</c:v>
                </c:pt>
                <c:pt idx="2897">
                  <c:v>7635.11734821345</c:v>
                </c:pt>
                <c:pt idx="2898">
                  <c:v>7636.976370521058</c:v>
                </c:pt>
                <c:pt idx="2899">
                  <c:v>7638.2391251882209</c:v>
                </c:pt>
                <c:pt idx="2900">
                  <c:v>7638.1307672061403</c:v>
                </c:pt>
                <c:pt idx="2901">
                  <c:v>7639.5574877615963</c:v>
                </c:pt>
                <c:pt idx="2902">
                  <c:v>7640.2732379431036</c:v>
                </c:pt>
                <c:pt idx="2903">
                  <c:v>7640.7664562868995</c:v>
                </c:pt>
                <c:pt idx="2904">
                  <c:v>7641.2277774992826</c:v>
                </c:pt>
                <c:pt idx="2905">
                  <c:v>7641.2863472116196</c:v>
                </c:pt>
                <c:pt idx="2906">
                  <c:v>7641.982374043725</c:v>
                </c:pt>
                <c:pt idx="2907">
                  <c:v>7643.6458725167786</c:v>
                </c:pt>
                <c:pt idx="2908">
                  <c:v>7644.2499032150281</c:v>
                </c:pt>
                <c:pt idx="2909">
                  <c:v>7647.7139533029576</c:v>
                </c:pt>
                <c:pt idx="2910">
                  <c:v>7648.1715727553692</c:v>
                </c:pt>
                <c:pt idx="2911">
                  <c:v>7650.3174114065678</c:v>
                </c:pt>
                <c:pt idx="2912">
                  <c:v>7651.6285265800007</c:v>
                </c:pt>
                <c:pt idx="2913">
                  <c:v>7652.4500302020006</c:v>
                </c:pt>
                <c:pt idx="2914">
                  <c:v>7652.3343316475666</c:v>
                </c:pt>
                <c:pt idx="2915">
                  <c:v>7652.8835018204263</c:v>
                </c:pt>
                <c:pt idx="2916">
                  <c:v>7653.939901953715</c:v>
                </c:pt>
                <c:pt idx="2917">
                  <c:v>7654.8361487337716</c:v>
                </c:pt>
                <c:pt idx="2918">
                  <c:v>7655.1580707106514</c:v>
                </c:pt>
                <c:pt idx="2919">
                  <c:v>7655.6923212750298</c:v>
                </c:pt>
                <c:pt idx="2920">
                  <c:v>7656.7377988619683</c:v>
                </c:pt>
                <c:pt idx="2921">
                  <c:v>7656.6757539257378</c:v>
                </c:pt>
                <c:pt idx="2922">
                  <c:v>7661.3499599554052</c:v>
                </c:pt>
                <c:pt idx="2923">
                  <c:v>7662.9768108336275</c:v>
                </c:pt>
                <c:pt idx="2924">
                  <c:v>7664.8874483383424</c:v>
                </c:pt>
                <c:pt idx="2925">
                  <c:v>7666.0481940194049</c:v>
                </c:pt>
                <c:pt idx="2926">
                  <c:v>7666.8458957689027</c:v>
                </c:pt>
                <c:pt idx="2927">
                  <c:v>7667.7267435553213</c:v>
                </c:pt>
                <c:pt idx="2928">
                  <c:v>7669.4169466226895</c:v>
                </c:pt>
                <c:pt idx="2929">
                  <c:v>7670.5557197877743</c:v>
                </c:pt>
                <c:pt idx="2930">
                  <c:v>7671.5148115516467</c:v>
                </c:pt>
                <c:pt idx="2931">
                  <c:v>7674.273252353074</c:v>
                </c:pt>
                <c:pt idx="2932">
                  <c:v>7675.0010532173155</c:v>
                </c:pt>
                <c:pt idx="2933">
                  <c:v>7675.7135295223225</c:v>
                </c:pt>
                <c:pt idx="2934">
                  <c:v>7677.6139684758118</c:v>
                </c:pt>
                <c:pt idx="2935">
                  <c:v>7679.0768387289891</c:v>
                </c:pt>
                <c:pt idx="2936">
                  <c:v>7683.4805854415381</c:v>
                </c:pt>
                <c:pt idx="2937">
                  <c:v>7683.766275572877</c:v>
                </c:pt>
                <c:pt idx="2938">
                  <c:v>7685.2329249752283</c:v>
                </c:pt>
                <c:pt idx="2939">
                  <c:v>7686.434501362296</c:v>
                </c:pt>
                <c:pt idx="2940">
                  <c:v>7686.251679197766</c:v>
                </c:pt>
                <c:pt idx="2941">
                  <c:v>7686.9739117729559</c:v>
                </c:pt>
                <c:pt idx="2942">
                  <c:v>7686.9306648048359</c:v>
                </c:pt>
                <c:pt idx="2943">
                  <c:v>7687.2687128731204</c:v>
                </c:pt>
                <c:pt idx="2944">
                  <c:v>7688.3172092282948</c:v>
                </c:pt>
                <c:pt idx="2945">
                  <c:v>7688.2397333334138</c:v>
                </c:pt>
                <c:pt idx="2946">
                  <c:v>7721.0479112412231</c:v>
                </c:pt>
                <c:pt idx="2947">
                  <c:v>7721.7307189953563</c:v>
                </c:pt>
                <c:pt idx="2948">
                  <c:v>7721.5500311657788</c:v>
                </c:pt>
                <c:pt idx="2949">
                  <c:v>7724.7300273900228</c:v>
                </c:pt>
                <c:pt idx="2950">
                  <c:v>7724.5477899224898</c:v>
                </c:pt>
                <c:pt idx="2951">
                  <c:v>7724.6234557319958</c:v>
                </c:pt>
                <c:pt idx="2952">
                  <c:v>7725.210302560271</c:v>
                </c:pt>
                <c:pt idx="2953">
                  <c:v>7725.2324870098901</c:v>
                </c:pt>
                <c:pt idx="2954">
                  <c:v>7725.2206457918055</c:v>
                </c:pt>
                <c:pt idx="2955">
                  <c:v>7725.2259081129723</c:v>
                </c:pt>
                <c:pt idx="2956">
                  <c:v>7726.0609484679107</c:v>
                </c:pt>
                <c:pt idx="2957">
                  <c:v>7726.3617667573644</c:v>
                </c:pt>
                <c:pt idx="2958">
                  <c:v>7726.3220645720967</c:v>
                </c:pt>
                <c:pt idx="2959">
                  <c:v>7726.4839399727034</c:v>
                </c:pt>
                <c:pt idx="2960">
                  <c:v>7727.5878801882227</c:v>
                </c:pt>
                <c:pt idx="2961">
                  <c:v>7728.2241178352106</c:v>
                </c:pt>
                <c:pt idx="2962">
                  <c:v>7729.0279234737827</c:v>
                </c:pt>
                <c:pt idx="2963">
                  <c:v>7730.0944630237254</c:v>
                </c:pt>
                <c:pt idx="2964">
                  <c:v>7730.4710592877318</c:v>
                </c:pt>
                <c:pt idx="2965">
                  <c:v>7730.3606552080983</c:v>
                </c:pt>
                <c:pt idx="2966">
                  <c:v>7738.311669608418</c:v>
                </c:pt>
                <c:pt idx="2967">
                  <c:v>7737.7403915508412</c:v>
                </c:pt>
                <c:pt idx="2968">
                  <c:v>7738.2696900578931</c:v>
                </c:pt>
                <c:pt idx="2969">
                  <c:v>7738.2985216593061</c:v>
                </c:pt>
                <c:pt idx="2970">
                  <c:v>7738.322903413612</c:v>
                </c:pt>
                <c:pt idx="2971">
                  <c:v>7747.1894909899402</c:v>
                </c:pt>
                <c:pt idx="2972">
                  <c:v>7746.9532468845673</c:v>
                </c:pt>
                <c:pt idx="2973">
                  <c:v>7747.1177129838843</c:v>
                </c:pt>
                <c:pt idx="2974">
                  <c:v>7747.6686592853321</c:v>
                </c:pt>
                <c:pt idx="2975">
                  <c:v>7747.9051809386483</c:v>
                </c:pt>
                <c:pt idx="2976">
                  <c:v>7748.7919078260575</c:v>
                </c:pt>
                <c:pt idx="2977">
                  <c:v>7749.1974408914421</c:v>
                </c:pt>
                <c:pt idx="2978">
                  <c:v>7749.1391254062355</c:v>
                </c:pt>
                <c:pt idx="2979">
                  <c:v>7750.2732978559334</c:v>
                </c:pt>
                <c:pt idx="2980">
                  <c:v>7750.4703910000499</c:v>
                </c:pt>
                <c:pt idx="2981">
                  <c:v>7751.7723619788731</c:v>
                </c:pt>
                <c:pt idx="2982">
                  <c:v>7751.7714064650736</c:v>
                </c:pt>
                <c:pt idx="2983">
                  <c:v>7751.7476735969685</c:v>
                </c:pt>
                <c:pt idx="2984">
                  <c:v>7753.0817877189684</c:v>
                </c:pt>
                <c:pt idx="2985">
                  <c:v>7753.416474481337</c:v>
                </c:pt>
                <c:pt idx="2986">
                  <c:v>7754.4630541376364</c:v>
                </c:pt>
                <c:pt idx="2987">
                  <c:v>7754.2717757619766</c:v>
                </c:pt>
                <c:pt idx="2988">
                  <c:v>7757.946379408897</c:v>
                </c:pt>
                <c:pt idx="2989">
                  <c:v>7757.671593628419</c:v>
                </c:pt>
                <c:pt idx="2990">
                  <c:v>7757.7946052933985</c:v>
                </c:pt>
                <c:pt idx="2991">
                  <c:v>7757.8148863767829</c:v>
                </c:pt>
                <c:pt idx="2992">
                  <c:v>7757.8028270538916</c:v>
                </c:pt>
                <c:pt idx="2993">
                  <c:v>7757.915308825538</c:v>
                </c:pt>
                <c:pt idx="2994">
                  <c:v>7758.0895347792448</c:v>
                </c:pt>
                <c:pt idx="2995">
                  <c:v>7761.0991701311532</c:v>
                </c:pt>
                <c:pt idx="2996">
                  <c:v>7761.9211838198125</c:v>
                </c:pt>
                <c:pt idx="2997">
                  <c:v>7762.3489282536775</c:v>
                </c:pt>
                <c:pt idx="2998">
                  <c:v>7763.0836716119202</c:v>
                </c:pt>
                <c:pt idx="2999">
                  <c:v>7763.1155325974232</c:v>
                </c:pt>
                <c:pt idx="3000">
                  <c:v>7766.3332533667344</c:v>
                </c:pt>
                <c:pt idx="3001">
                  <c:v>7767.0330441741662</c:v>
                </c:pt>
                <c:pt idx="3002">
                  <c:v>7772.0992390213896</c:v>
                </c:pt>
                <c:pt idx="3003">
                  <c:v>7772.6853843392819</c:v>
                </c:pt>
                <c:pt idx="3004">
                  <c:v>7774.390763227605</c:v>
                </c:pt>
                <c:pt idx="3005">
                  <c:v>7775.4713505124882</c:v>
                </c:pt>
                <c:pt idx="3006">
                  <c:v>7778.7585871444544</c:v>
                </c:pt>
                <c:pt idx="3007">
                  <c:v>7779.2141117904275</c:v>
                </c:pt>
                <c:pt idx="3008">
                  <c:v>7779.0690433898835</c:v>
                </c:pt>
                <c:pt idx="3009">
                  <c:v>7782.5427782057786</c:v>
                </c:pt>
                <c:pt idx="3010">
                  <c:v>7782.2272377765657</c:v>
                </c:pt>
                <c:pt idx="3011">
                  <c:v>7783.0931933295506</c:v>
                </c:pt>
                <c:pt idx="3012">
                  <c:v>7788.2072506864642</c:v>
                </c:pt>
                <c:pt idx="3013">
                  <c:v>7810.0773904703328</c:v>
                </c:pt>
                <c:pt idx="3014">
                  <c:v>7810.7084676037275</c:v>
                </c:pt>
                <c:pt idx="3015">
                  <c:v>7815.3106715660797</c:v>
                </c:pt>
                <c:pt idx="3016">
                  <c:v>7816.5282852038526</c:v>
                </c:pt>
                <c:pt idx="3017">
                  <c:v>7816.3214317741249</c:v>
                </c:pt>
                <c:pt idx="3018">
                  <c:v>7822.7639998386685</c:v>
                </c:pt>
                <c:pt idx="3019">
                  <c:v>7824.1884533510547</c:v>
                </c:pt>
                <c:pt idx="3020">
                  <c:v>7826.169407632683</c:v>
                </c:pt>
                <c:pt idx="3021">
                  <c:v>7826.7554710871873</c:v>
                </c:pt>
                <c:pt idx="3022">
                  <c:v>7827.3864910686807</c:v>
                </c:pt>
                <c:pt idx="3023">
                  <c:v>7827.8031259267991</c:v>
                </c:pt>
                <c:pt idx="3024">
                  <c:v>7828.0172159905014</c:v>
                </c:pt>
                <c:pt idx="3025">
                  <c:v>7828.2448687758806</c:v>
                </c:pt>
                <c:pt idx="3026">
                  <c:v>7828.4291868288465</c:v>
                </c:pt>
                <c:pt idx="3027">
                  <c:v>7828.7065578588717</c:v>
                </c:pt>
                <c:pt idx="3028">
                  <c:v>7832.3468078836358</c:v>
                </c:pt>
                <c:pt idx="3029">
                  <c:v>7833.993301458203</c:v>
                </c:pt>
                <c:pt idx="3030">
                  <c:v>7837.8695023236287</c:v>
                </c:pt>
                <c:pt idx="3031">
                  <c:v>7838.2517372333668</c:v>
                </c:pt>
                <c:pt idx="3032">
                  <c:v>7847.7933224126837</c:v>
                </c:pt>
                <c:pt idx="3033">
                  <c:v>7849.1145197256392</c:v>
                </c:pt>
                <c:pt idx="3034">
                  <c:v>7849.4173015008673</c:v>
                </c:pt>
                <c:pt idx="3035">
                  <c:v>7851.1029966241067</c:v>
                </c:pt>
                <c:pt idx="3036">
                  <c:v>7850.9463083107121</c:v>
                </c:pt>
                <c:pt idx="3037">
                  <c:v>7851.2860023314033</c:v>
                </c:pt>
                <c:pt idx="3038">
                  <c:v>7856.5377529059306</c:v>
                </c:pt>
                <c:pt idx="3039">
                  <c:v>7864.2533898996571</c:v>
                </c:pt>
                <c:pt idx="3040">
                  <c:v>7871.9861510844339</c:v>
                </c:pt>
                <c:pt idx="3041">
                  <c:v>7872.5692035404163</c:v>
                </c:pt>
                <c:pt idx="3042">
                  <c:v>7872.9299540143365</c:v>
                </c:pt>
                <c:pt idx="3043">
                  <c:v>7874.6933478296314</c:v>
                </c:pt>
                <c:pt idx="3044">
                  <c:v>7875.0029992245754</c:v>
                </c:pt>
                <c:pt idx="3045">
                  <c:v>7877.5062373211231</c:v>
                </c:pt>
                <c:pt idx="3046">
                  <c:v>7877.7253280816776</c:v>
                </c:pt>
                <c:pt idx="3047">
                  <c:v>7877.6890928757375</c:v>
                </c:pt>
                <c:pt idx="3048">
                  <c:v>7877.8699160706046</c:v>
                </c:pt>
                <c:pt idx="3049">
                  <c:v>7878.0603844287452</c:v>
                </c:pt>
                <c:pt idx="3050">
                  <c:v>7878.2451494152256</c:v>
                </c:pt>
                <c:pt idx="3051">
                  <c:v>7878.5007432410466</c:v>
                </c:pt>
                <c:pt idx="3052">
                  <c:v>7879.3888779545123</c:v>
                </c:pt>
                <c:pt idx="3053">
                  <c:v>7879.2966405852576</c:v>
                </c:pt>
                <c:pt idx="3054">
                  <c:v>7879.3199484810384</c:v>
                </c:pt>
                <c:pt idx="3055">
                  <c:v>7880.2665828182398</c:v>
                </c:pt>
                <c:pt idx="3056">
                  <c:v>7880.1665994958339</c:v>
                </c:pt>
                <c:pt idx="3057">
                  <c:v>7881.424379705667</c:v>
                </c:pt>
                <c:pt idx="3058">
                  <c:v>7898.9402795710284</c:v>
                </c:pt>
                <c:pt idx="3059">
                  <c:v>7904.1305705593923</c:v>
                </c:pt>
                <c:pt idx="3060">
                  <c:v>7903.7485142765081</c:v>
                </c:pt>
                <c:pt idx="3061">
                  <c:v>7903.678018269341</c:v>
                </c:pt>
                <c:pt idx="3062">
                  <c:v>7909.8146932104628</c:v>
                </c:pt>
                <c:pt idx="3063">
                  <c:v>7909.4518953282204</c:v>
                </c:pt>
                <c:pt idx="3064">
                  <c:v>7910.0267297164082</c:v>
                </c:pt>
                <c:pt idx="3065">
                  <c:v>7912.8363417452538</c:v>
                </c:pt>
                <c:pt idx="3066">
                  <c:v>7948.5405465094618</c:v>
                </c:pt>
                <c:pt idx="3067">
                  <c:v>7948.3740865403151</c:v>
                </c:pt>
                <c:pt idx="3068">
                  <c:v>7948.9237657625235</c:v>
                </c:pt>
                <c:pt idx="3069">
                  <c:v>7948.8758471291885</c:v>
                </c:pt>
                <c:pt idx="3070">
                  <c:v>7948.9562058199654</c:v>
                </c:pt>
                <c:pt idx="3071">
                  <c:v>7950.0047306767729</c:v>
                </c:pt>
                <c:pt idx="3072">
                  <c:v>7950.4132652339704</c:v>
                </c:pt>
                <c:pt idx="3073">
                  <c:v>7950.4810154214356</c:v>
                </c:pt>
                <c:pt idx="3074">
                  <c:v>7950.8043909665166</c:v>
                </c:pt>
                <c:pt idx="3075">
                  <c:v>7951.2608703695787</c:v>
                </c:pt>
                <c:pt idx="3076">
                  <c:v>7951.3789372176307</c:v>
                </c:pt>
                <c:pt idx="3077">
                  <c:v>7952.4430459965761</c:v>
                </c:pt>
                <c:pt idx="3078">
                  <c:v>7952.3936347970694</c:v>
                </c:pt>
                <c:pt idx="3079">
                  <c:v>7952.7803810046362</c:v>
                </c:pt>
                <c:pt idx="3080">
                  <c:v>7953.8374188491653</c:v>
                </c:pt>
                <c:pt idx="3081">
                  <c:v>7954.4182010884688</c:v>
                </c:pt>
                <c:pt idx="3082">
                  <c:v>7954.8939507286668</c:v>
                </c:pt>
                <c:pt idx="3083">
                  <c:v>7955.6837775582626</c:v>
                </c:pt>
                <c:pt idx="3084">
                  <c:v>7956.8210674035554</c:v>
                </c:pt>
                <c:pt idx="3085">
                  <c:v>7956.6685594143646</c:v>
                </c:pt>
                <c:pt idx="3086">
                  <c:v>7961.0015596306739</c:v>
                </c:pt>
                <c:pt idx="3087">
                  <c:v>7966.5074967891715</c:v>
                </c:pt>
                <c:pt idx="3088">
                  <c:v>7966.6384294545978</c:v>
                </c:pt>
                <c:pt idx="3089">
                  <c:v>7966.6675141409933</c:v>
                </c:pt>
                <c:pt idx="3090">
                  <c:v>7966.5547334980074</c:v>
                </c:pt>
                <c:pt idx="3091">
                  <c:v>7967.2051594700379</c:v>
                </c:pt>
                <c:pt idx="3092">
                  <c:v>7967.1496146399995</c:v>
                </c:pt>
                <c:pt idx="3093">
                  <c:v>7967.4667977438257</c:v>
                </c:pt>
                <c:pt idx="3094">
                  <c:v>7967.60285630832</c:v>
                </c:pt>
                <c:pt idx="3095">
                  <c:v>7967.870790029222</c:v>
                </c:pt>
                <c:pt idx="3096">
                  <c:v>7968.2866698886955</c:v>
                </c:pt>
                <c:pt idx="3097">
                  <c:v>7968.7077055320569</c:v>
                </c:pt>
                <c:pt idx="3098">
                  <c:v>7968.7558099251046</c:v>
                </c:pt>
                <c:pt idx="3099">
                  <c:v>7969.359605967893</c:v>
                </c:pt>
                <c:pt idx="3100">
                  <c:v>7969.6248943083183</c:v>
                </c:pt>
                <c:pt idx="3101">
                  <c:v>7969.5988003100056</c:v>
                </c:pt>
                <c:pt idx="3102">
                  <c:v>7971.379423698133</c:v>
                </c:pt>
                <c:pt idx="3103">
                  <c:v>7972.1585016092722</c:v>
                </c:pt>
                <c:pt idx="3104">
                  <c:v>7974.9865865301344</c:v>
                </c:pt>
                <c:pt idx="3105">
                  <c:v>7977.271909550007</c:v>
                </c:pt>
                <c:pt idx="3106">
                  <c:v>7980.5528722474937</c:v>
                </c:pt>
                <c:pt idx="3107">
                  <c:v>7990.8666213628185</c:v>
                </c:pt>
                <c:pt idx="3108">
                  <c:v>7993.5823039641609</c:v>
                </c:pt>
                <c:pt idx="3109">
                  <c:v>7994.6265365594809</c:v>
                </c:pt>
                <c:pt idx="3110">
                  <c:v>7994.4509719043435</c:v>
                </c:pt>
                <c:pt idx="3111">
                  <c:v>7994.7016890747154</c:v>
                </c:pt>
                <c:pt idx="3112">
                  <c:v>7995.0215230077965</c:v>
                </c:pt>
                <c:pt idx="3113">
                  <c:v>7995.0596547257264</c:v>
                </c:pt>
                <c:pt idx="3114">
                  <c:v>7996.8156361376487</c:v>
                </c:pt>
                <c:pt idx="3115">
                  <c:v>8007.1693036400075</c:v>
                </c:pt>
                <c:pt idx="3116">
                  <c:v>8009.4964804723368</c:v>
                </c:pt>
                <c:pt idx="3117">
                  <c:v>8010.027121958884</c:v>
                </c:pt>
                <c:pt idx="3118">
                  <c:v>8009.9949262039272</c:v>
                </c:pt>
                <c:pt idx="3119">
                  <c:v>8010.7742203412172</c:v>
                </c:pt>
                <c:pt idx="3120">
                  <c:v>8011.3504256562637</c:v>
                </c:pt>
                <c:pt idx="3121">
                  <c:v>8011.3164077609781</c:v>
                </c:pt>
                <c:pt idx="3122">
                  <c:v>8012.6465614773142</c:v>
                </c:pt>
                <c:pt idx="3123">
                  <c:v>8014.3307490522384</c:v>
                </c:pt>
                <c:pt idx="3124">
                  <c:v>8014.4919017846796</c:v>
                </c:pt>
                <c:pt idx="3125">
                  <c:v>8017.3640754803555</c:v>
                </c:pt>
                <c:pt idx="3126">
                  <c:v>8026.1547823398869</c:v>
                </c:pt>
                <c:pt idx="3127">
                  <c:v>8028.1774733921093</c:v>
                </c:pt>
                <c:pt idx="3128">
                  <c:v>8035.2775898553664</c:v>
                </c:pt>
                <c:pt idx="3129">
                  <c:v>8037.7202983976567</c:v>
                </c:pt>
                <c:pt idx="3130">
                  <c:v>8056.4846976970184</c:v>
                </c:pt>
                <c:pt idx="3131">
                  <c:v>8061.3718923859806</c:v>
                </c:pt>
                <c:pt idx="3132">
                  <c:v>8064.2805719115195</c:v>
                </c:pt>
                <c:pt idx="3133">
                  <c:v>8068.3528103679473</c:v>
                </c:pt>
                <c:pt idx="3134">
                  <c:v>8067.5758564843782</c:v>
                </c:pt>
                <c:pt idx="3135">
                  <c:v>8069.4136562486965</c:v>
                </c:pt>
                <c:pt idx="3136">
                  <c:v>8074.4550363290346</c:v>
                </c:pt>
                <c:pt idx="3137">
                  <c:v>8073.9981327450278</c:v>
                </c:pt>
                <c:pt idx="3138">
                  <c:v>8075.8594186429746</c:v>
                </c:pt>
                <c:pt idx="3139">
                  <c:v>8076.3747208759287</c:v>
                </c:pt>
                <c:pt idx="3140">
                  <c:v>8077.5193030397522</c:v>
                </c:pt>
                <c:pt idx="3141">
                  <c:v>8079.0018951402535</c:v>
                </c:pt>
                <c:pt idx="3142">
                  <c:v>8079.2784794564914</c:v>
                </c:pt>
                <c:pt idx="3143">
                  <c:v>8079.4653695881225</c:v>
                </c:pt>
                <c:pt idx="3144">
                  <c:v>8079.7031322425992</c:v>
                </c:pt>
                <c:pt idx="3145">
                  <c:v>8079.9430530758336</c:v>
                </c:pt>
                <c:pt idx="3146">
                  <c:v>8080.2945372747026</c:v>
                </c:pt>
                <c:pt idx="3147">
                  <c:v>8080.9815028744333</c:v>
                </c:pt>
                <c:pt idx="3148">
                  <c:v>8081.853281784247</c:v>
                </c:pt>
                <c:pt idx="3149">
                  <c:v>8082.2144588611709</c:v>
                </c:pt>
                <c:pt idx="3150">
                  <c:v>8083.4976900813235</c:v>
                </c:pt>
                <c:pt idx="3151">
                  <c:v>8088.1671623131388</c:v>
                </c:pt>
                <c:pt idx="3152">
                  <c:v>8089.0665175089789</c:v>
                </c:pt>
                <c:pt idx="3153">
                  <c:v>8089.9262836118132</c:v>
                </c:pt>
                <c:pt idx="3154">
                  <c:v>8090.9565219888491</c:v>
                </c:pt>
                <c:pt idx="3155">
                  <c:v>8090.6105378931761</c:v>
                </c:pt>
                <c:pt idx="3156">
                  <c:v>8090.4969469348407</c:v>
                </c:pt>
                <c:pt idx="3157">
                  <c:v>8090.3948157794903</c:v>
                </c:pt>
                <c:pt idx="3158">
                  <c:v>8090.3900543136633</c:v>
                </c:pt>
                <c:pt idx="3159">
                  <c:v>8094.6510497888703</c:v>
                </c:pt>
                <c:pt idx="3160">
                  <c:v>8094.5391811625959</c:v>
                </c:pt>
                <c:pt idx="3161">
                  <c:v>8097.8175673900441</c:v>
                </c:pt>
                <c:pt idx="3162">
                  <c:v>8111.3783662366413</c:v>
                </c:pt>
                <c:pt idx="3163">
                  <c:v>8114.103972112297</c:v>
                </c:pt>
                <c:pt idx="3164">
                  <c:v>8114.3234626096464</c:v>
                </c:pt>
                <c:pt idx="3165">
                  <c:v>8114.8040669472402</c:v>
                </c:pt>
                <c:pt idx="3166">
                  <c:v>8114.7736972662942</c:v>
                </c:pt>
                <c:pt idx="3167">
                  <c:v>8114.8943586134546</c:v>
                </c:pt>
                <c:pt idx="3168">
                  <c:v>8116.0075271379164</c:v>
                </c:pt>
                <c:pt idx="3169">
                  <c:v>8116.366577027532</c:v>
                </c:pt>
                <c:pt idx="3170">
                  <c:v>8117.9137651324108</c:v>
                </c:pt>
                <c:pt idx="3171">
                  <c:v>8118.6158539369108</c:v>
                </c:pt>
                <c:pt idx="3172">
                  <c:v>8119.4970979148475</c:v>
                </c:pt>
                <c:pt idx="3173">
                  <c:v>8121.6932113630201</c:v>
                </c:pt>
                <c:pt idx="3174">
                  <c:v>8129.942183862463</c:v>
                </c:pt>
                <c:pt idx="3175">
                  <c:v>8129.3579362712771</c:v>
                </c:pt>
                <c:pt idx="3176">
                  <c:v>8130.430595508541</c:v>
                </c:pt>
                <c:pt idx="3177">
                  <c:v>8130.3011461725264</c:v>
                </c:pt>
                <c:pt idx="3178">
                  <c:v>8131.5995808450489</c:v>
                </c:pt>
                <c:pt idx="3179">
                  <c:v>8131.4167033012782</c:v>
                </c:pt>
                <c:pt idx="3180">
                  <c:v>8132.59430647508</c:v>
                </c:pt>
                <c:pt idx="3181">
                  <c:v>8132.4397131460164</c:v>
                </c:pt>
                <c:pt idx="3182">
                  <c:v>8133.470492081291</c:v>
                </c:pt>
                <c:pt idx="3183">
                  <c:v>8136.4601588304367</c:v>
                </c:pt>
                <c:pt idx="3184">
                  <c:v>8136.3530040402757</c:v>
                </c:pt>
                <c:pt idx="3185">
                  <c:v>8136.9748938097382</c:v>
                </c:pt>
                <c:pt idx="3186">
                  <c:v>8136.90255919013</c:v>
                </c:pt>
                <c:pt idx="3187">
                  <c:v>8137.9881085852221</c:v>
                </c:pt>
                <c:pt idx="3188">
                  <c:v>8137.8808440473531</c:v>
                </c:pt>
                <c:pt idx="3189">
                  <c:v>8138.519760082665</c:v>
                </c:pt>
                <c:pt idx="3190">
                  <c:v>8139.0979129709413</c:v>
                </c:pt>
                <c:pt idx="3191">
                  <c:v>8139.5567008798962</c:v>
                </c:pt>
                <c:pt idx="3192">
                  <c:v>8140.1456732359329</c:v>
                </c:pt>
                <c:pt idx="3193">
                  <c:v>8145.207610062921</c:v>
                </c:pt>
                <c:pt idx="3194">
                  <c:v>8145.9066158161577</c:v>
                </c:pt>
                <c:pt idx="3195">
                  <c:v>8146.4067806866833</c:v>
                </c:pt>
                <c:pt idx="3196">
                  <c:v>8147.3556482707472</c:v>
                </c:pt>
                <c:pt idx="3197">
                  <c:v>8150.3466420803488</c:v>
                </c:pt>
                <c:pt idx="3198">
                  <c:v>8150.9032572341266</c:v>
                </c:pt>
                <c:pt idx="3199">
                  <c:v>8153.6761166984961</c:v>
                </c:pt>
                <c:pt idx="3200">
                  <c:v>8153.8003522546178</c:v>
                </c:pt>
                <c:pt idx="3201">
                  <c:v>8155.7650630931676</c:v>
                </c:pt>
                <c:pt idx="3202">
                  <c:v>8157.4550296376237</c:v>
                </c:pt>
                <c:pt idx="3203">
                  <c:v>8165.656760854763</c:v>
                </c:pt>
                <c:pt idx="3204">
                  <c:v>8165.6867059724545</c:v>
                </c:pt>
                <c:pt idx="3205">
                  <c:v>8166.6569603100124</c:v>
                </c:pt>
                <c:pt idx="3206">
                  <c:v>8166.6356430539654</c:v>
                </c:pt>
                <c:pt idx="3207">
                  <c:v>8167.2447659295858</c:v>
                </c:pt>
                <c:pt idx="3208">
                  <c:v>8168.0104187809338</c:v>
                </c:pt>
                <c:pt idx="3209">
                  <c:v>8168.7121140312183</c:v>
                </c:pt>
                <c:pt idx="3210">
                  <c:v>8168.635000244165</c:v>
                </c:pt>
                <c:pt idx="3211">
                  <c:v>8169.5596930147403</c:v>
                </c:pt>
                <c:pt idx="3212">
                  <c:v>8169.7327392133229</c:v>
                </c:pt>
                <c:pt idx="3213">
                  <c:v>8170.203613364075</c:v>
                </c:pt>
                <c:pt idx="3214">
                  <c:v>8170.6134249925608</c:v>
                </c:pt>
                <c:pt idx="3215">
                  <c:v>8171.0826845244255</c:v>
                </c:pt>
                <c:pt idx="3216">
                  <c:v>8171.9317950342747</c:v>
                </c:pt>
                <c:pt idx="3217">
                  <c:v>8172.3236795151224</c:v>
                </c:pt>
                <c:pt idx="3218">
                  <c:v>8173.6333571311288</c:v>
                </c:pt>
                <c:pt idx="3219">
                  <c:v>8173.6566302008005</c:v>
                </c:pt>
                <c:pt idx="3220">
                  <c:v>8174.8711589164168</c:v>
                </c:pt>
                <c:pt idx="3221">
                  <c:v>8176.9937977046229</c:v>
                </c:pt>
                <c:pt idx="3222">
                  <c:v>8177.1886083221743</c:v>
                </c:pt>
                <c:pt idx="3223">
                  <c:v>8182.6766183184272</c:v>
                </c:pt>
                <c:pt idx="3224">
                  <c:v>8182.6568336591281</c:v>
                </c:pt>
                <c:pt idx="3225">
                  <c:v>8182.8697544453516</c:v>
                </c:pt>
                <c:pt idx="3226">
                  <c:v>8183.5018178547352</c:v>
                </c:pt>
                <c:pt idx="3227">
                  <c:v>8185.8954407113206</c:v>
                </c:pt>
                <c:pt idx="3228">
                  <c:v>8186.9616159352427</c:v>
                </c:pt>
                <c:pt idx="3229">
                  <c:v>8193.2209886467135</c:v>
                </c:pt>
                <c:pt idx="3230">
                  <c:v>8192.4617843726992</c:v>
                </c:pt>
                <c:pt idx="3231">
                  <c:v>8193.3097156681069</c:v>
                </c:pt>
                <c:pt idx="3232">
                  <c:v>8193.4307858661596</c:v>
                </c:pt>
                <c:pt idx="3233">
                  <c:v>8193.4660134881378</c:v>
                </c:pt>
                <c:pt idx="3234">
                  <c:v>8193.8431594530066</c:v>
                </c:pt>
                <c:pt idx="3235">
                  <c:v>8193.8176267340186</c:v>
                </c:pt>
                <c:pt idx="3236">
                  <c:v>8211.9020956953264</c:v>
                </c:pt>
                <c:pt idx="3237">
                  <c:v>8212.7708295941866</c:v>
                </c:pt>
                <c:pt idx="3238">
                  <c:v>8212.7694741303749</c:v>
                </c:pt>
                <c:pt idx="3239">
                  <c:v>8213.3351843157179</c:v>
                </c:pt>
                <c:pt idx="3240">
                  <c:v>8214.2361063066219</c:v>
                </c:pt>
                <c:pt idx="3241">
                  <c:v>8215.5691927321932</c:v>
                </c:pt>
                <c:pt idx="3242">
                  <c:v>8215.9177225032763</c:v>
                </c:pt>
                <c:pt idx="3243">
                  <c:v>8218.6133178121418</c:v>
                </c:pt>
                <c:pt idx="3244">
                  <c:v>8219.3540245172208</c:v>
                </c:pt>
                <c:pt idx="3245">
                  <c:v>8220.0375991643632</c:v>
                </c:pt>
                <c:pt idx="3246">
                  <c:v>8221.5888177990637</c:v>
                </c:pt>
                <c:pt idx="3247">
                  <c:v>8222.491115168852</c:v>
                </c:pt>
                <c:pt idx="3248">
                  <c:v>8223.7233408571738</c:v>
                </c:pt>
                <c:pt idx="3249">
                  <c:v>8223.5794965274345</c:v>
                </c:pt>
                <c:pt idx="3250">
                  <c:v>8226.7514077204287</c:v>
                </c:pt>
                <c:pt idx="3251">
                  <c:v>8226.3745728753729</c:v>
                </c:pt>
                <c:pt idx="3252">
                  <c:v>8227.5629618495095</c:v>
                </c:pt>
                <c:pt idx="3253">
                  <c:v>8227.4516891574567</c:v>
                </c:pt>
                <c:pt idx="3254">
                  <c:v>8229.3244855443954</c:v>
                </c:pt>
                <c:pt idx="3255">
                  <c:v>8233.1534909037382</c:v>
                </c:pt>
                <c:pt idx="3256">
                  <c:v>8232.9737125418742</c:v>
                </c:pt>
                <c:pt idx="3257">
                  <c:v>8233.5035140765667</c:v>
                </c:pt>
                <c:pt idx="3258">
                  <c:v>8234.2130827402925</c:v>
                </c:pt>
                <c:pt idx="3259">
                  <c:v>8235.5933781842432</c:v>
                </c:pt>
                <c:pt idx="3260">
                  <c:v>8235.5022002777605</c:v>
                </c:pt>
                <c:pt idx="3261">
                  <c:v>8236.274898376796</c:v>
                </c:pt>
                <c:pt idx="3262">
                  <c:v>8236.5023421763381</c:v>
                </c:pt>
                <c:pt idx="3263">
                  <c:v>8236.8713481659033</c:v>
                </c:pt>
                <c:pt idx="3264">
                  <c:v>8238.315671646571</c:v>
                </c:pt>
                <c:pt idx="3265">
                  <c:v>8238.7075951027891</c:v>
                </c:pt>
                <c:pt idx="3266">
                  <c:v>8238.6621526857325</c:v>
                </c:pt>
                <c:pt idx="3267">
                  <c:v>8239.8128434168339</c:v>
                </c:pt>
                <c:pt idx="3268">
                  <c:v>8241.9129052854551</c:v>
                </c:pt>
                <c:pt idx="3269">
                  <c:v>8241.7047579501887</c:v>
                </c:pt>
                <c:pt idx="3270">
                  <c:v>8242.2452315416322</c:v>
                </c:pt>
                <c:pt idx="3271">
                  <c:v>8242.8617982601572</c:v>
                </c:pt>
                <c:pt idx="3272">
                  <c:v>8242.8049254449834</c:v>
                </c:pt>
                <c:pt idx="3273">
                  <c:v>8246.7545792741548</c:v>
                </c:pt>
                <c:pt idx="3274">
                  <c:v>8249.0829732097409</c:v>
                </c:pt>
                <c:pt idx="3275">
                  <c:v>8249.1280938875789</c:v>
                </c:pt>
                <c:pt idx="3276">
                  <c:v>8249.8772798202936</c:v>
                </c:pt>
                <c:pt idx="3277">
                  <c:v>8249.7587451656473</c:v>
                </c:pt>
                <c:pt idx="3278">
                  <c:v>8249.7753747402876</c:v>
                </c:pt>
                <c:pt idx="3279">
                  <c:v>8252.1376702142625</c:v>
                </c:pt>
                <c:pt idx="3280">
                  <c:v>8261.4441390523534</c:v>
                </c:pt>
                <c:pt idx="3281">
                  <c:v>8262.4522128831231</c:v>
                </c:pt>
                <c:pt idx="3282">
                  <c:v>8263.0117351685931</c:v>
                </c:pt>
                <c:pt idx="3283">
                  <c:v>8270.1307223687236</c:v>
                </c:pt>
                <c:pt idx="3284">
                  <c:v>8269.9661436892438</c:v>
                </c:pt>
                <c:pt idx="3285">
                  <c:v>8270.6791904790662</c:v>
                </c:pt>
                <c:pt idx="3286">
                  <c:v>8271.309994117526</c:v>
                </c:pt>
                <c:pt idx="3287">
                  <c:v>8271.2805608319504</c:v>
                </c:pt>
                <c:pt idx="3288">
                  <c:v>8271.2817780008681</c:v>
                </c:pt>
                <c:pt idx="3289">
                  <c:v>8271.2843476819253</c:v>
                </c:pt>
                <c:pt idx="3290">
                  <c:v>8271.9514517156113</c:v>
                </c:pt>
                <c:pt idx="3291">
                  <c:v>8272.7721609077289</c:v>
                </c:pt>
                <c:pt idx="3292">
                  <c:v>8274.6381536870485</c:v>
                </c:pt>
                <c:pt idx="3293">
                  <c:v>8280.3291856150154</c:v>
                </c:pt>
                <c:pt idx="3294">
                  <c:v>8283.3141667807959</c:v>
                </c:pt>
                <c:pt idx="3295">
                  <c:v>8284.4864904956885</c:v>
                </c:pt>
                <c:pt idx="3296">
                  <c:v>8285.9939631126163</c:v>
                </c:pt>
                <c:pt idx="3297">
                  <c:v>8288.5242883131141</c:v>
                </c:pt>
                <c:pt idx="3298">
                  <c:v>8290.9609716521136</c:v>
                </c:pt>
                <c:pt idx="3299">
                  <c:v>8292.1909084472427</c:v>
                </c:pt>
                <c:pt idx="3300">
                  <c:v>8292.7112990552323</c:v>
                </c:pt>
                <c:pt idx="3301">
                  <c:v>8292.6259622965499</c:v>
                </c:pt>
                <c:pt idx="3302">
                  <c:v>8293.3233164105732</c:v>
                </c:pt>
                <c:pt idx="3303">
                  <c:v>8293.1712708419764</c:v>
                </c:pt>
                <c:pt idx="3304">
                  <c:v>8293.1432383072079</c:v>
                </c:pt>
                <c:pt idx="3305">
                  <c:v>8293.7580527342707</c:v>
                </c:pt>
                <c:pt idx="3306">
                  <c:v>8301.1592590756063</c:v>
                </c:pt>
                <c:pt idx="3307">
                  <c:v>8304.5521430822937</c:v>
                </c:pt>
                <c:pt idx="3308">
                  <c:v>8305.4452155235012</c:v>
                </c:pt>
                <c:pt idx="3309">
                  <c:v>8305.8566679981213</c:v>
                </c:pt>
                <c:pt idx="3310">
                  <c:v>8305.820983878315</c:v>
                </c:pt>
                <c:pt idx="3311">
                  <c:v>8306.2568203763003</c:v>
                </c:pt>
                <c:pt idx="3312">
                  <c:v>8306.9095427921111</c:v>
                </c:pt>
                <c:pt idx="3313">
                  <c:v>8307.5872732365151</c:v>
                </c:pt>
                <c:pt idx="3314">
                  <c:v>8307.5524147916203</c:v>
                </c:pt>
                <c:pt idx="3315">
                  <c:v>8310.7776028573426</c:v>
                </c:pt>
                <c:pt idx="3316">
                  <c:v>8372.7086150233008</c:v>
                </c:pt>
                <c:pt idx="3317">
                  <c:v>8375.246366340396</c:v>
                </c:pt>
                <c:pt idx="3318">
                  <c:v>8375.8120590432427</c:v>
                </c:pt>
                <c:pt idx="3319">
                  <c:v>8376.7585568526629</c:v>
                </c:pt>
                <c:pt idx="3320">
                  <c:v>8377.03683860827</c:v>
                </c:pt>
                <c:pt idx="3321">
                  <c:v>8376.9673951051227</c:v>
                </c:pt>
                <c:pt idx="3322">
                  <c:v>8378.9902667234637</c:v>
                </c:pt>
                <c:pt idx="3323">
                  <c:v>8378.8427903590182</c:v>
                </c:pt>
                <c:pt idx="3324">
                  <c:v>8378.8130871826834</c:v>
                </c:pt>
                <c:pt idx="3325">
                  <c:v>8379.3534710905515</c:v>
                </c:pt>
                <c:pt idx="3326">
                  <c:v>8379.7018365660388</c:v>
                </c:pt>
                <c:pt idx="3327">
                  <c:v>8379.6603615509848</c:v>
                </c:pt>
                <c:pt idx="3328">
                  <c:v>8379.6521752380777</c:v>
                </c:pt>
                <c:pt idx="3329">
                  <c:v>8379.6506878771615</c:v>
                </c:pt>
                <c:pt idx="3330">
                  <c:v>8379.8541530945695</c:v>
                </c:pt>
                <c:pt idx="3331">
                  <c:v>8380.2379497856418</c:v>
                </c:pt>
                <c:pt idx="3332">
                  <c:v>8380.7312539522954</c:v>
                </c:pt>
                <c:pt idx="3333">
                  <c:v>8382.28149476623</c:v>
                </c:pt>
                <c:pt idx="3334">
                  <c:v>8382.3390937038548</c:v>
                </c:pt>
                <c:pt idx="3335">
                  <c:v>8382.4732893882338</c:v>
                </c:pt>
                <c:pt idx="3336">
                  <c:v>8382.6744618409921</c:v>
                </c:pt>
                <c:pt idx="3337">
                  <c:v>8382.6658316895155</c:v>
                </c:pt>
                <c:pt idx="3338">
                  <c:v>8382.8478844198708</c:v>
                </c:pt>
                <c:pt idx="3339">
                  <c:v>8383.4102388947613</c:v>
                </c:pt>
                <c:pt idx="3340">
                  <c:v>8384.3877096545366</c:v>
                </c:pt>
                <c:pt idx="3341">
                  <c:v>8384.9797613356131</c:v>
                </c:pt>
                <c:pt idx="3342">
                  <c:v>8387.0838876826183</c:v>
                </c:pt>
                <c:pt idx="3343">
                  <c:v>8388.7460151565992</c:v>
                </c:pt>
                <c:pt idx="3344">
                  <c:v>8388.7945250772573</c:v>
                </c:pt>
                <c:pt idx="3345">
                  <c:v>8389.0226942821046</c:v>
                </c:pt>
                <c:pt idx="3346">
                  <c:v>8388.9466604033787</c:v>
                </c:pt>
                <c:pt idx="3347">
                  <c:v>8388.9313400317606</c:v>
                </c:pt>
                <c:pt idx="3348">
                  <c:v>8388.989701925595</c:v>
                </c:pt>
                <c:pt idx="3349">
                  <c:v>8388.9526858830905</c:v>
                </c:pt>
                <c:pt idx="3350">
                  <c:v>8388.9605060156155</c:v>
                </c:pt>
                <c:pt idx="3351">
                  <c:v>8389.030290986746</c:v>
                </c:pt>
                <c:pt idx="3352">
                  <c:v>8389.0059986967717</c:v>
                </c:pt>
                <c:pt idx="3353">
                  <c:v>8389.863121168466</c:v>
                </c:pt>
                <c:pt idx="3354">
                  <c:v>8399.2832326041225</c:v>
                </c:pt>
                <c:pt idx="3355">
                  <c:v>8399.4497827224695</c:v>
                </c:pt>
                <c:pt idx="3356">
                  <c:v>8401.4497639166166</c:v>
                </c:pt>
                <c:pt idx="3357">
                  <c:v>8402.4482490048449</c:v>
                </c:pt>
                <c:pt idx="3358">
                  <c:v>8402.5745700680527</c:v>
                </c:pt>
                <c:pt idx="3359">
                  <c:v>8402.8600555546618</c:v>
                </c:pt>
                <c:pt idx="3360">
                  <c:v>8404.4245656535513</c:v>
                </c:pt>
                <c:pt idx="3361">
                  <c:v>8404.5705382118576</c:v>
                </c:pt>
                <c:pt idx="3362">
                  <c:v>8405.217166757875</c:v>
                </c:pt>
                <c:pt idx="3363">
                  <c:v>8407.6772457436073</c:v>
                </c:pt>
                <c:pt idx="3364">
                  <c:v>8409.2906832565095</c:v>
                </c:pt>
                <c:pt idx="3365">
                  <c:v>8411.7416166739986</c:v>
                </c:pt>
                <c:pt idx="3366">
                  <c:v>8413.2532595619014</c:v>
                </c:pt>
                <c:pt idx="3367">
                  <c:v>8415.7804992480924</c:v>
                </c:pt>
                <c:pt idx="3368">
                  <c:v>8417.5985439126634</c:v>
                </c:pt>
                <c:pt idx="3369">
                  <c:v>8418.1461117845356</c:v>
                </c:pt>
                <c:pt idx="3370">
                  <c:v>8420.3644602245713</c:v>
                </c:pt>
                <c:pt idx="3371">
                  <c:v>8421.5733973400456</c:v>
                </c:pt>
                <c:pt idx="3372">
                  <c:v>8422.8542842441675</c:v>
                </c:pt>
                <c:pt idx="3373">
                  <c:v>8423.7698624724981</c:v>
                </c:pt>
                <c:pt idx="3374">
                  <c:v>8425.3917397342229</c:v>
                </c:pt>
                <c:pt idx="3375">
                  <c:v>8426.251148212792</c:v>
                </c:pt>
                <c:pt idx="3376">
                  <c:v>8428.2510145975502</c:v>
                </c:pt>
                <c:pt idx="3377">
                  <c:v>8429.0831744460684</c:v>
                </c:pt>
                <c:pt idx="3378">
                  <c:v>8430.2534926088738</c:v>
                </c:pt>
                <c:pt idx="3379">
                  <c:v>8431.9914989567551</c:v>
                </c:pt>
                <c:pt idx="3380">
                  <c:v>8434.1648014822204</c:v>
                </c:pt>
                <c:pt idx="3381">
                  <c:v>8436.9425623659808</c:v>
                </c:pt>
                <c:pt idx="3382">
                  <c:v>8438.054775715922</c:v>
                </c:pt>
                <c:pt idx="3383">
                  <c:v>8439.2109025097125</c:v>
                </c:pt>
                <c:pt idx="3384">
                  <c:v>8439.2104393694826</c:v>
                </c:pt>
                <c:pt idx="3385">
                  <c:v>8439.2888236084855</c:v>
                </c:pt>
                <c:pt idx="3386">
                  <c:v>8439.7948627387341</c:v>
                </c:pt>
                <c:pt idx="3387">
                  <c:v>8441.129427457834</c:v>
                </c:pt>
                <c:pt idx="3388">
                  <c:v>8441.7289037480496</c:v>
                </c:pt>
                <c:pt idx="3389">
                  <c:v>8442.9842510167109</c:v>
                </c:pt>
                <c:pt idx="3390">
                  <c:v>8444.1339150980384</c:v>
                </c:pt>
                <c:pt idx="3391">
                  <c:v>8444.0334193504041</c:v>
                </c:pt>
                <c:pt idx="3392">
                  <c:v>8444.17333852091</c:v>
                </c:pt>
                <c:pt idx="3393">
                  <c:v>8444.8838714080575</c:v>
                </c:pt>
                <c:pt idx="3394">
                  <c:v>8444.7955166713618</c:v>
                </c:pt>
                <c:pt idx="3395">
                  <c:v>8445.24687446809</c:v>
                </c:pt>
                <c:pt idx="3396">
                  <c:v>8445.5165996409069</c:v>
                </c:pt>
                <c:pt idx="3397">
                  <c:v>8445.4723622953934</c:v>
                </c:pt>
                <c:pt idx="3398">
                  <c:v>8445.4605123732272</c:v>
                </c:pt>
                <c:pt idx="3399">
                  <c:v>8445.5344546292035</c:v>
                </c:pt>
                <c:pt idx="3400">
                  <c:v>8446.8247229772496</c:v>
                </c:pt>
                <c:pt idx="3401">
                  <c:v>8447.2033380955309</c:v>
                </c:pt>
                <c:pt idx="3402">
                  <c:v>8447.6976174071478</c:v>
                </c:pt>
                <c:pt idx="3403">
                  <c:v>8448.5395725459002</c:v>
                </c:pt>
                <c:pt idx="3404">
                  <c:v>8449.8763005332203</c:v>
                </c:pt>
                <c:pt idx="3405">
                  <c:v>8449.8066211884179</c:v>
                </c:pt>
                <c:pt idx="3406">
                  <c:v>8449.7929230005175</c:v>
                </c:pt>
                <c:pt idx="3407">
                  <c:v>8449.9730749260143</c:v>
                </c:pt>
                <c:pt idx="3408">
                  <c:v>8451.8810396319113</c:v>
                </c:pt>
                <c:pt idx="3409">
                  <c:v>8452.793756993673</c:v>
                </c:pt>
                <c:pt idx="3410">
                  <c:v>8453.5043236386518</c:v>
                </c:pt>
                <c:pt idx="3411">
                  <c:v>8454.5462532740148</c:v>
                </c:pt>
                <c:pt idx="3412">
                  <c:v>8454.6512843109122</c:v>
                </c:pt>
                <c:pt idx="3413">
                  <c:v>8455.5561279056983</c:v>
                </c:pt>
                <c:pt idx="3414">
                  <c:v>8456.0683643850589</c:v>
                </c:pt>
                <c:pt idx="3415">
                  <c:v>8457.1478185092328</c:v>
                </c:pt>
                <c:pt idx="3416">
                  <c:v>8457.030622208089</c:v>
                </c:pt>
                <c:pt idx="3417">
                  <c:v>8457.0231934842177</c:v>
                </c:pt>
                <c:pt idx="3418">
                  <c:v>8457.4799231609559</c:v>
                </c:pt>
                <c:pt idx="3419">
                  <c:v>8458.1157139454426</c:v>
                </c:pt>
                <c:pt idx="3420">
                  <c:v>8458.5562654401692</c:v>
                </c:pt>
                <c:pt idx="3421">
                  <c:v>8459.28768298457</c:v>
                </c:pt>
                <c:pt idx="3422">
                  <c:v>8459.2235284044309</c:v>
                </c:pt>
                <c:pt idx="3423">
                  <c:v>8459.6357800573514</c:v>
                </c:pt>
                <c:pt idx="3424">
                  <c:v>8459.7444349894649</c:v>
                </c:pt>
                <c:pt idx="3425">
                  <c:v>8460.6463796762</c:v>
                </c:pt>
                <c:pt idx="3426">
                  <c:v>8460.5712279972304</c:v>
                </c:pt>
                <c:pt idx="3427">
                  <c:v>8461.3841165986742</c:v>
                </c:pt>
                <c:pt idx="3428">
                  <c:v>8462.6928273451849</c:v>
                </c:pt>
                <c:pt idx="3429">
                  <c:v>8463.0285320279982</c:v>
                </c:pt>
                <c:pt idx="3430">
                  <c:v>8464.9085119374904</c:v>
                </c:pt>
                <c:pt idx="3431">
                  <c:v>8466.9342528634988</c:v>
                </c:pt>
                <c:pt idx="3432">
                  <c:v>8473.3859009184816</c:v>
                </c:pt>
                <c:pt idx="3433">
                  <c:v>8480.8224607367083</c:v>
                </c:pt>
                <c:pt idx="3434">
                  <c:v>8481.2268826858744</c:v>
                </c:pt>
                <c:pt idx="3435">
                  <c:v>8482.3873030197938</c:v>
                </c:pt>
                <c:pt idx="3436">
                  <c:v>8532.2161361896033</c:v>
                </c:pt>
                <c:pt idx="3437">
                  <c:v>8532.1246810988468</c:v>
                </c:pt>
                <c:pt idx="3438">
                  <c:v>8534.762094194899</c:v>
                </c:pt>
                <c:pt idx="3439">
                  <c:v>8534.5669213347555</c:v>
                </c:pt>
                <c:pt idx="3440">
                  <c:v>8535.5129896137914</c:v>
                </c:pt>
                <c:pt idx="3441">
                  <c:v>8537.1314284617984</c:v>
                </c:pt>
                <c:pt idx="3442">
                  <c:v>8537.7446488744445</c:v>
                </c:pt>
                <c:pt idx="3443">
                  <c:v>8537.9673187849039</c:v>
                </c:pt>
                <c:pt idx="3444">
                  <c:v>8538.1666462166941</c:v>
                </c:pt>
                <c:pt idx="3445">
                  <c:v>8538.8908219498117</c:v>
                </c:pt>
                <c:pt idx="3446">
                  <c:v>8541.0165070144594</c:v>
                </c:pt>
                <c:pt idx="3447">
                  <c:v>8541.4095345152637</c:v>
                </c:pt>
                <c:pt idx="3448">
                  <c:v>8541.3476997441176</c:v>
                </c:pt>
                <c:pt idx="3449">
                  <c:v>8541.733732585737</c:v>
                </c:pt>
                <c:pt idx="3450">
                  <c:v>8541.7740244614179</c:v>
                </c:pt>
                <c:pt idx="3451">
                  <c:v>8541.8984595831189</c:v>
                </c:pt>
                <c:pt idx="3452">
                  <c:v>8543.1074489415205</c:v>
                </c:pt>
                <c:pt idx="3453">
                  <c:v>8543.8447165057878</c:v>
                </c:pt>
                <c:pt idx="3454">
                  <c:v>8544.6855063468847</c:v>
                </c:pt>
                <c:pt idx="3455">
                  <c:v>8545.2751244882384</c:v>
                </c:pt>
                <c:pt idx="3456">
                  <c:v>8545.578235566134</c:v>
                </c:pt>
                <c:pt idx="3457">
                  <c:v>8545.7945345239987</c:v>
                </c:pt>
                <c:pt idx="3458">
                  <c:v>8552.5526844898541</c:v>
                </c:pt>
                <c:pt idx="3459">
                  <c:v>8555.6775322865396</c:v>
                </c:pt>
                <c:pt idx="3460">
                  <c:v>8573.3667178906435</c:v>
                </c:pt>
                <c:pt idx="3461">
                  <c:v>8616.5987647923394</c:v>
                </c:pt>
                <c:pt idx="3462">
                  <c:v>8616.4329482197281</c:v>
                </c:pt>
                <c:pt idx="3463">
                  <c:v>8618.7604277644114</c:v>
                </c:pt>
                <c:pt idx="3464">
                  <c:v>8618.4779818690713</c:v>
                </c:pt>
                <c:pt idx="3465">
                  <c:v>8620.2674952947091</c:v>
                </c:pt>
                <c:pt idx="3466">
                  <c:v>8621.2494984657515</c:v>
                </c:pt>
                <c:pt idx="3467">
                  <c:v>8623.4027769138283</c:v>
                </c:pt>
                <c:pt idx="3468">
                  <c:v>8623.6991852657757</c:v>
                </c:pt>
                <c:pt idx="3469">
                  <c:v>8624.3874308921204</c:v>
                </c:pt>
                <c:pt idx="3470">
                  <c:v>8624.7003403398521</c:v>
                </c:pt>
                <c:pt idx="3471">
                  <c:v>8624.8714875208516</c:v>
                </c:pt>
                <c:pt idx="3472">
                  <c:v>8624.8394267094227</c:v>
                </c:pt>
                <c:pt idx="3473">
                  <c:v>8625.1420587514203</c:v>
                </c:pt>
                <c:pt idx="3474">
                  <c:v>8625.3883479443884</c:v>
                </c:pt>
                <c:pt idx="3475">
                  <c:v>8626.2736224451564</c:v>
                </c:pt>
                <c:pt idx="3476">
                  <c:v>8626.7224919043965</c:v>
                </c:pt>
                <c:pt idx="3477">
                  <c:v>8627.762882538329</c:v>
                </c:pt>
                <c:pt idx="3478">
                  <c:v>8628.3567145387788</c:v>
                </c:pt>
                <c:pt idx="3479">
                  <c:v>8629.1754582880294</c:v>
                </c:pt>
                <c:pt idx="3480">
                  <c:v>8629.8792626880659</c:v>
                </c:pt>
                <c:pt idx="3481">
                  <c:v>8631.8080922903628</c:v>
                </c:pt>
                <c:pt idx="3482">
                  <c:v>8633.6945155891462</c:v>
                </c:pt>
                <c:pt idx="3483">
                  <c:v>8633.6135420850915</c:v>
                </c:pt>
                <c:pt idx="3484">
                  <c:v>8633.9273925402886</c:v>
                </c:pt>
                <c:pt idx="3485">
                  <c:v>8636.2758393539461</c:v>
                </c:pt>
                <c:pt idx="3486">
                  <c:v>8636.8088109743985</c:v>
                </c:pt>
                <c:pt idx="3487">
                  <c:v>8637.6632901944013</c:v>
                </c:pt>
                <c:pt idx="3488">
                  <c:v>8637.6082338355827</c:v>
                </c:pt>
                <c:pt idx="3489">
                  <c:v>8639.1639236391929</c:v>
                </c:pt>
                <c:pt idx="3490">
                  <c:v>8639.1328243678072</c:v>
                </c:pt>
                <c:pt idx="3491">
                  <c:v>8639.207399302124</c:v>
                </c:pt>
                <c:pt idx="3492">
                  <c:v>8639.8270690014069</c:v>
                </c:pt>
                <c:pt idx="3493">
                  <c:v>8640.0822340021095</c:v>
                </c:pt>
                <c:pt idx="3494">
                  <c:v>8640.0161019547213</c:v>
                </c:pt>
                <c:pt idx="3495">
                  <c:v>8640.5731412019686</c:v>
                </c:pt>
                <c:pt idx="3496">
                  <c:v>8640.9860597266179</c:v>
                </c:pt>
                <c:pt idx="3497">
                  <c:v>8640.9150664138197</c:v>
                </c:pt>
                <c:pt idx="3498">
                  <c:v>8641.4468697411176</c:v>
                </c:pt>
                <c:pt idx="3499">
                  <c:v>8641.7044750620807</c:v>
                </c:pt>
                <c:pt idx="3500">
                  <c:v>8642.3641158111514</c:v>
                </c:pt>
                <c:pt idx="3501">
                  <c:v>8642.8485306748298</c:v>
                </c:pt>
                <c:pt idx="3502">
                  <c:v>8643.5236683885651</c:v>
                </c:pt>
                <c:pt idx="3503">
                  <c:v>8643.4793618097738</c:v>
                </c:pt>
                <c:pt idx="3504">
                  <c:v>8643.4719464270347</c:v>
                </c:pt>
                <c:pt idx="3505">
                  <c:v>8643.5245633914637</c:v>
                </c:pt>
                <c:pt idx="3506">
                  <c:v>8643.6613156449239</c:v>
                </c:pt>
                <c:pt idx="3507">
                  <c:v>8643.6462826161187</c:v>
                </c:pt>
                <c:pt idx="3508">
                  <c:v>8644.2337275228329</c:v>
                </c:pt>
                <c:pt idx="3509">
                  <c:v>8644.7314979440125</c:v>
                </c:pt>
                <c:pt idx="3510">
                  <c:v>8645.5772816590052</c:v>
                </c:pt>
                <c:pt idx="3511">
                  <c:v>8646.7561559617207</c:v>
                </c:pt>
                <c:pt idx="3512">
                  <c:v>8647.3362379788559</c:v>
                </c:pt>
                <c:pt idx="3513">
                  <c:v>8647.3493840346764</c:v>
                </c:pt>
                <c:pt idx="3514">
                  <c:v>8647.690648132304</c:v>
                </c:pt>
                <c:pt idx="3515">
                  <c:v>8648.3353742651107</c:v>
                </c:pt>
                <c:pt idx="3516">
                  <c:v>8648.2409706416674</c:v>
                </c:pt>
                <c:pt idx="3517">
                  <c:v>8648.413131631838</c:v>
                </c:pt>
                <c:pt idx="3518">
                  <c:v>8651.7939319700617</c:v>
                </c:pt>
                <c:pt idx="3519">
                  <c:v>8653.0555047689522</c:v>
                </c:pt>
                <c:pt idx="3520">
                  <c:v>8652.815017095747</c:v>
                </c:pt>
                <c:pt idx="3521">
                  <c:v>8653.8967097765326</c:v>
                </c:pt>
                <c:pt idx="3522">
                  <c:v>8655.0447876700764</c:v>
                </c:pt>
                <c:pt idx="3523">
                  <c:v>8658.1073624560831</c:v>
                </c:pt>
                <c:pt idx="3524">
                  <c:v>8661.3068157463567</c:v>
                </c:pt>
                <c:pt idx="3525">
                  <c:v>8661.8239550722956</c:v>
                </c:pt>
                <c:pt idx="3526">
                  <c:v>8661.8928905534594</c:v>
                </c:pt>
                <c:pt idx="3527">
                  <c:v>8662.2822174208468</c:v>
                </c:pt>
                <c:pt idx="3528">
                  <c:v>8662.4868846473892</c:v>
                </c:pt>
                <c:pt idx="3529">
                  <c:v>8665.4188480812245</c:v>
                </c:pt>
                <c:pt idx="3530">
                  <c:v>8665.3125833670274</c:v>
                </c:pt>
                <c:pt idx="3531">
                  <c:v>8665.2908491578728</c:v>
                </c:pt>
                <c:pt idx="3532">
                  <c:v>8665.2798139642509</c:v>
                </c:pt>
                <c:pt idx="3533">
                  <c:v>8665.2773669904273</c:v>
                </c:pt>
                <c:pt idx="3534">
                  <c:v>8666.2924077214102</c:v>
                </c:pt>
                <c:pt idx="3535">
                  <c:v>8666.9534641705595</c:v>
                </c:pt>
                <c:pt idx="3536">
                  <c:v>8669.6044903239745</c:v>
                </c:pt>
                <c:pt idx="3537">
                  <c:v>8671.9326585417475</c:v>
                </c:pt>
                <c:pt idx="3538">
                  <c:v>8673.5562353804926</c:v>
                </c:pt>
                <c:pt idx="3539">
                  <c:v>8678.6396563373164</c:v>
                </c:pt>
                <c:pt idx="3540">
                  <c:v>8679.6970181202832</c:v>
                </c:pt>
                <c:pt idx="3541">
                  <c:v>8688.012487262542</c:v>
                </c:pt>
                <c:pt idx="3542">
                  <c:v>8689.4585415459333</c:v>
                </c:pt>
                <c:pt idx="3543">
                  <c:v>8698.7192455674267</c:v>
                </c:pt>
                <c:pt idx="3544">
                  <c:v>8698.898225115845</c:v>
                </c:pt>
                <c:pt idx="3545">
                  <c:v>8699.629724806151</c:v>
                </c:pt>
                <c:pt idx="3546">
                  <c:v>8700.952832293995</c:v>
                </c:pt>
                <c:pt idx="3547">
                  <c:v>8704.7224413319109</c:v>
                </c:pt>
                <c:pt idx="3548">
                  <c:v>8705.3130745698618</c:v>
                </c:pt>
                <c:pt idx="3549">
                  <c:v>8705.9637908072073</c:v>
                </c:pt>
                <c:pt idx="3550">
                  <c:v>8706.1961536342587</c:v>
                </c:pt>
                <c:pt idx="3551">
                  <c:v>8706.179095671605</c:v>
                </c:pt>
                <c:pt idx="3552">
                  <c:v>8706.302294330304</c:v>
                </c:pt>
                <c:pt idx="3553">
                  <c:v>8707.0859411154452</c:v>
                </c:pt>
                <c:pt idx="3554">
                  <c:v>8707.2353456256988</c:v>
                </c:pt>
                <c:pt idx="3555">
                  <c:v>8707.7682020184657</c:v>
                </c:pt>
                <c:pt idx="3556">
                  <c:v>8708.2517283945745</c:v>
                </c:pt>
                <c:pt idx="3557">
                  <c:v>8708.2185069386087</c:v>
                </c:pt>
                <c:pt idx="3558">
                  <c:v>8708.8089971403951</c:v>
                </c:pt>
                <c:pt idx="3559">
                  <c:v>8709.4917307166634</c:v>
                </c:pt>
                <c:pt idx="3560">
                  <c:v>8710.3852860473125</c:v>
                </c:pt>
                <c:pt idx="3561">
                  <c:v>8710.2203974360727</c:v>
                </c:pt>
                <c:pt idx="3562">
                  <c:v>8712.7765232517941</c:v>
                </c:pt>
                <c:pt idx="3563">
                  <c:v>8718.4408983535832</c:v>
                </c:pt>
                <c:pt idx="3564">
                  <c:v>8720.1124074474192</c:v>
                </c:pt>
                <c:pt idx="3565">
                  <c:v>8720.0186237962134</c:v>
                </c:pt>
                <c:pt idx="3566">
                  <c:v>8720.5813646024362</c:v>
                </c:pt>
                <c:pt idx="3567">
                  <c:v>8720.8572736104852</c:v>
                </c:pt>
                <c:pt idx="3568">
                  <c:v>8720.9071796838434</c:v>
                </c:pt>
                <c:pt idx="3569">
                  <c:v>8722.152281713139</c:v>
                </c:pt>
                <c:pt idx="3570">
                  <c:v>8723.6054254076153</c:v>
                </c:pt>
                <c:pt idx="3571">
                  <c:v>8727.1696054254535</c:v>
                </c:pt>
                <c:pt idx="3572">
                  <c:v>8727.7001097751872</c:v>
                </c:pt>
                <c:pt idx="3573">
                  <c:v>8728.4382045169277</c:v>
                </c:pt>
                <c:pt idx="3574">
                  <c:v>8728.3950880185967</c:v>
                </c:pt>
                <c:pt idx="3575">
                  <c:v>8728.4039980124417</c:v>
                </c:pt>
                <c:pt idx="3576">
                  <c:v>8728.4017092702452</c:v>
                </c:pt>
                <c:pt idx="3577">
                  <c:v>8728.8978744231263</c:v>
                </c:pt>
                <c:pt idx="3578">
                  <c:v>8729.6183271378795</c:v>
                </c:pt>
                <c:pt idx="3579">
                  <c:v>8730.9127591014094</c:v>
                </c:pt>
                <c:pt idx="3580">
                  <c:v>8730.899099928527</c:v>
                </c:pt>
                <c:pt idx="3581">
                  <c:v>8733.5045017794473</c:v>
                </c:pt>
                <c:pt idx="3582">
                  <c:v>8735.4939158746729</c:v>
                </c:pt>
                <c:pt idx="3583">
                  <c:v>8742.2986891019991</c:v>
                </c:pt>
                <c:pt idx="3584">
                  <c:v>8753.231279761234</c:v>
                </c:pt>
                <c:pt idx="3585">
                  <c:v>8755.2563911172547</c:v>
                </c:pt>
                <c:pt idx="3586">
                  <c:v>8773.1719811147323</c:v>
                </c:pt>
                <c:pt idx="3587">
                  <c:v>8774.5805491691735</c:v>
                </c:pt>
                <c:pt idx="3588">
                  <c:v>8775.5676097094602</c:v>
                </c:pt>
                <c:pt idx="3589">
                  <c:v>8777.5604289836701</c:v>
                </c:pt>
                <c:pt idx="3590">
                  <c:v>8778.4975129042723</c:v>
                </c:pt>
                <c:pt idx="3591">
                  <c:v>8778.5256220058036</c:v>
                </c:pt>
                <c:pt idx="3592">
                  <c:v>8790.2290611358658</c:v>
                </c:pt>
                <c:pt idx="3593">
                  <c:v>8797.0194714750069</c:v>
                </c:pt>
                <c:pt idx="3594">
                  <c:v>8798.4310882366535</c:v>
                </c:pt>
                <c:pt idx="3595">
                  <c:v>8803.3430126158128</c:v>
                </c:pt>
                <c:pt idx="3596">
                  <c:v>8802.9050170866813</c:v>
                </c:pt>
                <c:pt idx="3597">
                  <c:v>8803.06049414259</c:v>
                </c:pt>
                <c:pt idx="3598">
                  <c:v>8803.1167158136923</c:v>
                </c:pt>
                <c:pt idx="3599">
                  <c:v>8803.1072733108886</c:v>
                </c:pt>
                <c:pt idx="3600">
                  <c:v>8803.6089751211839</c:v>
                </c:pt>
                <c:pt idx="3601">
                  <c:v>8803.9373870891814</c:v>
                </c:pt>
                <c:pt idx="3602">
                  <c:v>8804.0524777064929</c:v>
                </c:pt>
                <c:pt idx="3603">
                  <c:v>8804.0411454710247</c:v>
                </c:pt>
                <c:pt idx="3604">
                  <c:v>8804.0712774947624</c:v>
                </c:pt>
                <c:pt idx="3605">
                  <c:v>8805.7808591247285</c:v>
                </c:pt>
                <c:pt idx="3606">
                  <c:v>8806.2926956280844</c:v>
                </c:pt>
                <c:pt idx="3607">
                  <c:v>8807.3372234948984</c:v>
                </c:pt>
                <c:pt idx="3608">
                  <c:v>8810.7342714290444</c:v>
                </c:pt>
                <c:pt idx="3609">
                  <c:v>8816.4862537606641</c:v>
                </c:pt>
                <c:pt idx="3610">
                  <c:v>8817.2542908164178</c:v>
                </c:pt>
                <c:pt idx="3611">
                  <c:v>8820.3885623675542</c:v>
                </c:pt>
                <c:pt idx="3612">
                  <c:v>8846.3032133717479</c:v>
                </c:pt>
                <c:pt idx="3613">
                  <c:v>8850.1662806703698</c:v>
                </c:pt>
                <c:pt idx="3614">
                  <c:v>8850.0485864185594</c:v>
                </c:pt>
                <c:pt idx="3615">
                  <c:v>8850.5834746405781</c:v>
                </c:pt>
                <c:pt idx="3616">
                  <c:v>8850.5375342801653</c:v>
                </c:pt>
                <c:pt idx="3617">
                  <c:v>8851.1356528309261</c:v>
                </c:pt>
                <c:pt idx="3618">
                  <c:v>8851.8666273058479</c:v>
                </c:pt>
                <c:pt idx="3619">
                  <c:v>8854.5550864269098</c:v>
                </c:pt>
                <c:pt idx="3620">
                  <c:v>8855.1558059898216</c:v>
                </c:pt>
                <c:pt idx="3621">
                  <c:v>8855.2271966282169</c:v>
                </c:pt>
                <c:pt idx="3622">
                  <c:v>8855.2460503319689</c:v>
                </c:pt>
                <c:pt idx="3623">
                  <c:v>8855.3441203772545</c:v>
                </c:pt>
                <c:pt idx="3624">
                  <c:v>8855.3591221592505</c:v>
                </c:pt>
                <c:pt idx="3625">
                  <c:v>8855.4071192141528</c:v>
                </c:pt>
                <c:pt idx="3626">
                  <c:v>8855.4731784950636</c:v>
                </c:pt>
                <c:pt idx="3627">
                  <c:v>8855.4667971705585</c:v>
                </c:pt>
                <c:pt idx="3628">
                  <c:v>8856.3248841546738</c:v>
                </c:pt>
                <c:pt idx="3629">
                  <c:v>8857.8168343010893</c:v>
                </c:pt>
                <c:pt idx="3630">
                  <c:v>8860.899709206511</c:v>
                </c:pt>
                <c:pt idx="3631">
                  <c:v>8864.4077620332446</c:v>
                </c:pt>
                <c:pt idx="3632">
                  <c:v>8865.1476034666994</c:v>
                </c:pt>
                <c:pt idx="3633">
                  <c:v>8864.9724978050963</c:v>
                </c:pt>
                <c:pt idx="3634">
                  <c:v>8876.2957353566635</c:v>
                </c:pt>
                <c:pt idx="3635">
                  <c:v>8879.8637724428627</c:v>
                </c:pt>
                <c:pt idx="3636">
                  <c:v>8882.6991976200043</c:v>
                </c:pt>
                <c:pt idx="3637">
                  <c:v>8882.3593538593923</c:v>
                </c:pt>
                <c:pt idx="3638">
                  <c:v>8882.3327790182302</c:v>
                </c:pt>
                <c:pt idx="3639">
                  <c:v>8882.3634611619927</c:v>
                </c:pt>
                <c:pt idx="3640">
                  <c:v>8882.3634611619927</c:v>
                </c:pt>
                <c:pt idx="3641">
                  <c:v>8882.3634611619927</c:v>
                </c:pt>
                <c:pt idx="3642">
                  <c:v>8882.6299504339604</c:v>
                </c:pt>
                <c:pt idx="3643">
                  <c:v>8882.9442456023608</c:v>
                </c:pt>
                <c:pt idx="3644">
                  <c:v>8882.9151373093573</c:v>
                </c:pt>
                <c:pt idx="3645">
                  <c:v>8887.6952373502463</c:v>
                </c:pt>
                <c:pt idx="3646">
                  <c:v>8887.5603081696354</c:v>
                </c:pt>
                <c:pt idx="3647">
                  <c:v>8887.7420344521634</c:v>
                </c:pt>
                <c:pt idx="3648">
                  <c:v>8890.3317769842015</c:v>
                </c:pt>
                <c:pt idx="3649">
                  <c:v>8890.6942009135237</c:v>
                </c:pt>
                <c:pt idx="3650">
                  <c:v>8891.8751546910298</c:v>
                </c:pt>
                <c:pt idx="3651">
                  <c:v>8892.3136528240047</c:v>
                </c:pt>
                <c:pt idx="3652">
                  <c:v>8892.380363653403</c:v>
                </c:pt>
                <c:pt idx="3653">
                  <c:v>8892.7905083358164</c:v>
                </c:pt>
                <c:pt idx="3654">
                  <c:v>8893.0896554446172</c:v>
                </c:pt>
                <c:pt idx="3655">
                  <c:v>8895.8700551396796</c:v>
                </c:pt>
                <c:pt idx="3656">
                  <c:v>8895.5832675305592</c:v>
                </c:pt>
                <c:pt idx="3657">
                  <c:v>8895.5192907013352</c:v>
                </c:pt>
                <c:pt idx="3658">
                  <c:v>8895.6273408541219</c:v>
                </c:pt>
                <c:pt idx="3659">
                  <c:v>8895.7087267437455</c:v>
                </c:pt>
                <c:pt idx="3660">
                  <c:v>8895.6697518112487</c:v>
                </c:pt>
                <c:pt idx="3661">
                  <c:v>8895.6631056652041</c:v>
                </c:pt>
                <c:pt idx="3662">
                  <c:v>8895.7749155265265</c:v>
                </c:pt>
                <c:pt idx="3663">
                  <c:v>8895.7668432568262</c:v>
                </c:pt>
                <c:pt idx="3664">
                  <c:v>8896.2932915091897</c:v>
                </c:pt>
                <c:pt idx="3665">
                  <c:v>8896.2399036661027</c:v>
                </c:pt>
                <c:pt idx="3666">
                  <c:v>8896.2292058748208</c:v>
                </c:pt>
                <c:pt idx="3667">
                  <c:v>8896.2259491022905</c:v>
                </c:pt>
                <c:pt idx="3668">
                  <c:v>8896.4744452675313</c:v>
                </c:pt>
                <c:pt idx="3669">
                  <c:v>8898.5372223096347</c:v>
                </c:pt>
                <c:pt idx="3670">
                  <c:v>8899.1401977456553</c:v>
                </c:pt>
                <c:pt idx="3671">
                  <c:v>8899.7327563226081</c:v>
                </c:pt>
                <c:pt idx="3672">
                  <c:v>8900.3597179749886</c:v>
                </c:pt>
                <c:pt idx="3673">
                  <c:v>8901.0657543029811</c:v>
                </c:pt>
                <c:pt idx="3674">
                  <c:v>8901.6528196915206</c:v>
                </c:pt>
                <c:pt idx="3675">
                  <c:v>8902.4713624530286</c:v>
                </c:pt>
                <c:pt idx="3676">
                  <c:v>8904.3199965392996</c:v>
                </c:pt>
                <c:pt idx="3677">
                  <c:v>8905.0912158632636</c:v>
                </c:pt>
                <c:pt idx="3678">
                  <c:v>8906.2998725076686</c:v>
                </c:pt>
                <c:pt idx="3679">
                  <c:v>8906.8756181264489</c:v>
                </c:pt>
                <c:pt idx="3680">
                  <c:v>8907.6495198626653</c:v>
                </c:pt>
                <c:pt idx="3681">
                  <c:v>8908.1902833478271</c:v>
                </c:pt>
                <c:pt idx="3682">
                  <c:v>8908.0828398134818</c:v>
                </c:pt>
                <c:pt idx="3683">
                  <c:v>8908.3533411319931</c:v>
                </c:pt>
                <c:pt idx="3684">
                  <c:v>8908.2846897753388</c:v>
                </c:pt>
                <c:pt idx="3685">
                  <c:v>8908.2675373101411</c:v>
                </c:pt>
                <c:pt idx="3686">
                  <c:v>8908.3196136587303</c:v>
                </c:pt>
                <c:pt idx="3687">
                  <c:v>8908.3019410645356</c:v>
                </c:pt>
                <c:pt idx="3688">
                  <c:v>8908.4225365838502</c:v>
                </c:pt>
                <c:pt idx="3689">
                  <c:v>8908.3952261111463</c:v>
                </c:pt>
                <c:pt idx="3690">
                  <c:v>8908.3897479468505</c:v>
                </c:pt>
                <c:pt idx="3691">
                  <c:v>8910.0657964682177</c:v>
                </c:pt>
                <c:pt idx="3692">
                  <c:v>8910.5227703188029</c:v>
                </c:pt>
                <c:pt idx="3693">
                  <c:v>8911.5328351455209</c:v>
                </c:pt>
                <c:pt idx="3694">
                  <c:v>8911.4610683045103</c:v>
                </c:pt>
                <c:pt idx="3695">
                  <c:v>8911.5486767156981</c:v>
                </c:pt>
                <c:pt idx="3696">
                  <c:v>8914.4891745243494</c:v>
                </c:pt>
                <c:pt idx="3697">
                  <c:v>8917.0531627708478</c:v>
                </c:pt>
                <c:pt idx="3698">
                  <c:v>8918.1500806426884</c:v>
                </c:pt>
                <c:pt idx="3699">
                  <c:v>8919.2948164674199</c:v>
                </c:pt>
                <c:pt idx="3700">
                  <c:v>8920.998708004423</c:v>
                </c:pt>
                <c:pt idx="3701">
                  <c:v>8921.2330792881767</c:v>
                </c:pt>
                <c:pt idx="3702">
                  <c:v>8921.6805831083184</c:v>
                </c:pt>
                <c:pt idx="3703">
                  <c:v>8922.3499298305323</c:v>
                </c:pt>
                <c:pt idx="3704">
                  <c:v>8923.7461102546931</c:v>
                </c:pt>
                <c:pt idx="3705">
                  <c:v>8923.5700456033228</c:v>
                </c:pt>
                <c:pt idx="3706">
                  <c:v>8923.906800509636</c:v>
                </c:pt>
                <c:pt idx="3707">
                  <c:v>8934.217134078368</c:v>
                </c:pt>
                <c:pt idx="3708">
                  <c:v>8933.7206746415159</c:v>
                </c:pt>
                <c:pt idx="3709">
                  <c:v>8936.4908008901657</c:v>
                </c:pt>
                <c:pt idx="3710">
                  <c:v>8936.3192266892001</c:v>
                </c:pt>
                <c:pt idx="3711">
                  <c:v>8936.3302942637056</c:v>
                </c:pt>
                <c:pt idx="3712">
                  <c:v>8936.4538090104179</c:v>
                </c:pt>
                <c:pt idx="3713">
                  <c:v>8938.4895508874997</c:v>
                </c:pt>
                <c:pt idx="3714">
                  <c:v>8939.6570551056939</c:v>
                </c:pt>
                <c:pt idx="3715">
                  <c:v>8940.7218068053171</c:v>
                </c:pt>
                <c:pt idx="3716">
                  <c:v>8941.4904498756678</c:v>
                </c:pt>
                <c:pt idx="3717">
                  <c:v>8941.4186026292664</c:v>
                </c:pt>
                <c:pt idx="3718">
                  <c:v>8941.4674453551015</c:v>
                </c:pt>
                <c:pt idx="3719">
                  <c:v>8942.998870497895</c:v>
                </c:pt>
                <c:pt idx="3720">
                  <c:v>8944.7142809767993</c:v>
                </c:pt>
                <c:pt idx="3721">
                  <c:v>8945.12238605327</c:v>
                </c:pt>
                <c:pt idx="3722">
                  <c:v>8945.4233521009919</c:v>
                </c:pt>
                <c:pt idx="3723">
                  <c:v>8946.3220168070129</c:v>
                </c:pt>
                <c:pt idx="3724">
                  <c:v>8946.5868558926159</c:v>
                </c:pt>
                <c:pt idx="3725">
                  <c:v>8949.957779717397</c:v>
                </c:pt>
                <c:pt idx="3726">
                  <c:v>8951.0834443104395</c:v>
                </c:pt>
                <c:pt idx="3727">
                  <c:v>8952.0038135552404</c:v>
                </c:pt>
                <c:pt idx="3728">
                  <c:v>8952.0984038409679</c:v>
                </c:pt>
                <c:pt idx="3729">
                  <c:v>8952.0162326216723</c:v>
                </c:pt>
                <c:pt idx="3730">
                  <c:v>8954.8439442196577</c:v>
                </c:pt>
                <c:pt idx="3731">
                  <c:v>8954.5615636741859</c:v>
                </c:pt>
                <c:pt idx="3732">
                  <c:v>8955.1361466228027</c:v>
                </c:pt>
                <c:pt idx="3733">
                  <c:v>8955.1311592596667</c:v>
                </c:pt>
                <c:pt idx="3734">
                  <c:v>8955.2487819956186</c:v>
                </c:pt>
                <c:pt idx="3735">
                  <c:v>8955.5548782549213</c:v>
                </c:pt>
                <c:pt idx="3736">
                  <c:v>8955.7435694181131</c:v>
                </c:pt>
                <c:pt idx="3737">
                  <c:v>8956.3590843086458</c:v>
                </c:pt>
                <c:pt idx="3738">
                  <c:v>8956.6555877815008</c:v>
                </c:pt>
                <c:pt idx="3739">
                  <c:v>8957.673063501139</c:v>
                </c:pt>
                <c:pt idx="3740">
                  <c:v>8957.5809131478127</c:v>
                </c:pt>
                <c:pt idx="3741">
                  <c:v>8957.9052230575617</c:v>
                </c:pt>
                <c:pt idx="3742">
                  <c:v>8959.809794167677</c:v>
                </c:pt>
                <c:pt idx="3743">
                  <c:v>8960.3930861277822</c:v>
                </c:pt>
                <c:pt idx="3744">
                  <c:v>8960.5903173797524</c:v>
                </c:pt>
                <c:pt idx="3745">
                  <c:v>8961.4615533906672</c:v>
                </c:pt>
                <c:pt idx="3746">
                  <c:v>8961.8418617457992</c:v>
                </c:pt>
                <c:pt idx="3747">
                  <c:v>8962.1179669770991</c:v>
                </c:pt>
                <c:pt idx="3748">
                  <c:v>8963.1612709993442</c:v>
                </c:pt>
                <c:pt idx="3749">
                  <c:v>8963.9811717648827</c:v>
                </c:pt>
                <c:pt idx="3750">
                  <c:v>8964.3686544455431</c:v>
                </c:pt>
                <c:pt idx="3751">
                  <c:v>8965.2880046818736</c:v>
                </c:pt>
                <c:pt idx="3752">
                  <c:v>8966.0645572559606</c:v>
                </c:pt>
                <c:pt idx="3753">
                  <c:v>8966.6861252916369</c:v>
                </c:pt>
                <c:pt idx="3754">
                  <c:v>8967.4527738934485</c:v>
                </c:pt>
                <c:pt idx="3755">
                  <c:v>8967.3830569589099</c:v>
                </c:pt>
                <c:pt idx="3756">
                  <c:v>8967.4740207196228</c:v>
                </c:pt>
                <c:pt idx="3757">
                  <c:v>8967.5863164140792</c:v>
                </c:pt>
                <c:pt idx="3758">
                  <c:v>8967.5502111306632</c:v>
                </c:pt>
                <c:pt idx="3759">
                  <c:v>8973.5581382071432</c:v>
                </c:pt>
                <c:pt idx="3760">
                  <c:v>8973.0605139004729</c:v>
                </c:pt>
                <c:pt idx="3761">
                  <c:v>8973.5258807811042</c:v>
                </c:pt>
                <c:pt idx="3762">
                  <c:v>8974.8092007403902</c:v>
                </c:pt>
                <c:pt idx="3763">
                  <c:v>8976.2630482317127</c:v>
                </c:pt>
                <c:pt idx="3764">
                  <c:v>8976.5710214011997</c:v>
                </c:pt>
                <c:pt idx="3765">
                  <c:v>8977.946817448501</c:v>
                </c:pt>
                <c:pt idx="3766">
                  <c:v>8978.7805580417644</c:v>
                </c:pt>
                <c:pt idx="3767">
                  <c:v>8979.2773391592418</c:v>
                </c:pt>
                <c:pt idx="3768">
                  <c:v>8979.6622089304419</c:v>
                </c:pt>
                <c:pt idx="3769">
                  <c:v>8980.0343739230429</c:v>
                </c:pt>
                <c:pt idx="3770">
                  <c:v>8980.6135596962995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82-4EFF-ABB5-C8830F45B13A}"/>
            </c:ext>
          </c:extLst>
        </c:ser>
        <c:ser>
          <c:idx val="1"/>
          <c:order val="1"/>
          <c:tx>
            <c:v>5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Sheet1!$A$3:$A$4817</c:f>
              <c:numCache>
                <c:formatCode>General</c:formatCode>
                <c:ptCount val="481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  <c:pt idx="99">
                  <c:v>101</c:v>
                </c:pt>
                <c:pt idx="100">
                  <c:v>102</c:v>
                </c:pt>
                <c:pt idx="101">
                  <c:v>103</c:v>
                </c:pt>
                <c:pt idx="102">
                  <c:v>104</c:v>
                </c:pt>
                <c:pt idx="103">
                  <c:v>105</c:v>
                </c:pt>
                <c:pt idx="104">
                  <c:v>106</c:v>
                </c:pt>
                <c:pt idx="105">
                  <c:v>107</c:v>
                </c:pt>
                <c:pt idx="106">
                  <c:v>108</c:v>
                </c:pt>
                <c:pt idx="107">
                  <c:v>109</c:v>
                </c:pt>
                <c:pt idx="108">
                  <c:v>110</c:v>
                </c:pt>
                <c:pt idx="109">
                  <c:v>111</c:v>
                </c:pt>
                <c:pt idx="110">
                  <c:v>112</c:v>
                </c:pt>
                <c:pt idx="111">
                  <c:v>113</c:v>
                </c:pt>
                <c:pt idx="112">
                  <c:v>114</c:v>
                </c:pt>
                <c:pt idx="113">
                  <c:v>115</c:v>
                </c:pt>
                <c:pt idx="114">
                  <c:v>116</c:v>
                </c:pt>
                <c:pt idx="115">
                  <c:v>117</c:v>
                </c:pt>
                <c:pt idx="116">
                  <c:v>118</c:v>
                </c:pt>
                <c:pt idx="117">
                  <c:v>119</c:v>
                </c:pt>
                <c:pt idx="118">
                  <c:v>120</c:v>
                </c:pt>
                <c:pt idx="119">
                  <c:v>121</c:v>
                </c:pt>
                <c:pt idx="120">
                  <c:v>122</c:v>
                </c:pt>
                <c:pt idx="121">
                  <c:v>123</c:v>
                </c:pt>
                <c:pt idx="122">
                  <c:v>124</c:v>
                </c:pt>
                <c:pt idx="123">
                  <c:v>125</c:v>
                </c:pt>
                <c:pt idx="124">
                  <c:v>126</c:v>
                </c:pt>
                <c:pt idx="125">
                  <c:v>127</c:v>
                </c:pt>
                <c:pt idx="126">
                  <c:v>128</c:v>
                </c:pt>
                <c:pt idx="127">
                  <c:v>129</c:v>
                </c:pt>
                <c:pt idx="128">
                  <c:v>130</c:v>
                </c:pt>
                <c:pt idx="129">
                  <c:v>131</c:v>
                </c:pt>
                <c:pt idx="130">
                  <c:v>132</c:v>
                </c:pt>
                <c:pt idx="131">
                  <c:v>133</c:v>
                </c:pt>
                <c:pt idx="132">
                  <c:v>134</c:v>
                </c:pt>
                <c:pt idx="133">
                  <c:v>135</c:v>
                </c:pt>
                <c:pt idx="134">
                  <c:v>136</c:v>
                </c:pt>
                <c:pt idx="135">
                  <c:v>137</c:v>
                </c:pt>
                <c:pt idx="136">
                  <c:v>138</c:v>
                </c:pt>
                <c:pt idx="137">
                  <c:v>139</c:v>
                </c:pt>
                <c:pt idx="138">
                  <c:v>140</c:v>
                </c:pt>
                <c:pt idx="139">
                  <c:v>141</c:v>
                </c:pt>
                <c:pt idx="140">
                  <c:v>142</c:v>
                </c:pt>
                <c:pt idx="141">
                  <c:v>143</c:v>
                </c:pt>
                <c:pt idx="142">
                  <c:v>144</c:v>
                </c:pt>
                <c:pt idx="143">
                  <c:v>145</c:v>
                </c:pt>
                <c:pt idx="144">
                  <c:v>146</c:v>
                </c:pt>
                <c:pt idx="145">
                  <c:v>147</c:v>
                </c:pt>
                <c:pt idx="146">
                  <c:v>148</c:v>
                </c:pt>
                <c:pt idx="147">
                  <c:v>149</c:v>
                </c:pt>
                <c:pt idx="148">
                  <c:v>150</c:v>
                </c:pt>
                <c:pt idx="149">
                  <c:v>151</c:v>
                </c:pt>
                <c:pt idx="150">
                  <c:v>152</c:v>
                </c:pt>
                <c:pt idx="151">
                  <c:v>153</c:v>
                </c:pt>
                <c:pt idx="152">
                  <c:v>154</c:v>
                </c:pt>
                <c:pt idx="153">
                  <c:v>155</c:v>
                </c:pt>
                <c:pt idx="154">
                  <c:v>156</c:v>
                </c:pt>
                <c:pt idx="155">
                  <c:v>157</c:v>
                </c:pt>
                <c:pt idx="156">
                  <c:v>158</c:v>
                </c:pt>
                <c:pt idx="157">
                  <c:v>159</c:v>
                </c:pt>
                <c:pt idx="158">
                  <c:v>160</c:v>
                </c:pt>
                <c:pt idx="159">
                  <c:v>161</c:v>
                </c:pt>
                <c:pt idx="160">
                  <c:v>162</c:v>
                </c:pt>
                <c:pt idx="161">
                  <c:v>163</c:v>
                </c:pt>
                <c:pt idx="162">
                  <c:v>164</c:v>
                </c:pt>
                <c:pt idx="163">
                  <c:v>165</c:v>
                </c:pt>
                <c:pt idx="164">
                  <c:v>166</c:v>
                </c:pt>
                <c:pt idx="165">
                  <c:v>167</c:v>
                </c:pt>
                <c:pt idx="166">
                  <c:v>168</c:v>
                </c:pt>
                <c:pt idx="167">
                  <c:v>169</c:v>
                </c:pt>
                <c:pt idx="168">
                  <c:v>170</c:v>
                </c:pt>
                <c:pt idx="169">
                  <c:v>171</c:v>
                </c:pt>
                <c:pt idx="170">
                  <c:v>172</c:v>
                </c:pt>
                <c:pt idx="171">
                  <c:v>173</c:v>
                </c:pt>
                <c:pt idx="172">
                  <c:v>174</c:v>
                </c:pt>
                <c:pt idx="173">
                  <c:v>175</c:v>
                </c:pt>
                <c:pt idx="174">
                  <c:v>176</c:v>
                </c:pt>
                <c:pt idx="175">
                  <c:v>177</c:v>
                </c:pt>
                <c:pt idx="176">
                  <c:v>178</c:v>
                </c:pt>
                <c:pt idx="177">
                  <c:v>179</c:v>
                </c:pt>
                <c:pt idx="178">
                  <c:v>180</c:v>
                </c:pt>
                <c:pt idx="179">
                  <c:v>181</c:v>
                </c:pt>
                <c:pt idx="180">
                  <c:v>182</c:v>
                </c:pt>
                <c:pt idx="181">
                  <c:v>183</c:v>
                </c:pt>
                <c:pt idx="182">
                  <c:v>184</c:v>
                </c:pt>
                <c:pt idx="183">
                  <c:v>185</c:v>
                </c:pt>
                <c:pt idx="184">
                  <c:v>186</c:v>
                </c:pt>
                <c:pt idx="185">
                  <c:v>187</c:v>
                </c:pt>
                <c:pt idx="186">
                  <c:v>188</c:v>
                </c:pt>
                <c:pt idx="187">
                  <c:v>189</c:v>
                </c:pt>
                <c:pt idx="188">
                  <c:v>190</c:v>
                </c:pt>
                <c:pt idx="189">
                  <c:v>191</c:v>
                </c:pt>
                <c:pt idx="190">
                  <c:v>192</c:v>
                </c:pt>
                <c:pt idx="191">
                  <c:v>193</c:v>
                </c:pt>
                <c:pt idx="192">
                  <c:v>194</c:v>
                </c:pt>
                <c:pt idx="193">
                  <c:v>195</c:v>
                </c:pt>
                <c:pt idx="194">
                  <c:v>196</c:v>
                </c:pt>
                <c:pt idx="195">
                  <c:v>197</c:v>
                </c:pt>
                <c:pt idx="196">
                  <c:v>198</c:v>
                </c:pt>
                <c:pt idx="197">
                  <c:v>199</c:v>
                </c:pt>
                <c:pt idx="198">
                  <c:v>200</c:v>
                </c:pt>
                <c:pt idx="199">
                  <c:v>201</c:v>
                </c:pt>
                <c:pt idx="200">
                  <c:v>202</c:v>
                </c:pt>
                <c:pt idx="201">
                  <c:v>203</c:v>
                </c:pt>
                <c:pt idx="202">
                  <c:v>204</c:v>
                </c:pt>
                <c:pt idx="203">
                  <c:v>205</c:v>
                </c:pt>
                <c:pt idx="204">
                  <c:v>206</c:v>
                </c:pt>
                <c:pt idx="205">
                  <c:v>207</c:v>
                </c:pt>
                <c:pt idx="206">
                  <c:v>208</c:v>
                </c:pt>
                <c:pt idx="207">
                  <c:v>209</c:v>
                </c:pt>
                <c:pt idx="208">
                  <c:v>210</c:v>
                </c:pt>
                <c:pt idx="209">
                  <c:v>211</c:v>
                </c:pt>
                <c:pt idx="210">
                  <c:v>212</c:v>
                </c:pt>
                <c:pt idx="211">
                  <c:v>213</c:v>
                </c:pt>
                <c:pt idx="212">
                  <c:v>214</c:v>
                </c:pt>
                <c:pt idx="213">
                  <c:v>215</c:v>
                </c:pt>
                <c:pt idx="214">
                  <c:v>216</c:v>
                </c:pt>
                <c:pt idx="215">
                  <c:v>217</c:v>
                </c:pt>
                <c:pt idx="216">
                  <c:v>218</c:v>
                </c:pt>
                <c:pt idx="217">
                  <c:v>219</c:v>
                </c:pt>
                <c:pt idx="218">
                  <c:v>220</c:v>
                </c:pt>
                <c:pt idx="219">
                  <c:v>221</c:v>
                </c:pt>
                <c:pt idx="220">
                  <c:v>222</c:v>
                </c:pt>
                <c:pt idx="221">
                  <c:v>223</c:v>
                </c:pt>
                <c:pt idx="222">
                  <c:v>224</c:v>
                </c:pt>
                <c:pt idx="223">
                  <c:v>225</c:v>
                </c:pt>
                <c:pt idx="224">
                  <c:v>226</c:v>
                </c:pt>
                <c:pt idx="225">
                  <c:v>227</c:v>
                </c:pt>
                <c:pt idx="226">
                  <c:v>228</c:v>
                </c:pt>
                <c:pt idx="227">
                  <c:v>229</c:v>
                </c:pt>
                <c:pt idx="228">
                  <c:v>230</c:v>
                </c:pt>
                <c:pt idx="229">
                  <c:v>231</c:v>
                </c:pt>
                <c:pt idx="230">
                  <c:v>232</c:v>
                </c:pt>
                <c:pt idx="231">
                  <c:v>233</c:v>
                </c:pt>
                <c:pt idx="232">
                  <c:v>234</c:v>
                </c:pt>
                <c:pt idx="233">
                  <c:v>235</c:v>
                </c:pt>
                <c:pt idx="234">
                  <c:v>236</c:v>
                </c:pt>
                <c:pt idx="235">
                  <c:v>237</c:v>
                </c:pt>
                <c:pt idx="236">
                  <c:v>238</c:v>
                </c:pt>
                <c:pt idx="237">
                  <c:v>239</c:v>
                </c:pt>
                <c:pt idx="238">
                  <c:v>240</c:v>
                </c:pt>
                <c:pt idx="239">
                  <c:v>241</c:v>
                </c:pt>
                <c:pt idx="240">
                  <c:v>242</c:v>
                </c:pt>
                <c:pt idx="241">
                  <c:v>243</c:v>
                </c:pt>
                <c:pt idx="242">
                  <c:v>244</c:v>
                </c:pt>
                <c:pt idx="243">
                  <c:v>245</c:v>
                </c:pt>
                <c:pt idx="244">
                  <c:v>246</c:v>
                </c:pt>
                <c:pt idx="245">
                  <c:v>247</c:v>
                </c:pt>
                <c:pt idx="246">
                  <c:v>248</c:v>
                </c:pt>
                <c:pt idx="247">
                  <c:v>249</c:v>
                </c:pt>
                <c:pt idx="248">
                  <c:v>250</c:v>
                </c:pt>
                <c:pt idx="249">
                  <c:v>251</c:v>
                </c:pt>
                <c:pt idx="250">
                  <c:v>252</c:v>
                </c:pt>
                <c:pt idx="251">
                  <c:v>253</c:v>
                </c:pt>
                <c:pt idx="252">
                  <c:v>254</c:v>
                </c:pt>
                <c:pt idx="253">
                  <c:v>255</c:v>
                </c:pt>
                <c:pt idx="254">
                  <c:v>256</c:v>
                </c:pt>
                <c:pt idx="255">
                  <c:v>257</c:v>
                </c:pt>
                <c:pt idx="256">
                  <c:v>258</c:v>
                </c:pt>
                <c:pt idx="257">
                  <c:v>259</c:v>
                </c:pt>
                <c:pt idx="258">
                  <c:v>260</c:v>
                </c:pt>
                <c:pt idx="259">
                  <c:v>261</c:v>
                </c:pt>
                <c:pt idx="260">
                  <c:v>262</c:v>
                </c:pt>
                <c:pt idx="261">
                  <c:v>263</c:v>
                </c:pt>
                <c:pt idx="262">
                  <c:v>264</c:v>
                </c:pt>
                <c:pt idx="263">
                  <c:v>265</c:v>
                </c:pt>
                <c:pt idx="264">
                  <c:v>266</c:v>
                </c:pt>
                <c:pt idx="265">
                  <c:v>267</c:v>
                </c:pt>
                <c:pt idx="266">
                  <c:v>268</c:v>
                </c:pt>
                <c:pt idx="267">
                  <c:v>269</c:v>
                </c:pt>
                <c:pt idx="268">
                  <c:v>270</c:v>
                </c:pt>
                <c:pt idx="269">
                  <c:v>271</c:v>
                </c:pt>
                <c:pt idx="270">
                  <c:v>272</c:v>
                </c:pt>
                <c:pt idx="271">
                  <c:v>273</c:v>
                </c:pt>
                <c:pt idx="272">
                  <c:v>274</c:v>
                </c:pt>
                <c:pt idx="273">
                  <c:v>275</c:v>
                </c:pt>
                <c:pt idx="274">
                  <c:v>276</c:v>
                </c:pt>
                <c:pt idx="275">
                  <c:v>277</c:v>
                </c:pt>
                <c:pt idx="276">
                  <c:v>278</c:v>
                </c:pt>
                <c:pt idx="277">
                  <c:v>279</c:v>
                </c:pt>
                <c:pt idx="278">
                  <c:v>280</c:v>
                </c:pt>
                <c:pt idx="279">
                  <c:v>281</c:v>
                </c:pt>
                <c:pt idx="280">
                  <c:v>282</c:v>
                </c:pt>
                <c:pt idx="281">
                  <c:v>283</c:v>
                </c:pt>
                <c:pt idx="282">
                  <c:v>284</c:v>
                </c:pt>
                <c:pt idx="283">
                  <c:v>285</c:v>
                </c:pt>
                <c:pt idx="284">
                  <c:v>286</c:v>
                </c:pt>
                <c:pt idx="285">
                  <c:v>287</c:v>
                </c:pt>
                <c:pt idx="286">
                  <c:v>288</c:v>
                </c:pt>
                <c:pt idx="287">
                  <c:v>289</c:v>
                </c:pt>
                <c:pt idx="288">
                  <c:v>290</c:v>
                </c:pt>
                <c:pt idx="289">
                  <c:v>291</c:v>
                </c:pt>
                <c:pt idx="290">
                  <c:v>292</c:v>
                </c:pt>
                <c:pt idx="291">
                  <c:v>293</c:v>
                </c:pt>
                <c:pt idx="292">
                  <c:v>294</c:v>
                </c:pt>
                <c:pt idx="293">
                  <c:v>295</c:v>
                </c:pt>
                <c:pt idx="294">
                  <c:v>296</c:v>
                </c:pt>
                <c:pt idx="295">
                  <c:v>297</c:v>
                </c:pt>
                <c:pt idx="296">
                  <c:v>298</c:v>
                </c:pt>
                <c:pt idx="297">
                  <c:v>299</c:v>
                </c:pt>
                <c:pt idx="298">
                  <c:v>300</c:v>
                </c:pt>
                <c:pt idx="299">
                  <c:v>301</c:v>
                </c:pt>
                <c:pt idx="300">
                  <c:v>302</c:v>
                </c:pt>
                <c:pt idx="301">
                  <c:v>303</c:v>
                </c:pt>
                <c:pt idx="302">
                  <c:v>304</c:v>
                </c:pt>
                <c:pt idx="303">
                  <c:v>305</c:v>
                </c:pt>
                <c:pt idx="304">
                  <c:v>306</c:v>
                </c:pt>
                <c:pt idx="305">
                  <c:v>307</c:v>
                </c:pt>
                <c:pt idx="306">
                  <c:v>308</c:v>
                </c:pt>
                <c:pt idx="307">
                  <c:v>309</c:v>
                </c:pt>
                <c:pt idx="308">
                  <c:v>310</c:v>
                </c:pt>
                <c:pt idx="309">
                  <c:v>311</c:v>
                </c:pt>
                <c:pt idx="310">
                  <c:v>312</c:v>
                </c:pt>
                <c:pt idx="311">
                  <c:v>313</c:v>
                </c:pt>
                <c:pt idx="312">
                  <c:v>314</c:v>
                </c:pt>
                <c:pt idx="313">
                  <c:v>315</c:v>
                </c:pt>
                <c:pt idx="314">
                  <c:v>316</c:v>
                </c:pt>
                <c:pt idx="315">
                  <c:v>317</c:v>
                </c:pt>
                <c:pt idx="316">
                  <c:v>318</c:v>
                </c:pt>
                <c:pt idx="317">
                  <c:v>319</c:v>
                </c:pt>
                <c:pt idx="318">
                  <c:v>320</c:v>
                </c:pt>
                <c:pt idx="319">
                  <c:v>321</c:v>
                </c:pt>
                <c:pt idx="320">
                  <c:v>322</c:v>
                </c:pt>
                <c:pt idx="321">
                  <c:v>323</c:v>
                </c:pt>
                <c:pt idx="322">
                  <c:v>324</c:v>
                </c:pt>
                <c:pt idx="323">
                  <c:v>325</c:v>
                </c:pt>
                <c:pt idx="324">
                  <c:v>326</c:v>
                </c:pt>
                <c:pt idx="325">
                  <c:v>327</c:v>
                </c:pt>
                <c:pt idx="326">
                  <c:v>328</c:v>
                </c:pt>
                <c:pt idx="327">
                  <c:v>329</c:v>
                </c:pt>
                <c:pt idx="328">
                  <c:v>330</c:v>
                </c:pt>
                <c:pt idx="329">
                  <c:v>331</c:v>
                </c:pt>
                <c:pt idx="330">
                  <c:v>332</c:v>
                </c:pt>
                <c:pt idx="331">
                  <c:v>333</c:v>
                </c:pt>
                <c:pt idx="332">
                  <c:v>334</c:v>
                </c:pt>
                <c:pt idx="333">
                  <c:v>335</c:v>
                </c:pt>
                <c:pt idx="334">
                  <c:v>336</c:v>
                </c:pt>
                <c:pt idx="335">
                  <c:v>337</c:v>
                </c:pt>
                <c:pt idx="336">
                  <c:v>338</c:v>
                </c:pt>
                <c:pt idx="337">
                  <c:v>339</c:v>
                </c:pt>
                <c:pt idx="338">
                  <c:v>340</c:v>
                </c:pt>
                <c:pt idx="339">
                  <c:v>341</c:v>
                </c:pt>
                <c:pt idx="340">
                  <c:v>342</c:v>
                </c:pt>
                <c:pt idx="341">
                  <c:v>343</c:v>
                </c:pt>
                <c:pt idx="342">
                  <c:v>344</c:v>
                </c:pt>
                <c:pt idx="343">
                  <c:v>345</c:v>
                </c:pt>
                <c:pt idx="344">
                  <c:v>346</c:v>
                </c:pt>
                <c:pt idx="345">
                  <c:v>347</c:v>
                </c:pt>
                <c:pt idx="346">
                  <c:v>348</c:v>
                </c:pt>
                <c:pt idx="347">
                  <c:v>349</c:v>
                </c:pt>
                <c:pt idx="348">
                  <c:v>350</c:v>
                </c:pt>
                <c:pt idx="349">
                  <c:v>351</c:v>
                </c:pt>
                <c:pt idx="350">
                  <c:v>352</c:v>
                </c:pt>
                <c:pt idx="351">
                  <c:v>353</c:v>
                </c:pt>
                <c:pt idx="352">
                  <c:v>354</c:v>
                </c:pt>
                <c:pt idx="353">
                  <c:v>355</c:v>
                </c:pt>
                <c:pt idx="354">
                  <c:v>356</c:v>
                </c:pt>
                <c:pt idx="355">
                  <c:v>357</c:v>
                </c:pt>
                <c:pt idx="356">
                  <c:v>358</c:v>
                </c:pt>
                <c:pt idx="357">
                  <c:v>359</c:v>
                </c:pt>
                <c:pt idx="358">
                  <c:v>360</c:v>
                </c:pt>
                <c:pt idx="359">
                  <c:v>361</c:v>
                </c:pt>
                <c:pt idx="360">
                  <c:v>362</c:v>
                </c:pt>
                <c:pt idx="361">
                  <c:v>363</c:v>
                </c:pt>
                <c:pt idx="362">
                  <c:v>364</c:v>
                </c:pt>
                <c:pt idx="363">
                  <c:v>365</c:v>
                </c:pt>
                <c:pt idx="364">
                  <c:v>366</c:v>
                </c:pt>
                <c:pt idx="365">
                  <c:v>367</c:v>
                </c:pt>
                <c:pt idx="366">
                  <c:v>368</c:v>
                </c:pt>
                <c:pt idx="367">
                  <c:v>369</c:v>
                </c:pt>
                <c:pt idx="368">
                  <c:v>370</c:v>
                </c:pt>
                <c:pt idx="369">
                  <c:v>371</c:v>
                </c:pt>
                <c:pt idx="370">
                  <c:v>372</c:v>
                </c:pt>
                <c:pt idx="371">
                  <c:v>373</c:v>
                </c:pt>
                <c:pt idx="372">
                  <c:v>374</c:v>
                </c:pt>
                <c:pt idx="373">
                  <c:v>375</c:v>
                </c:pt>
                <c:pt idx="374">
                  <c:v>376</c:v>
                </c:pt>
                <c:pt idx="375">
                  <c:v>377</c:v>
                </c:pt>
                <c:pt idx="376">
                  <c:v>378</c:v>
                </c:pt>
                <c:pt idx="377">
                  <c:v>379</c:v>
                </c:pt>
                <c:pt idx="378">
                  <c:v>380</c:v>
                </c:pt>
                <c:pt idx="379">
                  <c:v>381</c:v>
                </c:pt>
                <c:pt idx="380">
                  <c:v>382</c:v>
                </c:pt>
                <c:pt idx="381">
                  <c:v>383</c:v>
                </c:pt>
                <c:pt idx="382">
                  <c:v>384</c:v>
                </c:pt>
                <c:pt idx="383">
                  <c:v>385</c:v>
                </c:pt>
                <c:pt idx="384">
                  <c:v>386</c:v>
                </c:pt>
                <c:pt idx="385">
                  <c:v>387</c:v>
                </c:pt>
                <c:pt idx="386">
                  <c:v>388</c:v>
                </c:pt>
                <c:pt idx="387">
                  <c:v>389</c:v>
                </c:pt>
                <c:pt idx="388">
                  <c:v>390</c:v>
                </c:pt>
                <c:pt idx="389">
                  <c:v>391</c:v>
                </c:pt>
                <c:pt idx="390">
                  <c:v>392</c:v>
                </c:pt>
                <c:pt idx="391">
                  <c:v>393</c:v>
                </c:pt>
                <c:pt idx="392">
                  <c:v>394</c:v>
                </c:pt>
                <c:pt idx="393">
                  <c:v>395</c:v>
                </c:pt>
                <c:pt idx="394">
                  <c:v>396</c:v>
                </c:pt>
                <c:pt idx="395">
                  <c:v>397</c:v>
                </c:pt>
                <c:pt idx="396">
                  <c:v>398</c:v>
                </c:pt>
                <c:pt idx="397">
                  <c:v>399</c:v>
                </c:pt>
                <c:pt idx="398">
                  <c:v>400</c:v>
                </c:pt>
                <c:pt idx="399">
                  <c:v>401</c:v>
                </c:pt>
                <c:pt idx="400">
                  <c:v>402</c:v>
                </c:pt>
                <c:pt idx="401">
                  <c:v>403</c:v>
                </c:pt>
                <c:pt idx="402">
                  <c:v>404</c:v>
                </c:pt>
                <c:pt idx="403">
                  <c:v>405</c:v>
                </c:pt>
                <c:pt idx="404">
                  <c:v>406</c:v>
                </c:pt>
                <c:pt idx="405">
                  <c:v>407</c:v>
                </c:pt>
                <c:pt idx="406">
                  <c:v>408</c:v>
                </c:pt>
                <c:pt idx="407">
                  <c:v>409</c:v>
                </c:pt>
                <c:pt idx="408">
                  <c:v>410</c:v>
                </c:pt>
                <c:pt idx="409">
                  <c:v>411</c:v>
                </c:pt>
                <c:pt idx="410">
                  <c:v>412</c:v>
                </c:pt>
                <c:pt idx="411">
                  <c:v>413</c:v>
                </c:pt>
                <c:pt idx="412">
                  <c:v>414</c:v>
                </c:pt>
                <c:pt idx="413">
                  <c:v>415</c:v>
                </c:pt>
                <c:pt idx="414">
                  <c:v>416</c:v>
                </c:pt>
                <c:pt idx="415">
                  <c:v>417</c:v>
                </c:pt>
                <c:pt idx="416">
                  <c:v>418</c:v>
                </c:pt>
                <c:pt idx="417">
                  <c:v>419</c:v>
                </c:pt>
                <c:pt idx="418">
                  <c:v>420</c:v>
                </c:pt>
                <c:pt idx="419">
                  <c:v>421</c:v>
                </c:pt>
                <c:pt idx="420">
                  <c:v>422</c:v>
                </c:pt>
                <c:pt idx="421">
                  <c:v>423</c:v>
                </c:pt>
                <c:pt idx="422">
                  <c:v>424</c:v>
                </c:pt>
                <c:pt idx="423">
                  <c:v>425</c:v>
                </c:pt>
                <c:pt idx="424">
                  <c:v>426</c:v>
                </c:pt>
                <c:pt idx="425">
                  <c:v>427</c:v>
                </c:pt>
                <c:pt idx="426">
                  <c:v>428</c:v>
                </c:pt>
                <c:pt idx="427">
                  <c:v>429</c:v>
                </c:pt>
                <c:pt idx="428">
                  <c:v>430</c:v>
                </c:pt>
                <c:pt idx="429">
                  <c:v>431</c:v>
                </c:pt>
                <c:pt idx="430">
                  <c:v>432</c:v>
                </c:pt>
                <c:pt idx="431">
                  <c:v>433</c:v>
                </c:pt>
                <c:pt idx="432">
                  <c:v>434</c:v>
                </c:pt>
                <c:pt idx="433">
                  <c:v>435</c:v>
                </c:pt>
                <c:pt idx="434">
                  <c:v>436</c:v>
                </c:pt>
                <c:pt idx="435">
                  <c:v>437</c:v>
                </c:pt>
                <c:pt idx="436">
                  <c:v>438</c:v>
                </c:pt>
                <c:pt idx="437">
                  <c:v>439</c:v>
                </c:pt>
                <c:pt idx="438">
                  <c:v>440</c:v>
                </c:pt>
                <c:pt idx="439">
                  <c:v>441</c:v>
                </c:pt>
                <c:pt idx="440">
                  <c:v>442</c:v>
                </c:pt>
                <c:pt idx="441">
                  <c:v>443</c:v>
                </c:pt>
                <c:pt idx="442">
                  <c:v>444</c:v>
                </c:pt>
                <c:pt idx="443">
                  <c:v>445</c:v>
                </c:pt>
                <c:pt idx="444">
                  <c:v>446</c:v>
                </c:pt>
                <c:pt idx="445">
                  <c:v>447</c:v>
                </c:pt>
                <c:pt idx="446">
                  <c:v>448</c:v>
                </c:pt>
                <c:pt idx="447">
                  <c:v>449</c:v>
                </c:pt>
                <c:pt idx="448">
                  <c:v>450</c:v>
                </c:pt>
                <c:pt idx="449">
                  <c:v>451</c:v>
                </c:pt>
                <c:pt idx="450">
                  <c:v>452</c:v>
                </c:pt>
                <c:pt idx="451">
                  <c:v>453</c:v>
                </c:pt>
                <c:pt idx="452">
                  <c:v>454</c:v>
                </c:pt>
                <c:pt idx="453">
                  <c:v>455</c:v>
                </c:pt>
                <c:pt idx="454">
                  <c:v>456</c:v>
                </c:pt>
                <c:pt idx="455">
                  <c:v>457</c:v>
                </c:pt>
                <c:pt idx="456">
                  <c:v>458</c:v>
                </c:pt>
                <c:pt idx="457">
                  <c:v>459</c:v>
                </c:pt>
                <c:pt idx="458">
                  <c:v>460</c:v>
                </c:pt>
                <c:pt idx="459">
                  <c:v>461</c:v>
                </c:pt>
                <c:pt idx="460">
                  <c:v>462</c:v>
                </c:pt>
                <c:pt idx="461">
                  <c:v>463</c:v>
                </c:pt>
                <c:pt idx="462">
                  <c:v>464</c:v>
                </c:pt>
                <c:pt idx="463">
                  <c:v>465</c:v>
                </c:pt>
                <c:pt idx="464">
                  <c:v>466</c:v>
                </c:pt>
                <c:pt idx="465">
                  <c:v>467</c:v>
                </c:pt>
                <c:pt idx="466">
                  <c:v>468</c:v>
                </c:pt>
                <c:pt idx="467">
                  <c:v>469</c:v>
                </c:pt>
                <c:pt idx="468">
                  <c:v>470</c:v>
                </c:pt>
                <c:pt idx="469">
                  <c:v>471</c:v>
                </c:pt>
                <c:pt idx="470">
                  <c:v>472</c:v>
                </c:pt>
                <c:pt idx="471">
                  <c:v>473</c:v>
                </c:pt>
                <c:pt idx="472">
                  <c:v>474</c:v>
                </c:pt>
                <c:pt idx="473">
                  <c:v>475</c:v>
                </c:pt>
                <c:pt idx="474">
                  <c:v>476</c:v>
                </c:pt>
                <c:pt idx="475">
                  <c:v>477</c:v>
                </c:pt>
                <c:pt idx="476">
                  <c:v>478</c:v>
                </c:pt>
                <c:pt idx="477">
                  <c:v>479</c:v>
                </c:pt>
                <c:pt idx="478">
                  <c:v>480</c:v>
                </c:pt>
                <c:pt idx="479">
                  <c:v>481</c:v>
                </c:pt>
                <c:pt idx="480">
                  <c:v>482</c:v>
                </c:pt>
                <c:pt idx="481">
                  <c:v>483</c:v>
                </c:pt>
                <c:pt idx="482">
                  <c:v>484</c:v>
                </c:pt>
                <c:pt idx="483">
                  <c:v>485</c:v>
                </c:pt>
                <c:pt idx="484">
                  <c:v>486</c:v>
                </c:pt>
                <c:pt idx="485">
                  <c:v>487</c:v>
                </c:pt>
                <c:pt idx="486">
                  <c:v>488</c:v>
                </c:pt>
                <c:pt idx="487">
                  <c:v>489</c:v>
                </c:pt>
                <c:pt idx="488">
                  <c:v>490</c:v>
                </c:pt>
                <c:pt idx="489">
                  <c:v>491</c:v>
                </c:pt>
                <c:pt idx="490">
                  <c:v>492</c:v>
                </c:pt>
                <c:pt idx="491">
                  <c:v>493</c:v>
                </c:pt>
                <c:pt idx="492">
                  <c:v>494</c:v>
                </c:pt>
                <c:pt idx="493">
                  <c:v>495</c:v>
                </c:pt>
                <c:pt idx="494">
                  <c:v>496</c:v>
                </c:pt>
                <c:pt idx="495">
                  <c:v>497</c:v>
                </c:pt>
                <c:pt idx="496">
                  <c:v>498</c:v>
                </c:pt>
                <c:pt idx="497">
                  <c:v>499</c:v>
                </c:pt>
                <c:pt idx="498">
                  <c:v>500</c:v>
                </c:pt>
                <c:pt idx="499">
                  <c:v>501</c:v>
                </c:pt>
                <c:pt idx="500">
                  <c:v>502</c:v>
                </c:pt>
                <c:pt idx="501">
                  <c:v>503</c:v>
                </c:pt>
                <c:pt idx="502">
                  <c:v>504</c:v>
                </c:pt>
                <c:pt idx="503">
                  <c:v>505</c:v>
                </c:pt>
                <c:pt idx="504">
                  <c:v>506</c:v>
                </c:pt>
                <c:pt idx="505">
                  <c:v>507</c:v>
                </c:pt>
                <c:pt idx="506">
                  <c:v>508</c:v>
                </c:pt>
                <c:pt idx="507">
                  <c:v>509</c:v>
                </c:pt>
                <c:pt idx="508">
                  <c:v>510</c:v>
                </c:pt>
                <c:pt idx="509">
                  <c:v>511</c:v>
                </c:pt>
                <c:pt idx="510">
                  <c:v>512</c:v>
                </c:pt>
                <c:pt idx="511">
                  <c:v>513</c:v>
                </c:pt>
                <c:pt idx="512">
                  <c:v>514</c:v>
                </c:pt>
                <c:pt idx="513">
                  <c:v>515</c:v>
                </c:pt>
                <c:pt idx="514">
                  <c:v>516</c:v>
                </c:pt>
                <c:pt idx="515">
                  <c:v>517</c:v>
                </c:pt>
                <c:pt idx="516">
                  <c:v>518</c:v>
                </c:pt>
                <c:pt idx="517">
                  <c:v>519</c:v>
                </c:pt>
                <c:pt idx="518">
                  <c:v>520</c:v>
                </c:pt>
                <c:pt idx="519">
                  <c:v>521</c:v>
                </c:pt>
                <c:pt idx="520">
                  <c:v>522</c:v>
                </c:pt>
                <c:pt idx="521">
                  <c:v>523</c:v>
                </c:pt>
                <c:pt idx="522">
                  <c:v>524</c:v>
                </c:pt>
                <c:pt idx="523">
                  <c:v>525</c:v>
                </c:pt>
                <c:pt idx="524">
                  <c:v>526</c:v>
                </c:pt>
                <c:pt idx="525">
                  <c:v>527</c:v>
                </c:pt>
                <c:pt idx="526">
                  <c:v>528</c:v>
                </c:pt>
                <c:pt idx="527">
                  <c:v>529</c:v>
                </c:pt>
                <c:pt idx="528">
                  <c:v>530</c:v>
                </c:pt>
                <c:pt idx="529">
                  <c:v>531</c:v>
                </c:pt>
                <c:pt idx="530">
                  <c:v>532</c:v>
                </c:pt>
                <c:pt idx="531">
                  <c:v>533</c:v>
                </c:pt>
                <c:pt idx="532">
                  <c:v>534</c:v>
                </c:pt>
                <c:pt idx="533">
                  <c:v>535</c:v>
                </c:pt>
                <c:pt idx="534">
                  <c:v>536</c:v>
                </c:pt>
                <c:pt idx="535">
                  <c:v>537</c:v>
                </c:pt>
                <c:pt idx="536">
                  <c:v>538</c:v>
                </c:pt>
                <c:pt idx="537">
                  <c:v>539</c:v>
                </c:pt>
                <c:pt idx="538">
                  <c:v>540</c:v>
                </c:pt>
                <c:pt idx="539">
                  <c:v>541</c:v>
                </c:pt>
                <c:pt idx="540">
                  <c:v>542</c:v>
                </c:pt>
                <c:pt idx="541">
                  <c:v>543</c:v>
                </c:pt>
                <c:pt idx="542">
                  <c:v>544</c:v>
                </c:pt>
                <c:pt idx="543">
                  <c:v>545</c:v>
                </c:pt>
                <c:pt idx="544">
                  <c:v>546</c:v>
                </c:pt>
                <c:pt idx="545">
                  <c:v>547</c:v>
                </c:pt>
                <c:pt idx="546">
                  <c:v>548</c:v>
                </c:pt>
                <c:pt idx="547">
                  <c:v>549</c:v>
                </c:pt>
                <c:pt idx="548">
                  <c:v>550</c:v>
                </c:pt>
                <c:pt idx="549">
                  <c:v>551</c:v>
                </c:pt>
                <c:pt idx="550">
                  <c:v>552</c:v>
                </c:pt>
                <c:pt idx="551">
                  <c:v>553</c:v>
                </c:pt>
                <c:pt idx="552">
                  <c:v>554</c:v>
                </c:pt>
                <c:pt idx="553">
                  <c:v>555</c:v>
                </c:pt>
                <c:pt idx="554">
                  <c:v>556</c:v>
                </c:pt>
                <c:pt idx="555">
                  <c:v>557</c:v>
                </c:pt>
                <c:pt idx="556">
                  <c:v>558</c:v>
                </c:pt>
                <c:pt idx="557">
                  <c:v>559</c:v>
                </c:pt>
                <c:pt idx="558">
                  <c:v>560</c:v>
                </c:pt>
                <c:pt idx="559">
                  <c:v>561</c:v>
                </c:pt>
                <c:pt idx="560">
                  <c:v>562</c:v>
                </c:pt>
                <c:pt idx="561">
                  <c:v>563</c:v>
                </c:pt>
                <c:pt idx="562">
                  <c:v>564</c:v>
                </c:pt>
                <c:pt idx="563">
                  <c:v>565</c:v>
                </c:pt>
                <c:pt idx="564">
                  <c:v>566</c:v>
                </c:pt>
                <c:pt idx="565">
                  <c:v>567</c:v>
                </c:pt>
                <c:pt idx="566">
                  <c:v>568</c:v>
                </c:pt>
                <c:pt idx="567">
                  <c:v>569</c:v>
                </c:pt>
                <c:pt idx="568">
                  <c:v>570</c:v>
                </c:pt>
                <c:pt idx="569">
                  <c:v>571</c:v>
                </c:pt>
                <c:pt idx="570">
                  <c:v>572</c:v>
                </c:pt>
                <c:pt idx="571">
                  <c:v>573</c:v>
                </c:pt>
                <c:pt idx="572">
                  <c:v>574</c:v>
                </c:pt>
                <c:pt idx="573">
                  <c:v>575</c:v>
                </c:pt>
                <c:pt idx="574">
                  <c:v>576</c:v>
                </c:pt>
                <c:pt idx="575">
                  <c:v>577</c:v>
                </c:pt>
                <c:pt idx="576">
                  <c:v>578</c:v>
                </c:pt>
                <c:pt idx="577">
                  <c:v>579</c:v>
                </c:pt>
                <c:pt idx="578">
                  <c:v>580</c:v>
                </c:pt>
                <c:pt idx="579">
                  <c:v>581</c:v>
                </c:pt>
                <c:pt idx="580">
                  <c:v>582</c:v>
                </c:pt>
                <c:pt idx="581">
                  <c:v>583</c:v>
                </c:pt>
                <c:pt idx="582">
                  <c:v>584</c:v>
                </c:pt>
                <c:pt idx="583">
                  <c:v>585</c:v>
                </c:pt>
                <c:pt idx="584">
                  <c:v>586</c:v>
                </c:pt>
                <c:pt idx="585">
                  <c:v>587</c:v>
                </c:pt>
                <c:pt idx="586">
                  <c:v>588</c:v>
                </c:pt>
                <c:pt idx="587">
                  <c:v>589</c:v>
                </c:pt>
                <c:pt idx="588">
                  <c:v>590</c:v>
                </c:pt>
                <c:pt idx="589">
                  <c:v>591</c:v>
                </c:pt>
                <c:pt idx="590">
                  <c:v>592</c:v>
                </c:pt>
                <c:pt idx="591">
                  <c:v>593</c:v>
                </c:pt>
                <c:pt idx="592">
                  <c:v>594</c:v>
                </c:pt>
                <c:pt idx="593">
                  <c:v>595</c:v>
                </c:pt>
                <c:pt idx="594">
                  <c:v>596</c:v>
                </c:pt>
                <c:pt idx="595">
                  <c:v>597</c:v>
                </c:pt>
                <c:pt idx="596">
                  <c:v>598</c:v>
                </c:pt>
                <c:pt idx="597">
                  <c:v>599</c:v>
                </c:pt>
                <c:pt idx="598">
                  <c:v>600</c:v>
                </c:pt>
                <c:pt idx="599">
                  <c:v>601</c:v>
                </c:pt>
                <c:pt idx="600">
                  <c:v>602</c:v>
                </c:pt>
                <c:pt idx="601">
                  <c:v>603</c:v>
                </c:pt>
                <c:pt idx="602">
                  <c:v>604</c:v>
                </c:pt>
                <c:pt idx="603">
                  <c:v>605</c:v>
                </c:pt>
                <c:pt idx="604">
                  <c:v>606</c:v>
                </c:pt>
                <c:pt idx="605">
                  <c:v>607</c:v>
                </c:pt>
                <c:pt idx="606">
                  <c:v>608</c:v>
                </c:pt>
                <c:pt idx="607">
                  <c:v>609</c:v>
                </c:pt>
                <c:pt idx="608">
                  <c:v>610</c:v>
                </c:pt>
                <c:pt idx="609">
                  <c:v>611</c:v>
                </c:pt>
                <c:pt idx="610">
                  <c:v>612</c:v>
                </c:pt>
                <c:pt idx="611">
                  <c:v>613</c:v>
                </c:pt>
                <c:pt idx="612">
                  <c:v>614</c:v>
                </c:pt>
                <c:pt idx="613">
                  <c:v>615</c:v>
                </c:pt>
                <c:pt idx="614">
                  <c:v>616</c:v>
                </c:pt>
                <c:pt idx="615">
                  <c:v>617</c:v>
                </c:pt>
                <c:pt idx="616">
                  <c:v>618</c:v>
                </c:pt>
                <c:pt idx="617">
                  <c:v>619</c:v>
                </c:pt>
                <c:pt idx="618">
                  <c:v>620</c:v>
                </c:pt>
                <c:pt idx="619">
                  <c:v>621</c:v>
                </c:pt>
                <c:pt idx="620">
                  <c:v>622</c:v>
                </c:pt>
                <c:pt idx="621">
                  <c:v>623</c:v>
                </c:pt>
                <c:pt idx="622">
                  <c:v>624</c:v>
                </c:pt>
                <c:pt idx="623">
                  <c:v>625</c:v>
                </c:pt>
                <c:pt idx="624">
                  <c:v>626</c:v>
                </c:pt>
                <c:pt idx="625">
                  <c:v>627</c:v>
                </c:pt>
                <c:pt idx="626">
                  <c:v>628</c:v>
                </c:pt>
                <c:pt idx="627">
                  <c:v>629</c:v>
                </c:pt>
                <c:pt idx="628">
                  <c:v>630</c:v>
                </c:pt>
                <c:pt idx="629">
                  <c:v>631</c:v>
                </c:pt>
                <c:pt idx="630">
                  <c:v>632</c:v>
                </c:pt>
                <c:pt idx="631">
                  <c:v>633</c:v>
                </c:pt>
                <c:pt idx="632">
                  <c:v>634</c:v>
                </c:pt>
                <c:pt idx="633">
                  <c:v>635</c:v>
                </c:pt>
                <c:pt idx="634">
                  <c:v>636</c:v>
                </c:pt>
                <c:pt idx="635">
                  <c:v>637</c:v>
                </c:pt>
                <c:pt idx="636">
                  <c:v>638</c:v>
                </c:pt>
                <c:pt idx="637">
                  <c:v>639</c:v>
                </c:pt>
                <c:pt idx="638">
                  <c:v>640</c:v>
                </c:pt>
                <c:pt idx="639">
                  <c:v>641</c:v>
                </c:pt>
                <c:pt idx="640">
                  <c:v>642</c:v>
                </c:pt>
                <c:pt idx="641">
                  <c:v>643</c:v>
                </c:pt>
                <c:pt idx="642">
                  <c:v>644</c:v>
                </c:pt>
                <c:pt idx="643">
                  <c:v>645</c:v>
                </c:pt>
                <c:pt idx="644">
                  <c:v>646</c:v>
                </c:pt>
                <c:pt idx="645">
                  <c:v>647</c:v>
                </c:pt>
                <c:pt idx="646">
                  <c:v>648</c:v>
                </c:pt>
                <c:pt idx="647">
                  <c:v>649</c:v>
                </c:pt>
                <c:pt idx="648">
                  <c:v>650</c:v>
                </c:pt>
                <c:pt idx="649">
                  <c:v>651</c:v>
                </c:pt>
                <c:pt idx="650">
                  <c:v>652</c:v>
                </c:pt>
                <c:pt idx="651">
                  <c:v>653</c:v>
                </c:pt>
                <c:pt idx="652">
                  <c:v>654</c:v>
                </c:pt>
                <c:pt idx="653">
                  <c:v>655</c:v>
                </c:pt>
                <c:pt idx="654">
                  <c:v>656</c:v>
                </c:pt>
                <c:pt idx="655">
                  <c:v>657</c:v>
                </c:pt>
                <c:pt idx="656">
                  <c:v>658</c:v>
                </c:pt>
                <c:pt idx="657">
                  <c:v>659</c:v>
                </c:pt>
                <c:pt idx="658">
                  <c:v>660</c:v>
                </c:pt>
                <c:pt idx="659">
                  <c:v>661</c:v>
                </c:pt>
                <c:pt idx="660">
                  <c:v>662</c:v>
                </c:pt>
                <c:pt idx="661">
                  <c:v>663</c:v>
                </c:pt>
                <c:pt idx="662">
                  <c:v>664</c:v>
                </c:pt>
                <c:pt idx="663">
                  <c:v>665</c:v>
                </c:pt>
                <c:pt idx="664">
                  <c:v>666</c:v>
                </c:pt>
                <c:pt idx="665">
                  <c:v>667</c:v>
                </c:pt>
                <c:pt idx="666">
                  <c:v>668</c:v>
                </c:pt>
                <c:pt idx="667">
                  <c:v>669</c:v>
                </c:pt>
                <c:pt idx="668">
                  <c:v>670</c:v>
                </c:pt>
                <c:pt idx="669">
                  <c:v>671</c:v>
                </c:pt>
                <c:pt idx="670">
                  <c:v>672</c:v>
                </c:pt>
                <c:pt idx="671">
                  <c:v>673</c:v>
                </c:pt>
                <c:pt idx="672">
                  <c:v>674</c:v>
                </c:pt>
                <c:pt idx="673">
                  <c:v>675</c:v>
                </c:pt>
                <c:pt idx="674">
                  <c:v>676</c:v>
                </c:pt>
                <c:pt idx="675">
                  <c:v>677</c:v>
                </c:pt>
                <c:pt idx="676">
                  <c:v>678</c:v>
                </c:pt>
                <c:pt idx="677">
                  <c:v>679</c:v>
                </c:pt>
                <c:pt idx="678">
                  <c:v>680</c:v>
                </c:pt>
                <c:pt idx="679">
                  <c:v>681</c:v>
                </c:pt>
                <c:pt idx="680">
                  <c:v>682</c:v>
                </c:pt>
                <c:pt idx="681">
                  <c:v>683</c:v>
                </c:pt>
                <c:pt idx="682">
                  <c:v>684</c:v>
                </c:pt>
                <c:pt idx="683">
                  <c:v>685</c:v>
                </c:pt>
                <c:pt idx="684">
                  <c:v>686</c:v>
                </c:pt>
                <c:pt idx="685">
                  <c:v>687</c:v>
                </c:pt>
                <c:pt idx="686">
                  <c:v>688</c:v>
                </c:pt>
                <c:pt idx="687">
                  <c:v>689</c:v>
                </c:pt>
                <c:pt idx="688">
                  <c:v>690</c:v>
                </c:pt>
                <c:pt idx="689">
                  <c:v>691</c:v>
                </c:pt>
                <c:pt idx="690">
                  <c:v>692</c:v>
                </c:pt>
                <c:pt idx="691">
                  <c:v>693</c:v>
                </c:pt>
                <c:pt idx="692">
                  <c:v>694</c:v>
                </c:pt>
                <c:pt idx="693">
                  <c:v>695</c:v>
                </c:pt>
                <c:pt idx="694">
                  <c:v>696</c:v>
                </c:pt>
                <c:pt idx="695">
                  <c:v>697</c:v>
                </c:pt>
                <c:pt idx="696">
                  <c:v>698</c:v>
                </c:pt>
                <c:pt idx="697">
                  <c:v>699</c:v>
                </c:pt>
                <c:pt idx="698">
                  <c:v>700</c:v>
                </c:pt>
                <c:pt idx="699">
                  <c:v>701</c:v>
                </c:pt>
                <c:pt idx="700">
                  <c:v>702</c:v>
                </c:pt>
                <c:pt idx="701">
                  <c:v>703</c:v>
                </c:pt>
                <c:pt idx="702">
                  <c:v>704</c:v>
                </c:pt>
                <c:pt idx="703">
                  <c:v>705</c:v>
                </c:pt>
                <c:pt idx="704">
                  <c:v>706</c:v>
                </c:pt>
                <c:pt idx="705">
                  <c:v>707</c:v>
                </c:pt>
                <c:pt idx="706">
                  <c:v>708</c:v>
                </c:pt>
                <c:pt idx="707">
                  <c:v>709</c:v>
                </c:pt>
                <c:pt idx="708">
                  <c:v>710</c:v>
                </c:pt>
                <c:pt idx="709">
                  <c:v>711</c:v>
                </c:pt>
                <c:pt idx="710">
                  <c:v>712</c:v>
                </c:pt>
                <c:pt idx="711">
                  <c:v>713</c:v>
                </c:pt>
                <c:pt idx="712">
                  <c:v>714</c:v>
                </c:pt>
                <c:pt idx="713">
                  <c:v>715</c:v>
                </c:pt>
                <c:pt idx="714">
                  <c:v>716</c:v>
                </c:pt>
                <c:pt idx="715">
                  <c:v>717</c:v>
                </c:pt>
                <c:pt idx="716">
                  <c:v>718</c:v>
                </c:pt>
                <c:pt idx="717">
                  <c:v>719</c:v>
                </c:pt>
                <c:pt idx="718">
                  <c:v>720</c:v>
                </c:pt>
                <c:pt idx="719">
                  <c:v>721</c:v>
                </c:pt>
                <c:pt idx="720">
                  <c:v>722</c:v>
                </c:pt>
                <c:pt idx="721">
                  <c:v>723</c:v>
                </c:pt>
                <c:pt idx="722">
                  <c:v>724</c:v>
                </c:pt>
                <c:pt idx="723">
                  <c:v>725</c:v>
                </c:pt>
                <c:pt idx="724">
                  <c:v>726</c:v>
                </c:pt>
                <c:pt idx="725">
                  <c:v>727</c:v>
                </c:pt>
                <c:pt idx="726">
                  <c:v>728</c:v>
                </c:pt>
                <c:pt idx="727">
                  <c:v>729</c:v>
                </c:pt>
                <c:pt idx="728">
                  <c:v>730</c:v>
                </c:pt>
                <c:pt idx="729">
                  <c:v>731</c:v>
                </c:pt>
                <c:pt idx="730">
                  <c:v>732</c:v>
                </c:pt>
                <c:pt idx="731">
                  <c:v>733</c:v>
                </c:pt>
                <c:pt idx="732">
                  <c:v>734</c:v>
                </c:pt>
                <c:pt idx="733">
                  <c:v>735</c:v>
                </c:pt>
                <c:pt idx="734">
                  <c:v>736</c:v>
                </c:pt>
                <c:pt idx="735">
                  <c:v>737</c:v>
                </c:pt>
                <c:pt idx="736">
                  <c:v>738</c:v>
                </c:pt>
                <c:pt idx="737">
                  <c:v>739</c:v>
                </c:pt>
                <c:pt idx="738">
                  <c:v>740</c:v>
                </c:pt>
                <c:pt idx="739">
                  <c:v>741</c:v>
                </c:pt>
                <c:pt idx="740">
                  <c:v>742</c:v>
                </c:pt>
                <c:pt idx="741">
                  <c:v>743</c:v>
                </c:pt>
                <c:pt idx="742">
                  <c:v>744</c:v>
                </c:pt>
                <c:pt idx="743">
                  <c:v>745</c:v>
                </c:pt>
                <c:pt idx="744">
                  <c:v>746</c:v>
                </c:pt>
                <c:pt idx="745">
                  <c:v>747</c:v>
                </c:pt>
                <c:pt idx="746">
                  <c:v>748</c:v>
                </c:pt>
                <c:pt idx="747">
                  <c:v>749</c:v>
                </c:pt>
                <c:pt idx="748">
                  <c:v>750</c:v>
                </c:pt>
                <c:pt idx="749">
                  <c:v>751</c:v>
                </c:pt>
                <c:pt idx="750">
                  <c:v>752</c:v>
                </c:pt>
                <c:pt idx="751">
                  <c:v>753</c:v>
                </c:pt>
                <c:pt idx="752">
                  <c:v>754</c:v>
                </c:pt>
                <c:pt idx="753">
                  <c:v>755</c:v>
                </c:pt>
                <c:pt idx="754">
                  <c:v>756</c:v>
                </c:pt>
                <c:pt idx="755">
                  <c:v>757</c:v>
                </c:pt>
                <c:pt idx="756">
                  <c:v>758</c:v>
                </c:pt>
                <c:pt idx="757">
                  <c:v>759</c:v>
                </c:pt>
                <c:pt idx="758">
                  <c:v>760</c:v>
                </c:pt>
                <c:pt idx="759">
                  <c:v>761</c:v>
                </c:pt>
                <c:pt idx="760">
                  <c:v>762</c:v>
                </c:pt>
                <c:pt idx="761">
                  <c:v>763</c:v>
                </c:pt>
                <c:pt idx="762">
                  <c:v>764</c:v>
                </c:pt>
                <c:pt idx="763">
                  <c:v>765</c:v>
                </c:pt>
                <c:pt idx="764">
                  <c:v>766</c:v>
                </c:pt>
                <c:pt idx="765">
                  <c:v>767</c:v>
                </c:pt>
                <c:pt idx="766">
                  <c:v>768</c:v>
                </c:pt>
                <c:pt idx="767">
                  <c:v>769</c:v>
                </c:pt>
                <c:pt idx="768">
                  <c:v>770</c:v>
                </c:pt>
                <c:pt idx="769">
                  <c:v>771</c:v>
                </c:pt>
                <c:pt idx="770">
                  <c:v>772</c:v>
                </c:pt>
                <c:pt idx="771">
                  <c:v>773</c:v>
                </c:pt>
                <c:pt idx="772">
                  <c:v>774</c:v>
                </c:pt>
                <c:pt idx="773">
                  <c:v>775</c:v>
                </c:pt>
                <c:pt idx="774">
                  <c:v>776</c:v>
                </c:pt>
                <c:pt idx="775">
                  <c:v>777</c:v>
                </c:pt>
                <c:pt idx="776">
                  <c:v>778</c:v>
                </c:pt>
                <c:pt idx="777">
                  <c:v>779</c:v>
                </c:pt>
                <c:pt idx="778">
                  <c:v>780</c:v>
                </c:pt>
                <c:pt idx="779">
                  <c:v>781</c:v>
                </c:pt>
                <c:pt idx="780">
                  <c:v>782</c:v>
                </c:pt>
                <c:pt idx="781">
                  <c:v>783</c:v>
                </c:pt>
                <c:pt idx="782">
                  <c:v>784</c:v>
                </c:pt>
                <c:pt idx="783">
                  <c:v>785</c:v>
                </c:pt>
                <c:pt idx="784">
                  <c:v>786</c:v>
                </c:pt>
                <c:pt idx="785">
                  <c:v>787</c:v>
                </c:pt>
                <c:pt idx="786">
                  <c:v>788</c:v>
                </c:pt>
                <c:pt idx="787">
                  <c:v>789</c:v>
                </c:pt>
                <c:pt idx="788">
                  <c:v>790</c:v>
                </c:pt>
                <c:pt idx="789">
                  <c:v>791</c:v>
                </c:pt>
                <c:pt idx="790">
                  <c:v>792</c:v>
                </c:pt>
                <c:pt idx="791">
                  <c:v>793</c:v>
                </c:pt>
                <c:pt idx="792">
                  <c:v>794</c:v>
                </c:pt>
                <c:pt idx="793">
                  <c:v>795</c:v>
                </c:pt>
                <c:pt idx="794">
                  <c:v>796</c:v>
                </c:pt>
                <c:pt idx="795">
                  <c:v>797</c:v>
                </c:pt>
                <c:pt idx="796">
                  <c:v>798</c:v>
                </c:pt>
                <c:pt idx="797">
                  <c:v>799</c:v>
                </c:pt>
                <c:pt idx="798">
                  <c:v>800</c:v>
                </c:pt>
                <c:pt idx="799">
                  <c:v>801</c:v>
                </c:pt>
                <c:pt idx="800">
                  <c:v>802</c:v>
                </c:pt>
                <c:pt idx="801">
                  <c:v>803</c:v>
                </c:pt>
                <c:pt idx="802">
                  <c:v>804</c:v>
                </c:pt>
                <c:pt idx="803">
                  <c:v>805</c:v>
                </c:pt>
                <c:pt idx="804">
                  <c:v>806</c:v>
                </c:pt>
                <c:pt idx="805">
                  <c:v>807</c:v>
                </c:pt>
                <c:pt idx="806">
                  <c:v>808</c:v>
                </c:pt>
                <c:pt idx="807">
                  <c:v>809</c:v>
                </c:pt>
                <c:pt idx="808">
                  <c:v>810</c:v>
                </c:pt>
                <c:pt idx="809">
                  <c:v>811</c:v>
                </c:pt>
                <c:pt idx="810">
                  <c:v>812</c:v>
                </c:pt>
                <c:pt idx="811">
                  <c:v>813</c:v>
                </c:pt>
                <c:pt idx="812">
                  <c:v>814</c:v>
                </c:pt>
                <c:pt idx="813">
                  <c:v>815</c:v>
                </c:pt>
                <c:pt idx="814">
                  <c:v>816</c:v>
                </c:pt>
                <c:pt idx="815">
                  <c:v>817</c:v>
                </c:pt>
                <c:pt idx="816">
                  <c:v>818</c:v>
                </c:pt>
                <c:pt idx="817">
                  <c:v>819</c:v>
                </c:pt>
                <c:pt idx="818">
                  <c:v>820</c:v>
                </c:pt>
                <c:pt idx="819">
                  <c:v>821</c:v>
                </c:pt>
                <c:pt idx="820">
                  <c:v>822</c:v>
                </c:pt>
                <c:pt idx="821">
                  <c:v>823</c:v>
                </c:pt>
                <c:pt idx="822">
                  <c:v>824</c:v>
                </c:pt>
                <c:pt idx="823">
                  <c:v>825</c:v>
                </c:pt>
                <c:pt idx="824">
                  <c:v>826</c:v>
                </c:pt>
                <c:pt idx="825">
                  <c:v>827</c:v>
                </c:pt>
                <c:pt idx="826">
                  <c:v>828</c:v>
                </c:pt>
                <c:pt idx="827">
                  <c:v>829</c:v>
                </c:pt>
                <c:pt idx="828">
                  <c:v>830</c:v>
                </c:pt>
                <c:pt idx="829">
                  <c:v>831</c:v>
                </c:pt>
                <c:pt idx="830">
                  <c:v>832</c:v>
                </c:pt>
                <c:pt idx="831">
                  <c:v>833</c:v>
                </c:pt>
                <c:pt idx="832">
                  <c:v>834</c:v>
                </c:pt>
                <c:pt idx="833">
                  <c:v>835</c:v>
                </c:pt>
                <c:pt idx="834">
                  <c:v>836</c:v>
                </c:pt>
                <c:pt idx="835">
                  <c:v>837</c:v>
                </c:pt>
                <c:pt idx="836">
                  <c:v>838</c:v>
                </c:pt>
                <c:pt idx="837">
                  <c:v>839</c:v>
                </c:pt>
                <c:pt idx="838">
                  <c:v>840</c:v>
                </c:pt>
                <c:pt idx="839">
                  <c:v>841</c:v>
                </c:pt>
                <c:pt idx="840">
                  <c:v>842</c:v>
                </c:pt>
                <c:pt idx="841">
                  <c:v>843</c:v>
                </c:pt>
                <c:pt idx="842">
                  <c:v>844</c:v>
                </c:pt>
                <c:pt idx="843">
                  <c:v>845</c:v>
                </c:pt>
                <c:pt idx="844">
                  <c:v>846</c:v>
                </c:pt>
                <c:pt idx="845">
                  <c:v>847</c:v>
                </c:pt>
                <c:pt idx="846">
                  <c:v>848</c:v>
                </c:pt>
                <c:pt idx="847">
                  <c:v>849</c:v>
                </c:pt>
                <c:pt idx="848">
                  <c:v>850</c:v>
                </c:pt>
                <c:pt idx="849">
                  <c:v>851</c:v>
                </c:pt>
                <c:pt idx="850">
                  <c:v>852</c:v>
                </c:pt>
                <c:pt idx="851">
                  <c:v>853</c:v>
                </c:pt>
                <c:pt idx="852">
                  <c:v>854</c:v>
                </c:pt>
                <c:pt idx="853">
                  <c:v>855</c:v>
                </c:pt>
                <c:pt idx="854">
                  <c:v>856</c:v>
                </c:pt>
                <c:pt idx="855">
                  <c:v>857</c:v>
                </c:pt>
                <c:pt idx="856">
                  <c:v>858</c:v>
                </c:pt>
                <c:pt idx="857">
                  <c:v>859</c:v>
                </c:pt>
                <c:pt idx="858">
                  <c:v>860</c:v>
                </c:pt>
                <c:pt idx="859">
                  <c:v>861</c:v>
                </c:pt>
                <c:pt idx="860">
                  <c:v>862</c:v>
                </c:pt>
                <c:pt idx="861">
                  <c:v>863</c:v>
                </c:pt>
                <c:pt idx="862">
                  <c:v>864</c:v>
                </c:pt>
                <c:pt idx="863">
                  <c:v>865</c:v>
                </c:pt>
                <c:pt idx="864">
                  <c:v>866</c:v>
                </c:pt>
                <c:pt idx="865">
                  <c:v>867</c:v>
                </c:pt>
                <c:pt idx="866">
                  <c:v>868</c:v>
                </c:pt>
                <c:pt idx="867">
                  <c:v>869</c:v>
                </c:pt>
                <c:pt idx="868">
                  <c:v>870</c:v>
                </c:pt>
                <c:pt idx="869">
                  <c:v>871</c:v>
                </c:pt>
                <c:pt idx="870">
                  <c:v>872</c:v>
                </c:pt>
                <c:pt idx="871">
                  <c:v>873</c:v>
                </c:pt>
                <c:pt idx="872">
                  <c:v>874</c:v>
                </c:pt>
                <c:pt idx="873">
                  <c:v>875</c:v>
                </c:pt>
                <c:pt idx="874">
                  <c:v>876</c:v>
                </c:pt>
                <c:pt idx="875">
                  <c:v>877</c:v>
                </c:pt>
                <c:pt idx="876">
                  <c:v>878</c:v>
                </c:pt>
                <c:pt idx="877">
                  <c:v>879</c:v>
                </c:pt>
                <c:pt idx="878">
                  <c:v>880</c:v>
                </c:pt>
                <c:pt idx="879">
                  <c:v>881</c:v>
                </c:pt>
                <c:pt idx="880">
                  <c:v>882</c:v>
                </c:pt>
                <c:pt idx="881">
                  <c:v>883</c:v>
                </c:pt>
                <c:pt idx="882">
                  <c:v>884</c:v>
                </c:pt>
                <c:pt idx="883">
                  <c:v>885</c:v>
                </c:pt>
                <c:pt idx="884">
                  <c:v>886</c:v>
                </c:pt>
                <c:pt idx="885">
                  <c:v>887</c:v>
                </c:pt>
                <c:pt idx="886">
                  <c:v>888</c:v>
                </c:pt>
                <c:pt idx="887">
                  <c:v>889</c:v>
                </c:pt>
                <c:pt idx="888">
                  <c:v>890</c:v>
                </c:pt>
                <c:pt idx="889">
                  <c:v>891</c:v>
                </c:pt>
                <c:pt idx="890">
                  <c:v>892</c:v>
                </c:pt>
                <c:pt idx="891">
                  <c:v>893</c:v>
                </c:pt>
                <c:pt idx="892">
                  <c:v>894</c:v>
                </c:pt>
                <c:pt idx="893">
                  <c:v>895</c:v>
                </c:pt>
                <c:pt idx="894">
                  <c:v>896</c:v>
                </c:pt>
                <c:pt idx="895">
                  <c:v>897</c:v>
                </c:pt>
                <c:pt idx="896">
                  <c:v>898</c:v>
                </c:pt>
                <c:pt idx="897">
                  <c:v>899</c:v>
                </c:pt>
                <c:pt idx="898">
                  <c:v>900</c:v>
                </c:pt>
                <c:pt idx="899">
                  <c:v>901</c:v>
                </c:pt>
                <c:pt idx="900">
                  <c:v>902</c:v>
                </c:pt>
                <c:pt idx="901">
                  <c:v>903</c:v>
                </c:pt>
                <c:pt idx="902">
                  <c:v>904</c:v>
                </c:pt>
                <c:pt idx="903">
                  <c:v>905</c:v>
                </c:pt>
                <c:pt idx="904">
                  <c:v>906</c:v>
                </c:pt>
                <c:pt idx="905">
                  <c:v>907</c:v>
                </c:pt>
                <c:pt idx="906">
                  <c:v>908</c:v>
                </c:pt>
                <c:pt idx="907">
                  <c:v>909</c:v>
                </c:pt>
                <c:pt idx="908">
                  <c:v>910</c:v>
                </c:pt>
                <c:pt idx="909">
                  <c:v>911</c:v>
                </c:pt>
                <c:pt idx="910">
                  <c:v>912</c:v>
                </c:pt>
                <c:pt idx="911">
                  <c:v>913</c:v>
                </c:pt>
                <c:pt idx="912">
                  <c:v>914</c:v>
                </c:pt>
                <c:pt idx="913">
                  <c:v>915</c:v>
                </c:pt>
                <c:pt idx="914">
                  <c:v>916</c:v>
                </c:pt>
                <c:pt idx="915">
                  <c:v>917</c:v>
                </c:pt>
                <c:pt idx="916">
                  <c:v>918</c:v>
                </c:pt>
                <c:pt idx="917">
                  <c:v>919</c:v>
                </c:pt>
                <c:pt idx="918">
                  <c:v>920</c:v>
                </c:pt>
                <c:pt idx="919">
                  <c:v>921</c:v>
                </c:pt>
                <c:pt idx="920">
                  <c:v>922</c:v>
                </c:pt>
                <c:pt idx="921">
                  <c:v>923</c:v>
                </c:pt>
                <c:pt idx="922">
                  <c:v>924</c:v>
                </c:pt>
                <c:pt idx="923">
                  <c:v>925</c:v>
                </c:pt>
                <c:pt idx="924">
                  <c:v>926</c:v>
                </c:pt>
                <c:pt idx="925">
                  <c:v>927</c:v>
                </c:pt>
                <c:pt idx="926">
                  <c:v>928</c:v>
                </c:pt>
                <c:pt idx="927">
                  <c:v>929</c:v>
                </c:pt>
                <c:pt idx="928">
                  <c:v>930</c:v>
                </c:pt>
                <c:pt idx="929">
                  <c:v>931</c:v>
                </c:pt>
                <c:pt idx="930">
                  <c:v>932</c:v>
                </c:pt>
                <c:pt idx="931">
                  <c:v>933</c:v>
                </c:pt>
                <c:pt idx="932">
                  <c:v>934</c:v>
                </c:pt>
                <c:pt idx="933">
                  <c:v>935</c:v>
                </c:pt>
                <c:pt idx="934">
                  <c:v>936</c:v>
                </c:pt>
                <c:pt idx="935">
                  <c:v>937</c:v>
                </c:pt>
                <c:pt idx="936">
                  <c:v>938</c:v>
                </c:pt>
                <c:pt idx="937">
                  <c:v>939</c:v>
                </c:pt>
                <c:pt idx="938">
                  <c:v>940</c:v>
                </c:pt>
                <c:pt idx="939">
                  <c:v>941</c:v>
                </c:pt>
                <c:pt idx="940">
                  <c:v>942</c:v>
                </c:pt>
                <c:pt idx="941">
                  <c:v>943</c:v>
                </c:pt>
                <c:pt idx="942">
                  <c:v>944</c:v>
                </c:pt>
                <c:pt idx="943">
                  <c:v>945</c:v>
                </c:pt>
                <c:pt idx="944">
                  <c:v>946</c:v>
                </c:pt>
                <c:pt idx="945">
                  <c:v>947</c:v>
                </c:pt>
                <c:pt idx="946">
                  <c:v>948</c:v>
                </c:pt>
                <c:pt idx="947">
                  <c:v>949</c:v>
                </c:pt>
                <c:pt idx="948">
                  <c:v>950</c:v>
                </c:pt>
                <c:pt idx="949">
                  <c:v>951</c:v>
                </c:pt>
                <c:pt idx="950">
                  <c:v>952</c:v>
                </c:pt>
                <c:pt idx="951">
                  <c:v>953</c:v>
                </c:pt>
                <c:pt idx="952">
                  <c:v>954</c:v>
                </c:pt>
                <c:pt idx="953">
                  <c:v>955</c:v>
                </c:pt>
                <c:pt idx="954">
                  <c:v>956</c:v>
                </c:pt>
                <c:pt idx="955">
                  <c:v>957</c:v>
                </c:pt>
                <c:pt idx="956">
                  <c:v>958</c:v>
                </c:pt>
                <c:pt idx="957">
                  <c:v>959</c:v>
                </c:pt>
                <c:pt idx="958">
                  <c:v>960</c:v>
                </c:pt>
                <c:pt idx="959">
                  <c:v>961</c:v>
                </c:pt>
                <c:pt idx="960">
                  <c:v>962</c:v>
                </c:pt>
                <c:pt idx="961">
                  <c:v>963</c:v>
                </c:pt>
                <c:pt idx="962">
                  <c:v>964</c:v>
                </c:pt>
                <c:pt idx="963">
                  <c:v>965</c:v>
                </c:pt>
                <c:pt idx="964">
                  <c:v>966</c:v>
                </c:pt>
                <c:pt idx="965">
                  <c:v>967</c:v>
                </c:pt>
                <c:pt idx="966">
                  <c:v>968</c:v>
                </c:pt>
                <c:pt idx="967">
                  <c:v>969</c:v>
                </c:pt>
                <c:pt idx="968">
                  <c:v>970</c:v>
                </c:pt>
                <c:pt idx="969">
                  <c:v>971</c:v>
                </c:pt>
                <c:pt idx="970">
                  <c:v>972</c:v>
                </c:pt>
                <c:pt idx="971">
                  <c:v>973</c:v>
                </c:pt>
                <c:pt idx="972">
                  <c:v>974</c:v>
                </c:pt>
                <c:pt idx="973">
                  <c:v>975</c:v>
                </c:pt>
                <c:pt idx="974">
                  <c:v>976</c:v>
                </c:pt>
                <c:pt idx="975">
                  <c:v>977</c:v>
                </c:pt>
                <c:pt idx="976">
                  <c:v>978</c:v>
                </c:pt>
                <c:pt idx="977">
                  <c:v>979</c:v>
                </c:pt>
                <c:pt idx="978">
                  <c:v>980</c:v>
                </c:pt>
                <c:pt idx="979">
                  <c:v>981</c:v>
                </c:pt>
                <c:pt idx="980">
                  <c:v>982</c:v>
                </c:pt>
                <c:pt idx="981">
                  <c:v>983</c:v>
                </c:pt>
                <c:pt idx="982">
                  <c:v>984</c:v>
                </c:pt>
                <c:pt idx="983">
                  <c:v>985</c:v>
                </c:pt>
                <c:pt idx="984">
                  <c:v>986</c:v>
                </c:pt>
                <c:pt idx="985">
                  <c:v>987</c:v>
                </c:pt>
                <c:pt idx="986">
                  <c:v>988</c:v>
                </c:pt>
                <c:pt idx="987">
                  <c:v>989</c:v>
                </c:pt>
                <c:pt idx="988">
                  <c:v>990</c:v>
                </c:pt>
                <c:pt idx="989">
                  <c:v>991</c:v>
                </c:pt>
                <c:pt idx="990">
                  <c:v>992</c:v>
                </c:pt>
                <c:pt idx="991">
                  <c:v>993</c:v>
                </c:pt>
                <c:pt idx="992">
                  <c:v>994</c:v>
                </c:pt>
                <c:pt idx="993">
                  <c:v>995</c:v>
                </c:pt>
                <c:pt idx="994">
                  <c:v>996</c:v>
                </c:pt>
                <c:pt idx="995">
                  <c:v>997</c:v>
                </c:pt>
                <c:pt idx="996">
                  <c:v>998</c:v>
                </c:pt>
                <c:pt idx="997">
                  <c:v>999</c:v>
                </c:pt>
                <c:pt idx="998">
                  <c:v>1000</c:v>
                </c:pt>
                <c:pt idx="999">
                  <c:v>1001</c:v>
                </c:pt>
                <c:pt idx="1000">
                  <c:v>1002</c:v>
                </c:pt>
                <c:pt idx="1001">
                  <c:v>1003</c:v>
                </c:pt>
                <c:pt idx="1002">
                  <c:v>1004</c:v>
                </c:pt>
                <c:pt idx="1003">
                  <c:v>1005</c:v>
                </c:pt>
                <c:pt idx="1004">
                  <c:v>1006</c:v>
                </c:pt>
                <c:pt idx="1005">
                  <c:v>1007</c:v>
                </c:pt>
                <c:pt idx="1006">
                  <c:v>1008</c:v>
                </c:pt>
                <c:pt idx="1007">
                  <c:v>1009</c:v>
                </c:pt>
                <c:pt idx="1008">
                  <c:v>1010</c:v>
                </c:pt>
                <c:pt idx="1009">
                  <c:v>1011</c:v>
                </c:pt>
                <c:pt idx="1010">
                  <c:v>1012</c:v>
                </c:pt>
                <c:pt idx="1011">
                  <c:v>1013</c:v>
                </c:pt>
                <c:pt idx="1012">
                  <c:v>1014</c:v>
                </c:pt>
                <c:pt idx="1013">
                  <c:v>1015</c:v>
                </c:pt>
                <c:pt idx="1014">
                  <c:v>1016</c:v>
                </c:pt>
                <c:pt idx="1015">
                  <c:v>1017</c:v>
                </c:pt>
                <c:pt idx="1016">
                  <c:v>1018</c:v>
                </c:pt>
                <c:pt idx="1017">
                  <c:v>1019</c:v>
                </c:pt>
                <c:pt idx="1018">
                  <c:v>1020</c:v>
                </c:pt>
                <c:pt idx="1019">
                  <c:v>1021</c:v>
                </c:pt>
                <c:pt idx="1020">
                  <c:v>1022</c:v>
                </c:pt>
                <c:pt idx="1021">
                  <c:v>1023</c:v>
                </c:pt>
                <c:pt idx="1022">
                  <c:v>1024</c:v>
                </c:pt>
                <c:pt idx="1023">
                  <c:v>1025</c:v>
                </c:pt>
                <c:pt idx="1024">
                  <c:v>1026</c:v>
                </c:pt>
                <c:pt idx="1025">
                  <c:v>1027</c:v>
                </c:pt>
                <c:pt idx="1026">
                  <c:v>1028</c:v>
                </c:pt>
                <c:pt idx="1027">
                  <c:v>1029</c:v>
                </c:pt>
                <c:pt idx="1028">
                  <c:v>1030</c:v>
                </c:pt>
                <c:pt idx="1029">
                  <c:v>1031</c:v>
                </c:pt>
                <c:pt idx="1030">
                  <c:v>1032</c:v>
                </c:pt>
                <c:pt idx="1031">
                  <c:v>1033</c:v>
                </c:pt>
                <c:pt idx="1032">
                  <c:v>1034</c:v>
                </c:pt>
                <c:pt idx="1033">
                  <c:v>1035</c:v>
                </c:pt>
                <c:pt idx="1034">
                  <c:v>1036</c:v>
                </c:pt>
                <c:pt idx="1035">
                  <c:v>1037</c:v>
                </c:pt>
                <c:pt idx="1036">
                  <c:v>1038</c:v>
                </c:pt>
                <c:pt idx="1037">
                  <c:v>1039</c:v>
                </c:pt>
                <c:pt idx="1038">
                  <c:v>1040</c:v>
                </c:pt>
                <c:pt idx="1039">
                  <c:v>1041</c:v>
                </c:pt>
                <c:pt idx="1040">
                  <c:v>1042</c:v>
                </c:pt>
                <c:pt idx="1041">
                  <c:v>1043</c:v>
                </c:pt>
                <c:pt idx="1042">
                  <c:v>1044</c:v>
                </c:pt>
                <c:pt idx="1043">
                  <c:v>1045</c:v>
                </c:pt>
                <c:pt idx="1044">
                  <c:v>1046</c:v>
                </c:pt>
                <c:pt idx="1045">
                  <c:v>1047</c:v>
                </c:pt>
                <c:pt idx="1046">
                  <c:v>1048</c:v>
                </c:pt>
                <c:pt idx="1047">
                  <c:v>1049</c:v>
                </c:pt>
                <c:pt idx="1048">
                  <c:v>1050</c:v>
                </c:pt>
                <c:pt idx="1049">
                  <c:v>1051</c:v>
                </c:pt>
                <c:pt idx="1050">
                  <c:v>1052</c:v>
                </c:pt>
                <c:pt idx="1051">
                  <c:v>1053</c:v>
                </c:pt>
                <c:pt idx="1052">
                  <c:v>1054</c:v>
                </c:pt>
                <c:pt idx="1053">
                  <c:v>1055</c:v>
                </c:pt>
                <c:pt idx="1054">
                  <c:v>1056</c:v>
                </c:pt>
                <c:pt idx="1055">
                  <c:v>1057</c:v>
                </c:pt>
                <c:pt idx="1056">
                  <c:v>1058</c:v>
                </c:pt>
                <c:pt idx="1057">
                  <c:v>1059</c:v>
                </c:pt>
                <c:pt idx="1058">
                  <c:v>1060</c:v>
                </c:pt>
                <c:pt idx="1059">
                  <c:v>1061</c:v>
                </c:pt>
                <c:pt idx="1060">
                  <c:v>1062</c:v>
                </c:pt>
                <c:pt idx="1061">
                  <c:v>1063</c:v>
                </c:pt>
                <c:pt idx="1062">
                  <c:v>1064</c:v>
                </c:pt>
                <c:pt idx="1063">
                  <c:v>1065</c:v>
                </c:pt>
                <c:pt idx="1064">
                  <c:v>1066</c:v>
                </c:pt>
                <c:pt idx="1065">
                  <c:v>1067</c:v>
                </c:pt>
                <c:pt idx="1066">
                  <c:v>1068</c:v>
                </c:pt>
                <c:pt idx="1067">
                  <c:v>1069</c:v>
                </c:pt>
                <c:pt idx="1068">
                  <c:v>1070</c:v>
                </c:pt>
                <c:pt idx="1069">
                  <c:v>1071</c:v>
                </c:pt>
                <c:pt idx="1070">
                  <c:v>1072</c:v>
                </c:pt>
                <c:pt idx="1071">
                  <c:v>1073</c:v>
                </c:pt>
                <c:pt idx="1072">
                  <c:v>1074</c:v>
                </c:pt>
                <c:pt idx="1073">
                  <c:v>1075</c:v>
                </c:pt>
                <c:pt idx="1074">
                  <c:v>1076</c:v>
                </c:pt>
                <c:pt idx="1075">
                  <c:v>1077</c:v>
                </c:pt>
                <c:pt idx="1076">
                  <c:v>1078</c:v>
                </c:pt>
                <c:pt idx="1077">
                  <c:v>1079</c:v>
                </c:pt>
                <c:pt idx="1078">
                  <c:v>1080</c:v>
                </c:pt>
                <c:pt idx="1079">
                  <c:v>1081</c:v>
                </c:pt>
                <c:pt idx="1080">
                  <c:v>1082</c:v>
                </c:pt>
                <c:pt idx="1081">
                  <c:v>1083</c:v>
                </c:pt>
                <c:pt idx="1082">
                  <c:v>1084</c:v>
                </c:pt>
                <c:pt idx="1083">
                  <c:v>1085</c:v>
                </c:pt>
                <c:pt idx="1084">
                  <c:v>1086</c:v>
                </c:pt>
                <c:pt idx="1085">
                  <c:v>1087</c:v>
                </c:pt>
                <c:pt idx="1086">
                  <c:v>1088</c:v>
                </c:pt>
                <c:pt idx="1087">
                  <c:v>1089</c:v>
                </c:pt>
                <c:pt idx="1088">
                  <c:v>1090</c:v>
                </c:pt>
                <c:pt idx="1089">
                  <c:v>1091</c:v>
                </c:pt>
                <c:pt idx="1090">
                  <c:v>1092</c:v>
                </c:pt>
                <c:pt idx="1091">
                  <c:v>1093</c:v>
                </c:pt>
                <c:pt idx="1092">
                  <c:v>1094</c:v>
                </c:pt>
                <c:pt idx="1093">
                  <c:v>1095</c:v>
                </c:pt>
                <c:pt idx="1094">
                  <c:v>1096</c:v>
                </c:pt>
                <c:pt idx="1095">
                  <c:v>1097</c:v>
                </c:pt>
                <c:pt idx="1096">
                  <c:v>1098</c:v>
                </c:pt>
                <c:pt idx="1097">
                  <c:v>1099</c:v>
                </c:pt>
                <c:pt idx="1098">
                  <c:v>1100</c:v>
                </c:pt>
                <c:pt idx="1099">
                  <c:v>1101</c:v>
                </c:pt>
                <c:pt idx="1100">
                  <c:v>1102</c:v>
                </c:pt>
                <c:pt idx="1101">
                  <c:v>1103</c:v>
                </c:pt>
                <c:pt idx="1102">
                  <c:v>1104</c:v>
                </c:pt>
                <c:pt idx="1103">
                  <c:v>1105</c:v>
                </c:pt>
                <c:pt idx="1104">
                  <c:v>1106</c:v>
                </c:pt>
                <c:pt idx="1105">
                  <c:v>1107</c:v>
                </c:pt>
                <c:pt idx="1106">
                  <c:v>1108</c:v>
                </c:pt>
                <c:pt idx="1107">
                  <c:v>1109</c:v>
                </c:pt>
                <c:pt idx="1108">
                  <c:v>1110</c:v>
                </c:pt>
                <c:pt idx="1109">
                  <c:v>1111</c:v>
                </c:pt>
                <c:pt idx="1110">
                  <c:v>1112</c:v>
                </c:pt>
                <c:pt idx="1111">
                  <c:v>1113</c:v>
                </c:pt>
                <c:pt idx="1112">
                  <c:v>1114</c:v>
                </c:pt>
                <c:pt idx="1113">
                  <c:v>1115</c:v>
                </c:pt>
                <c:pt idx="1114">
                  <c:v>1116</c:v>
                </c:pt>
                <c:pt idx="1115">
                  <c:v>1117</c:v>
                </c:pt>
                <c:pt idx="1116">
                  <c:v>1118</c:v>
                </c:pt>
                <c:pt idx="1117">
                  <c:v>1119</c:v>
                </c:pt>
                <c:pt idx="1118">
                  <c:v>1120</c:v>
                </c:pt>
                <c:pt idx="1119">
                  <c:v>1121</c:v>
                </c:pt>
                <c:pt idx="1120">
                  <c:v>1122</c:v>
                </c:pt>
                <c:pt idx="1121">
                  <c:v>1123</c:v>
                </c:pt>
                <c:pt idx="1122">
                  <c:v>1124</c:v>
                </c:pt>
                <c:pt idx="1123">
                  <c:v>1125</c:v>
                </c:pt>
                <c:pt idx="1124">
                  <c:v>1126</c:v>
                </c:pt>
                <c:pt idx="1125">
                  <c:v>1127</c:v>
                </c:pt>
                <c:pt idx="1126">
                  <c:v>1128</c:v>
                </c:pt>
                <c:pt idx="1127">
                  <c:v>1129</c:v>
                </c:pt>
                <c:pt idx="1128">
                  <c:v>1130</c:v>
                </c:pt>
                <c:pt idx="1129">
                  <c:v>1131</c:v>
                </c:pt>
                <c:pt idx="1130">
                  <c:v>1132</c:v>
                </c:pt>
                <c:pt idx="1131">
                  <c:v>1133</c:v>
                </c:pt>
                <c:pt idx="1132">
                  <c:v>1134</c:v>
                </c:pt>
                <c:pt idx="1133">
                  <c:v>1135</c:v>
                </c:pt>
                <c:pt idx="1134">
                  <c:v>1136</c:v>
                </c:pt>
                <c:pt idx="1135">
                  <c:v>1137</c:v>
                </c:pt>
                <c:pt idx="1136">
                  <c:v>1138</c:v>
                </c:pt>
                <c:pt idx="1137">
                  <c:v>1139</c:v>
                </c:pt>
                <c:pt idx="1138">
                  <c:v>1140</c:v>
                </c:pt>
                <c:pt idx="1139">
                  <c:v>1141</c:v>
                </c:pt>
                <c:pt idx="1140">
                  <c:v>1142</c:v>
                </c:pt>
                <c:pt idx="1141">
                  <c:v>1143</c:v>
                </c:pt>
                <c:pt idx="1142">
                  <c:v>1144</c:v>
                </c:pt>
                <c:pt idx="1143">
                  <c:v>1145</c:v>
                </c:pt>
                <c:pt idx="1144">
                  <c:v>1146</c:v>
                </c:pt>
                <c:pt idx="1145">
                  <c:v>1147</c:v>
                </c:pt>
                <c:pt idx="1146">
                  <c:v>1148</c:v>
                </c:pt>
                <c:pt idx="1147">
                  <c:v>1149</c:v>
                </c:pt>
                <c:pt idx="1148">
                  <c:v>1150</c:v>
                </c:pt>
                <c:pt idx="1149">
                  <c:v>1151</c:v>
                </c:pt>
                <c:pt idx="1150">
                  <c:v>1152</c:v>
                </c:pt>
                <c:pt idx="1151">
                  <c:v>1153</c:v>
                </c:pt>
                <c:pt idx="1152">
                  <c:v>1154</c:v>
                </c:pt>
                <c:pt idx="1153">
                  <c:v>1155</c:v>
                </c:pt>
                <c:pt idx="1154">
                  <c:v>1156</c:v>
                </c:pt>
                <c:pt idx="1155">
                  <c:v>1157</c:v>
                </c:pt>
                <c:pt idx="1156">
                  <c:v>1158</c:v>
                </c:pt>
                <c:pt idx="1157">
                  <c:v>1159</c:v>
                </c:pt>
                <c:pt idx="1158">
                  <c:v>1160</c:v>
                </c:pt>
                <c:pt idx="1159">
                  <c:v>1161</c:v>
                </c:pt>
                <c:pt idx="1160">
                  <c:v>1162</c:v>
                </c:pt>
                <c:pt idx="1161">
                  <c:v>1163</c:v>
                </c:pt>
                <c:pt idx="1162">
                  <c:v>1164</c:v>
                </c:pt>
                <c:pt idx="1163">
                  <c:v>1165</c:v>
                </c:pt>
                <c:pt idx="1164">
                  <c:v>1166</c:v>
                </c:pt>
                <c:pt idx="1165">
                  <c:v>1167</c:v>
                </c:pt>
                <c:pt idx="1166">
                  <c:v>1168</c:v>
                </c:pt>
                <c:pt idx="1167">
                  <c:v>1169</c:v>
                </c:pt>
                <c:pt idx="1168">
                  <c:v>1170</c:v>
                </c:pt>
                <c:pt idx="1169">
                  <c:v>1171</c:v>
                </c:pt>
                <c:pt idx="1170">
                  <c:v>1172</c:v>
                </c:pt>
                <c:pt idx="1171">
                  <c:v>1173</c:v>
                </c:pt>
                <c:pt idx="1172">
                  <c:v>1174</c:v>
                </c:pt>
                <c:pt idx="1173">
                  <c:v>1175</c:v>
                </c:pt>
                <c:pt idx="1174">
                  <c:v>1176</c:v>
                </c:pt>
                <c:pt idx="1175">
                  <c:v>1177</c:v>
                </c:pt>
                <c:pt idx="1176">
                  <c:v>1178</c:v>
                </c:pt>
                <c:pt idx="1177">
                  <c:v>1179</c:v>
                </c:pt>
                <c:pt idx="1178">
                  <c:v>1180</c:v>
                </c:pt>
                <c:pt idx="1179">
                  <c:v>1181</c:v>
                </c:pt>
                <c:pt idx="1180">
                  <c:v>1182</c:v>
                </c:pt>
                <c:pt idx="1181">
                  <c:v>1183</c:v>
                </c:pt>
                <c:pt idx="1182">
                  <c:v>1184</c:v>
                </c:pt>
                <c:pt idx="1183">
                  <c:v>1185</c:v>
                </c:pt>
                <c:pt idx="1184">
                  <c:v>1186</c:v>
                </c:pt>
                <c:pt idx="1185">
                  <c:v>1187</c:v>
                </c:pt>
                <c:pt idx="1186">
                  <c:v>1188</c:v>
                </c:pt>
                <c:pt idx="1187">
                  <c:v>1189</c:v>
                </c:pt>
                <c:pt idx="1188">
                  <c:v>1190</c:v>
                </c:pt>
                <c:pt idx="1189">
                  <c:v>1191</c:v>
                </c:pt>
                <c:pt idx="1190">
                  <c:v>1192</c:v>
                </c:pt>
                <c:pt idx="1191">
                  <c:v>1193</c:v>
                </c:pt>
                <c:pt idx="1192">
                  <c:v>1194</c:v>
                </c:pt>
                <c:pt idx="1193">
                  <c:v>1195</c:v>
                </c:pt>
                <c:pt idx="1194">
                  <c:v>1196</c:v>
                </c:pt>
                <c:pt idx="1195">
                  <c:v>1197</c:v>
                </c:pt>
                <c:pt idx="1196">
                  <c:v>1198</c:v>
                </c:pt>
                <c:pt idx="1197">
                  <c:v>1199</c:v>
                </c:pt>
                <c:pt idx="1198">
                  <c:v>1200</c:v>
                </c:pt>
                <c:pt idx="1199">
                  <c:v>1201</c:v>
                </c:pt>
                <c:pt idx="1200">
                  <c:v>1202</c:v>
                </c:pt>
                <c:pt idx="1201">
                  <c:v>1203</c:v>
                </c:pt>
                <c:pt idx="1202">
                  <c:v>1204</c:v>
                </c:pt>
                <c:pt idx="1203">
                  <c:v>1205</c:v>
                </c:pt>
                <c:pt idx="1204">
                  <c:v>1206</c:v>
                </c:pt>
                <c:pt idx="1205">
                  <c:v>1207</c:v>
                </c:pt>
                <c:pt idx="1206">
                  <c:v>1208</c:v>
                </c:pt>
                <c:pt idx="1207">
                  <c:v>1209</c:v>
                </c:pt>
                <c:pt idx="1208">
                  <c:v>1210</c:v>
                </c:pt>
                <c:pt idx="1209">
                  <c:v>1211</c:v>
                </c:pt>
                <c:pt idx="1210">
                  <c:v>1212</c:v>
                </c:pt>
                <c:pt idx="1211">
                  <c:v>1213</c:v>
                </c:pt>
                <c:pt idx="1212">
                  <c:v>1214</c:v>
                </c:pt>
                <c:pt idx="1213">
                  <c:v>1215</c:v>
                </c:pt>
                <c:pt idx="1214">
                  <c:v>1216</c:v>
                </c:pt>
                <c:pt idx="1215">
                  <c:v>1217</c:v>
                </c:pt>
                <c:pt idx="1216">
                  <c:v>1218</c:v>
                </c:pt>
                <c:pt idx="1217">
                  <c:v>1219</c:v>
                </c:pt>
                <c:pt idx="1218">
                  <c:v>1220</c:v>
                </c:pt>
                <c:pt idx="1219">
                  <c:v>1221</c:v>
                </c:pt>
                <c:pt idx="1220">
                  <c:v>1222</c:v>
                </c:pt>
                <c:pt idx="1221">
                  <c:v>1223</c:v>
                </c:pt>
                <c:pt idx="1222">
                  <c:v>1224</c:v>
                </c:pt>
                <c:pt idx="1223">
                  <c:v>1225</c:v>
                </c:pt>
                <c:pt idx="1224">
                  <c:v>1226</c:v>
                </c:pt>
                <c:pt idx="1225">
                  <c:v>1227</c:v>
                </c:pt>
                <c:pt idx="1226">
                  <c:v>1228</c:v>
                </c:pt>
                <c:pt idx="1227">
                  <c:v>1229</c:v>
                </c:pt>
                <c:pt idx="1228">
                  <c:v>1230</c:v>
                </c:pt>
                <c:pt idx="1229">
                  <c:v>1231</c:v>
                </c:pt>
                <c:pt idx="1230">
                  <c:v>1232</c:v>
                </c:pt>
                <c:pt idx="1231">
                  <c:v>1233</c:v>
                </c:pt>
                <c:pt idx="1232">
                  <c:v>1234</c:v>
                </c:pt>
                <c:pt idx="1233">
                  <c:v>1235</c:v>
                </c:pt>
                <c:pt idx="1234">
                  <c:v>1236</c:v>
                </c:pt>
                <c:pt idx="1235">
                  <c:v>1237</c:v>
                </c:pt>
                <c:pt idx="1236">
                  <c:v>1238</c:v>
                </c:pt>
                <c:pt idx="1237">
                  <c:v>1239</c:v>
                </c:pt>
                <c:pt idx="1238">
                  <c:v>1240</c:v>
                </c:pt>
                <c:pt idx="1239">
                  <c:v>1241</c:v>
                </c:pt>
                <c:pt idx="1240">
                  <c:v>1242</c:v>
                </c:pt>
                <c:pt idx="1241">
                  <c:v>1243</c:v>
                </c:pt>
                <c:pt idx="1242">
                  <c:v>1244</c:v>
                </c:pt>
                <c:pt idx="1243">
                  <c:v>1245</c:v>
                </c:pt>
                <c:pt idx="1244">
                  <c:v>1246</c:v>
                </c:pt>
                <c:pt idx="1245">
                  <c:v>1247</c:v>
                </c:pt>
                <c:pt idx="1246">
                  <c:v>1248</c:v>
                </c:pt>
                <c:pt idx="1247">
                  <c:v>1249</c:v>
                </c:pt>
                <c:pt idx="1248">
                  <c:v>1250</c:v>
                </c:pt>
                <c:pt idx="1249">
                  <c:v>1251</c:v>
                </c:pt>
                <c:pt idx="1250">
                  <c:v>1252</c:v>
                </c:pt>
                <c:pt idx="1251">
                  <c:v>1253</c:v>
                </c:pt>
                <c:pt idx="1252">
                  <c:v>1254</c:v>
                </c:pt>
                <c:pt idx="1253">
                  <c:v>1255</c:v>
                </c:pt>
                <c:pt idx="1254">
                  <c:v>1256</c:v>
                </c:pt>
                <c:pt idx="1255">
                  <c:v>1257</c:v>
                </c:pt>
                <c:pt idx="1256">
                  <c:v>1258</c:v>
                </c:pt>
                <c:pt idx="1257">
                  <c:v>1259</c:v>
                </c:pt>
                <c:pt idx="1258">
                  <c:v>1260</c:v>
                </c:pt>
                <c:pt idx="1259">
                  <c:v>1261</c:v>
                </c:pt>
                <c:pt idx="1260">
                  <c:v>1262</c:v>
                </c:pt>
                <c:pt idx="1261">
                  <c:v>1263</c:v>
                </c:pt>
                <c:pt idx="1262">
                  <c:v>1264</c:v>
                </c:pt>
                <c:pt idx="1263">
                  <c:v>1265</c:v>
                </c:pt>
                <c:pt idx="1264">
                  <c:v>1266</c:v>
                </c:pt>
                <c:pt idx="1265">
                  <c:v>1267</c:v>
                </c:pt>
                <c:pt idx="1266">
                  <c:v>1268</c:v>
                </c:pt>
                <c:pt idx="1267">
                  <c:v>1269</c:v>
                </c:pt>
                <c:pt idx="1268">
                  <c:v>1270</c:v>
                </c:pt>
                <c:pt idx="1269">
                  <c:v>1271</c:v>
                </c:pt>
                <c:pt idx="1270">
                  <c:v>1272</c:v>
                </c:pt>
                <c:pt idx="1271">
                  <c:v>1273</c:v>
                </c:pt>
                <c:pt idx="1272">
                  <c:v>1274</c:v>
                </c:pt>
                <c:pt idx="1273">
                  <c:v>1275</c:v>
                </c:pt>
                <c:pt idx="1274">
                  <c:v>1276</c:v>
                </c:pt>
                <c:pt idx="1275">
                  <c:v>1277</c:v>
                </c:pt>
                <c:pt idx="1276">
                  <c:v>1278</c:v>
                </c:pt>
                <c:pt idx="1277">
                  <c:v>1279</c:v>
                </c:pt>
                <c:pt idx="1278">
                  <c:v>1280</c:v>
                </c:pt>
                <c:pt idx="1279">
                  <c:v>1281</c:v>
                </c:pt>
                <c:pt idx="1280">
                  <c:v>1282</c:v>
                </c:pt>
                <c:pt idx="1281">
                  <c:v>1283</c:v>
                </c:pt>
                <c:pt idx="1282">
                  <c:v>1284</c:v>
                </c:pt>
                <c:pt idx="1283">
                  <c:v>1285</c:v>
                </c:pt>
                <c:pt idx="1284">
                  <c:v>1286</c:v>
                </c:pt>
                <c:pt idx="1285">
                  <c:v>1287</c:v>
                </c:pt>
                <c:pt idx="1286">
                  <c:v>1288</c:v>
                </c:pt>
                <c:pt idx="1287">
                  <c:v>1289</c:v>
                </c:pt>
                <c:pt idx="1288">
                  <c:v>1290</c:v>
                </c:pt>
                <c:pt idx="1289">
                  <c:v>1291</c:v>
                </c:pt>
                <c:pt idx="1290">
                  <c:v>1292</c:v>
                </c:pt>
                <c:pt idx="1291">
                  <c:v>1293</c:v>
                </c:pt>
                <c:pt idx="1292">
                  <c:v>1294</c:v>
                </c:pt>
                <c:pt idx="1293">
                  <c:v>1295</c:v>
                </c:pt>
                <c:pt idx="1294">
                  <c:v>1296</c:v>
                </c:pt>
                <c:pt idx="1295">
                  <c:v>1297</c:v>
                </c:pt>
                <c:pt idx="1296">
                  <c:v>1298</c:v>
                </c:pt>
                <c:pt idx="1297">
                  <c:v>1299</c:v>
                </c:pt>
                <c:pt idx="1298">
                  <c:v>1300</c:v>
                </c:pt>
                <c:pt idx="1299">
                  <c:v>1301</c:v>
                </c:pt>
                <c:pt idx="1300">
                  <c:v>1302</c:v>
                </c:pt>
                <c:pt idx="1301">
                  <c:v>1303</c:v>
                </c:pt>
                <c:pt idx="1302">
                  <c:v>1304</c:v>
                </c:pt>
                <c:pt idx="1303">
                  <c:v>1305</c:v>
                </c:pt>
                <c:pt idx="1304">
                  <c:v>1306</c:v>
                </c:pt>
                <c:pt idx="1305">
                  <c:v>1307</c:v>
                </c:pt>
                <c:pt idx="1306">
                  <c:v>1308</c:v>
                </c:pt>
                <c:pt idx="1307">
                  <c:v>1309</c:v>
                </c:pt>
                <c:pt idx="1308">
                  <c:v>1310</c:v>
                </c:pt>
                <c:pt idx="1309">
                  <c:v>1311</c:v>
                </c:pt>
                <c:pt idx="1310">
                  <c:v>1312</c:v>
                </c:pt>
                <c:pt idx="1311">
                  <c:v>1313</c:v>
                </c:pt>
                <c:pt idx="1312">
                  <c:v>1314</c:v>
                </c:pt>
                <c:pt idx="1313">
                  <c:v>1315</c:v>
                </c:pt>
                <c:pt idx="1314">
                  <c:v>1316</c:v>
                </c:pt>
                <c:pt idx="1315">
                  <c:v>1317</c:v>
                </c:pt>
                <c:pt idx="1316">
                  <c:v>1318</c:v>
                </c:pt>
                <c:pt idx="1317">
                  <c:v>1319</c:v>
                </c:pt>
                <c:pt idx="1318">
                  <c:v>1320</c:v>
                </c:pt>
                <c:pt idx="1319">
                  <c:v>1321</c:v>
                </c:pt>
                <c:pt idx="1320">
                  <c:v>1322</c:v>
                </c:pt>
                <c:pt idx="1321">
                  <c:v>1323</c:v>
                </c:pt>
                <c:pt idx="1322">
                  <c:v>1324</c:v>
                </c:pt>
                <c:pt idx="1323">
                  <c:v>1325</c:v>
                </c:pt>
                <c:pt idx="1324">
                  <c:v>1326</c:v>
                </c:pt>
                <c:pt idx="1325">
                  <c:v>1327</c:v>
                </c:pt>
                <c:pt idx="1326">
                  <c:v>1328</c:v>
                </c:pt>
                <c:pt idx="1327">
                  <c:v>1329</c:v>
                </c:pt>
                <c:pt idx="1328">
                  <c:v>1330</c:v>
                </c:pt>
                <c:pt idx="1329">
                  <c:v>1331</c:v>
                </c:pt>
                <c:pt idx="1330">
                  <c:v>1332</c:v>
                </c:pt>
                <c:pt idx="1331">
                  <c:v>1333</c:v>
                </c:pt>
                <c:pt idx="1332">
                  <c:v>1334</c:v>
                </c:pt>
                <c:pt idx="1333">
                  <c:v>1335</c:v>
                </c:pt>
                <c:pt idx="1334">
                  <c:v>1336</c:v>
                </c:pt>
                <c:pt idx="1335">
                  <c:v>1337</c:v>
                </c:pt>
                <c:pt idx="1336">
                  <c:v>1338</c:v>
                </c:pt>
                <c:pt idx="1337">
                  <c:v>1339</c:v>
                </c:pt>
                <c:pt idx="1338">
                  <c:v>1340</c:v>
                </c:pt>
                <c:pt idx="1339">
                  <c:v>1341</c:v>
                </c:pt>
                <c:pt idx="1340">
                  <c:v>1342</c:v>
                </c:pt>
                <c:pt idx="1341">
                  <c:v>1343</c:v>
                </c:pt>
                <c:pt idx="1342">
                  <c:v>1344</c:v>
                </c:pt>
                <c:pt idx="1343">
                  <c:v>1345</c:v>
                </c:pt>
                <c:pt idx="1344">
                  <c:v>1346</c:v>
                </c:pt>
                <c:pt idx="1345">
                  <c:v>1347</c:v>
                </c:pt>
                <c:pt idx="1346">
                  <c:v>1348</c:v>
                </c:pt>
                <c:pt idx="1347">
                  <c:v>1349</c:v>
                </c:pt>
                <c:pt idx="1348">
                  <c:v>1350</c:v>
                </c:pt>
                <c:pt idx="1349">
                  <c:v>1351</c:v>
                </c:pt>
                <c:pt idx="1350">
                  <c:v>1352</c:v>
                </c:pt>
                <c:pt idx="1351">
                  <c:v>1353</c:v>
                </c:pt>
                <c:pt idx="1352">
                  <c:v>1354</c:v>
                </c:pt>
                <c:pt idx="1353">
                  <c:v>1355</c:v>
                </c:pt>
                <c:pt idx="1354">
                  <c:v>1356</c:v>
                </c:pt>
                <c:pt idx="1355">
                  <c:v>1357</c:v>
                </c:pt>
                <c:pt idx="1356">
                  <c:v>1358</c:v>
                </c:pt>
                <c:pt idx="1357">
                  <c:v>1359</c:v>
                </c:pt>
                <c:pt idx="1358">
                  <c:v>1360</c:v>
                </c:pt>
                <c:pt idx="1359">
                  <c:v>1361</c:v>
                </c:pt>
                <c:pt idx="1360">
                  <c:v>1362</c:v>
                </c:pt>
                <c:pt idx="1361">
                  <c:v>1363</c:v>
                </c:pt>
                <c:pt idx="1362">
                  <c:v>1364</c:v>
                </c:pt>
                <c:pt idx="1363">
                  <c:v>1365</c:v>
                </c:pt>
                <c:pt idx="1364">
                  <c:v>1366</c:v>
                </c:pt>
                <c:pt idx="1365">
                  <c:v>1367</c:v>
                </c:pt>
                <c:pt idx="1366">
                  <c:v>1368</c:v>
                </c:pt>
                <c:pt idx="1367">
                  <c:v>1369</c:v>
                </c:pt>
                <c:pt idx="1368">
                  <c:v>1370</c:v>
                </c:pt>
                <c:pt idx="1369">
                  <c:v>1371</c:v>
                </c:pt>
                <c:pt idx="1370">
                  <c:v>1372</c:v>
                </c:pt>
                <c:pt idx="1371">
                  <c:v>1373</c:v>
                </c:pt>
                <c:pt idx="1372">
                  <c:v>1374</c:v>
                </c:pt>
                <c:pt idx="1373">
                  <c:v>1375</c:v>
                </c:pt>
                <c:pt idx="1374">
                  <c:v>1376</c:v>
                </c:pt>
                <c:pt idx="1375">
                  <c:v>1377</c:v>
                </c:pt>
                <c:pt idx="1376">
                  <c:v>1378</c:v>
                </c:pt>
                <c:pt idx="1377">
                  <c:v>1379</c:v>
                </c:pt>
                <c:pt idx="1378">
                  <c:v>1380</c:v>
                </c:pt>
                <c:pt idx="1379">
                  <c:v>1381</c:v>
                </c:pt>
                <c:pt idx="1380">
                  <c:v>1382</c:v>
                </c:pt>
                <c:pt idx="1381">
                  <c:v>1383</c:v>
                </c:pt>
                <c:pt idx="1382">
                  <c:v>1384</c:v>
                </c:pt>
                <c:pt idx="1383">
                  <c:v>1385</c:v>
                </c:pt>
                <c:pt idx="1384">
                  <c:v>1386</c:v>
                </c:pt>
                <c:pt idx="1385">
                  <c:v>1387</c:v>
                </c:pt>
                <c:pt idx="1386">
                  <c:v>1388</c:v>
                </c:pt>
                <c:pt idx="1387">
                  <c:v>1389</c:v>
                </c:pt>
                <c:pt idx="1388">
                  <c:v>1390</c:v>
                </c:pt>
                <c:pt idx="1389">
                  <c:v>1391</c:v>
                </c:pt>
                <c:pt idx="1390">
                  <c:v>1392</c:v>
                </c:pt>
                <c:pt idx="1391">
                  <c:v>1393</c:v>
                </c:pt>
                <c:pt idx="1392">
                  <c:v>1394</c:v>
                </c:pt>
                <c:pt idx="1393">
                  <c:v>1395</c:v>
                </c:pt>
                <c:pt idx="1394">
                  <c:v>1396</c:v>
                </c:pt>
                <c:pt idx="1395">
                  <c:v>1397</c:v>
                </c:pt>
                <c:pt idx="1396">
                  <c:v>1398</c:v>
                </c:pt>
                <c:pt idx="1397">
                  <c:v>1399</c:v>
                </c:pt>
                <c:pt idx="1398">
                  <c:v>1400</c:v>
                </c:pt>
                <c:pt idx="1399">
                  <c:v>1401</c:v>
                </c:pt>
                <c:pt idx="1400">
                  <c:v>1402</c:v>
                </c:pt>
                <c:pt idx="1401">
                  <c:v>1403</c:v>
                </c:pt>
                <c:pt idx="1402">
                  <c:v>1404</c:v>
                </c:pt>
                <c:pt idx="1403">
                  <c:v>1405</c:v>
                </c:pt>
                <c:pt idx="1404">
                  <c:v>1406</c:v>
                </c:pt>
                <c:pt idx="1405">
                  <c:v>1407</c:v>
                </c:pt>
                <c:pt idx="1406">
                  <c:v>1408</c:v>
                </c:pt>
                <c:pt idx="1407">
                  <c:v>1409</c:v>
                </c:pt>
                <c:pt idx="1408">
                  <c:v>1410</c:v>
                </c:pt>
                <c:pt idx="1409">
                  <c:v>1411</c:v>
                </c:pt>
                <c:pt idx="1410">
                  <c:v>1412</c:v>
                </c:pt>
                <c:pt idx="1411">
                  <c:v>1413</c:v>
                </c:pt>
                <c:pt idx="1412">
                  <c:v>1414</c:v>
                </c:pt>
                <c:pt idx="1413">
                  <c:v>1415</c:v>
                </c:pt>
                <c:pt idx="1414">
                  <c:v>1416</c:v>
                </c:pt>
                <c:pt idx="1415">
                  <c:v>1417</c:v>
                </c:pt>
                <c:pt idx="1416">
                  <c:v>1418</c:v>
                </c:pt>
                <c:pt idx="1417">
                  <c:v>1419</c:v>
                </c:pt>
                <c:pt idx="1418">
                  <c:v>1420</c:v>
                </c:pt>
                <c:pt idx="1419">
                  <c:v>1421</c:v>
                </c:pt>
                <c:pt idx="1420">
                  <c:v>1422</c:v>
                </c:pt>
                <c:pt idx="1421">
                  <c:v>1423</c:v>
                </c:pt>
                <c:pt idx="1422">
                  <c:v>1424</c:v>
                </c:pt>
                <c:pt idx="1423">
                  <c:v>1425</c:v>
                </c:pt>
                <c:pt idx="1424">
                  <c:v>1426</c:v>
                </c:pt>
                <c:pt idx="1425">
                  <c:v>1427</c:v>
                </c:pt>
                <c:pt idx="1426">
                  <c:v>1428</c:v>
                </c:pt>
                <c:pt idx="1427">
                  <c:v>1429</c:v>
                </c:pt>
                <c:pt idx="1428">
                  <c:v>1430</c:v>
                </c:pt>
                <c:pt idx="1429">
                  <c:v>1431</c:v>
                </c:pt>
                <c:pt idx="1430">
                  <c:v>1432</c:v>
                </c:pt>
                <c:pt idx="1431">
                  <c:v>1433</c:v>
                </c:pt>
                <c:pt idx="1432">
                  <c:v>1434</c:v>
                </c:pt>
                <c:pt idx="1433">
                  <c:v>1435</c:v>
                </c:pt>
                <c:pt idx="1434">
                  <c:v>1436</c:v>
                </c:pt>
                <c:pt idx="1435">
                  <c:v>1437</c:v>
                </c:pt>
                <c:pt idx="1436">
                  <c:v>1438</c:v>
                </c:pt>
                <c:pt idx="1437">
                  <c:v>1439</c:v>
                </c:pt>
                <c:pt idx="1438">
                  <c:v>1440</c:v>
                </c:pt>
                <c:pt idx="1439">
                  <c:v>1441</c:v>
                </c:pt>
                <c:pt idx="1440">
                  <c:v>1442</c:v>
                </c:pt>
                <c:pt idx="1441">
                  <c:v>1443</c:v>
                </c:pt>
                <c:pt idx="1442">
                  <c:v>1444</c:v>
                </c:pt>
                <c:pt idx="1443">
                  <c:v>1445</c:v>
                </c:pt>
                <c:pt idx="1444">
                  <c:v>1446</c:v>
                </c:pt>
                <c:pt idx="1445">
                  <c:v>1447</c:v>
                </c:pt>
                <c:pt idx="1446">
                  <c:v>1448</c:v>
                </c:pt>
                <c:pt idx="1447">
                  <c:v>1449</c:v>
                </c:pt>
                <c:pt idx="1448">
                  <c:v>1450</c:v>
                </c:pt>
                <c:pt idx="1449">
                  <c:v>1451</c:v>
                </c:pt>
                <c:pt idx="1450">
                  <c:v>1452</c:v>
                </c:pt>
                <c:pt idx="1451">
                  <c:v>1453</c:v>
                </c:pt>
                <c:pt idx="1452">
                  <c:v>1454</c:v>
                </c:pt>
                <c:pt idx="1453">
                  <c:v>1455</c:v>
                </c:pt>
                <c:pt idx="1454">
                  <c:v>1456</c:v>
                </c:pt>
                <c:pt idx="1455">
                  <c:v>1457</c:v>
                </c:pt>
                <c:pt idx="1456">
                  <c:v>1458</c:v>
                </c:pt>
                <c:pt idx="1457">
                  <c:v>1459</c:v>
                </c:pt>
                <c:pt idx="1458">
                  <c:v>1460</c:v>
                </c:pt>
                <c:pt idx="1459">
                  <c:v>1461</c:v>
                </c:pt>
                <c:pt idx="1460">
                  <c:v>1462</c:v>
                </c:pt>
                <c:pt idx="1461">
                  <c:v>1463</c:v>
                </c:pt>
                <c:pt idx="1462">
                  <c:v>1464</c:v>
                </c:pt>
                <c:pt idx="1463">
                  <c:v>1465</c:v>
                </c:pt>
                <c:pt idx="1464">
                  <c:v>1466</c:v>
                </c:pt>
                <c:pt idx="1465">
                  <c:v>1467</c:v>
                </c:pt>
                <c:pt idx="1466">
                  <c:v>1468</c:v>
                </c:pt>
                <c:pt idx="1467">
                  <c:v>1469</c:v>
                </c:pt>
                <c:pt idx="1468">
                  <c:v>1470</c:v>
                </c:pt>
                <c:pt idx="1469">
                  <c:v>1471</c:v>
                </c:pt>
                <c:pt idx="1470">
                  <c:v>1472</c:v>
                </c:pt>
                <c:pt idx="1471">
                  <c:v>1473</c:v>
                </c:pt>
                <c:pt idx="1472">
                  <c:v>1474</c:v>
                </c:pt>
                <c:pt idx="1473">
                  <c:v>1475</c:v>
                </c:pt>
                <c:pt idx="1474">
                  <c:v>1476</c:v>
                </c:pt>
                <c:pt idx="1475">
                  <c:v>1477</c:v>
                </c:pt>
                <c:pt idx="1476">
                  <c:v>1478</c:v>
                </c:pt>
                <c:pt idx="1477">
                  <c:v>1479</c:v>
                </c:pt>
                <c:pt idx="1478">
                  <c:v>1480</c:v>
                </c:pt>
                <c:pt idx="1479">
                  <c:v>1481</c:v>
                </c:pt>
                <c:pt idx="1480">
                  <c:v>1482</c:v>
                </c:pt>
                <c:pt idx="1481">
                  <c:v>1483</c:v>
                </c:pt>
                <c:pt idx="1482">
                  <c:v>1484</c:v>
                </c:pt>
                <c:pt idx="1483">
                  <c:v>1485</c:v>
                </c:pt>
                <c:pt idx="1484">
                  <c:v>1486</c:v>
                </c:pt>
                <c:pt idx="1485">
                  <c:v>1487</c:v>
                </c:pt>
                <c:pt idx="1486">
                  <c:v>1488</c:v>
                </c:pt>
                <c:pt idx="1487">
                  <c:v>1489</c:v>
                </c:pt>
                <c:pt idx="1488">
                  <c:v>1490</c:v>
                </c:pt>
                <c:pt idx="1489">
                  <c:v>1491</c:v>
                </c:pt>
                <c:pt idx="1490">
                  <c:v>1492</c:v>
                </c:pt>
                <c:pt idx="1491">
                  <c:v>1493</c:v>
                </c:pt>
                <c:pt idx="1492">
                  <c:v>1494</c:v>
                </c:pt>
                <c:pt idx="1493">
                  <c:v>1495</c:v>
                </c:pt>
                <c:pt idx="1494">
                  <c:v>1496</c:v>
                </c:pt>
                <c:pt idx="1495">
                  <c:v>1497</c:v>
                </c:pt>
                <c:pt idx="1496">
                  <c:v>1498</c:v>
                </c:pt>
                <c:pt idx="1497">
                  <c:v>1499</c:v>
                </c:pt>
                <c:pt idx="1498">
                  <c:v>1500</c:v>
                </c:pt>
                <c:pt idx="1499">
                  <c:v>1501</c:v>
                </c:pt>
                <c:pt idx="1500">
                  <c:v>1502</c:v>
                </c:pt>
                <c:pt idx="1501">
                  <c:v>1503</c:v>
                </c:pt>
                <c:pt idx="1502">
                  <c:v>1504</c:v>
                </c:pt>
                <c:pt idx="1503">
                  <c:v>1505</c:v>
                </c:pt>
                <c:pt idx="1504">
                  <c:v>1506</c:v>
                </c:pt>
                <c:pt idx="1505">
                  <c:v>1507</c:v>
                </c:pt>
                <c:pt idx="1506">
                  <c:v>1508</c:v>
                </c:pt>
                <c:pt idx="1507">
                  <c:v>1509</c:v>
                </c:pt>
                <c:pt idx="1508">
                  <c:v>1510</c:v>
                </c:pt>
                <c:pt idx="1509">
                  <c:v>1511</c:v>
                </c:pt>
                <c:pt idx="1510">
                  <c:v>1512</c:v>
                </c:pt>
                <c:pt idx="1511">
                  <c:v>1513</c:v>
                </c:pt>
                <c:pt idx="1512">
                  <c:v>1514</c:v>
                </c:pt>
                <c:pt idx="1513">
                  <c:v>1515</c:v>
                </c:pt>
                <c:pt idx="1514">
                  <c:v>1516</c:v>
                </c:pt>
                <c:pt idx="1515">
                  <c:v>1517</c:v>
                </c:pt>
                <c:pt idx="1516">
                  <c:v>1518</c:v>
                </c:pt>
                <c:pt idx="1517">
                  <c:v>1519</c:v>
                </c:pt>
                <c:pt idx="1518">
                  <c:v>1520</c:v>
                </c:pt>
                <c:pt idx="1519">
                  <c:v>1521</c:v>
                </c:pt>
                <c:pt idx="1520">
                  <c:v>1522</c:v>
                </c:pt>
                <c:pt idx="1521">
                  <c:v>1523</c:v>
                </c:pt>
                <c:pt idx="1522">
                  <c:v>1524</c:v>
                </c:pt>
                <c:pt idx="1523">
                  <c:v>1525</c:v>
                </c:pt>
                <c:pt idx="1524">
                  <c:v>1526</c:v>
                </c:pt>
                <c:pt idx="1525">
                  <c:v>1527</c:v>
                </c:pt>
                <c:pt idx="1526">
                  <c:v>1528</c:v>
                </c:pt>
                <c:pt idx="1527">
                  <c:v>1529</c:v>
                </c:pt>
                <c:pt idx="1528">
                  <c:v>1530</c:v>
                </c:pt>
                <c:pt idx="1529">
                  <c:v>1531</c:v>
                </c:pt>
                <c:pt idx="1530">
                  <c:v>1532</c:v>
                </c:pt>
                <c:pt idx="1531">
                  <c:v>1533</c:v>
                </c:pt>
                <c:pt idx="1532">
                  <c:v>1534</c:v>
                </c:pt>
                <c:pt idx="1533">
                  <c:v>1535</c:v>
                </c:pt>
                <c:pt idx="1534">
                  <c:v>1536</c:v>
                </c:pt>
                <c:pt idx="1535">
                  <c:v>1537</c:v>
                </c:pt>
                <c:pt idx="1536">
                  <c:v>1538</c:v>
                </c:pt>
                <c:pt idx="1537">
                  <c:v>1539</c:v>
                </c:pt>
                <c:pt idx="1538">
                  <c:v>1540</c:v>
                </c:pt>
                <c:pt idx="1539">
                  <c:v>1541</c:v>
                </c:pt>
                <c:pt idx="1540">
                  <c:v>1542</c:v>
                </c:pt>
                <c:pt idx="1541">
                  <c:v>1543</c:v>
                </c:pt>
                <c:pt idx="1542">
                  <c:v>1544</c:v>
                </c:pt>
                <c:pt idx="1543">
                  <c:v>1545</c:v>
                </c:pt>
                <c:pt idx="1544">
                  <c:v>1546</c:v>
                </c:pt>
                <c:pt idx="1545">
                  <c:v>1547</c:v>
                </c:pt>
                <c:pt idx="1546">
                  <c:v>1548</c:v>
                </c:pt>
                <c:pt idx="1547">
                  <c:v>1549</c:v>
                </c:pt>
                <c:pt idx="1548">
                  <c:v>1550</c:v>
                </c:pt>
                <c:pt idx="1549">
                  <c:v>1551</c:v>
                </c:pt>
                <c:pt idx="1550">
                  <c:v>1552</c:v>
                </c:pt>
                <c:pt idx="1551">
                  <c:v>1553</c:v>
                </c:pt>
                <c:pt idx="1552">
                  <c:v>1554</c:v>
                </c:pt>
                <c:pt idx="1553">
                  <c:v>1555</c:v>
                </c:pt>
                <c:pt idx="1554">
                  <c:v>1556</c:v>
                </c:pt>
                <c:pt idx="1555">
                  <c:v>1557</c:v>
                </c:pt>
                <c:pt idx="1556">
                  <c:v>1558</c:v>
                </c:pt>
                <c:pt idx="1557">
                  <c:v>1559</c:v>
                </c:pt>
                <c:pt idx="1558">
                  <c:v>1560</c:v>
                </c:pt>
                <c:pt idx="1559">
                  <c:v>1561</c:v>
                </c:pt>
                <c:pt idx="1560">
                  <c:v>1562</c:v>
                </c:pt>
                <c:pt idx="1561">
                  <c:v>1563</c:v>
                </c:pt>
                <c:pt idx="1562">
                  <c:v>1564</c:v>
                </c:pt>
                <c:pt idx="1563">
                  <c:v>1565</c:v>
                </c:pt>
                <c:pt idx="1564">
                  <c:v>1566</c:v>
                </c:pt>
                <c:pt idx="1565">
                  <c:v>1567</c:v>
                </c:pt>
                <c:pt idx="1566">
                  <c:v>1568</c:v>
                </c:pt>
                <c:pt idx="1567">
                  <c:v>1569</c:v>
                </c:pt>
                <c:pt idx="1568">
                  <c:v>1570</c:v>
                </c:pt>
                <c:pt idx="1569">
                  <c:v>1571</c:v>
                </c:pt>
                <c:pt idx="1570">
                  <c:v>1572</c:v>
                </c:pt>
                <c:pt idx="1571">
                  <c:v>1573</c:v>
                </c:pt>
                <c:pt idx="1572">
                  <c:v>1574</c:v>
                </c:pt>
                <c:pt idx="1573">
                  <c:v>1575</c:v>
                </c:pt>
                <c:pt idx="1574">
                  <c:v>1576</c:v>
                </c:pt>
                <c:pt idx="1575">
                  <c:v>1577</c:v>
                </c:pt>
                <c:pt idx="1576">
                  <c:v>1578</c:v>
                </c:pt>
                <c:pt idx="1577">
                  <c:v>1579</c:v>
                </c:pt>
                <c:pt idx="1578">
                  <c:v>1580</c:v>
                </c:pt>
                <c:pt idx="1579">
                  <c:v>1581</c:v>
                </c:pt>
                <c:pt idx="1580">
                  <c:v>1582</c:v>
                </c:pt>
                <c:pt idx="1581">
                  <c:v>1583</c:v>
                </c:pt>
                <c:pt idx="1582">
                  <c:v>1584</c:v>
                </c:pt>
                <c:pt idx="1583">
                  <c:v>1585</c:v>
                </c:pt>
                <c:pt idx="1584">
                  <c:v>1586</c:v>
                </c:pt>
                <c:pt idx="1585">
                  <c:v>1587</c:v>
                </c:pt>
                <c:pt idx="1586">
                  <c:v>1588</c:v>
                </c:pt>
                <c:pt idx="1587">
                  <c:v>1589</c:v>
                </c:pt>
                <c:pt idx="1588">
                  <c:v>1590</c:v>
                </c:pt>
                <c:pt idx="1589">
                  <c:v>1591</c:v>
                </c:pt>
                <c:pt idx="1590">
                  <c:v>1592</c:v>
                </c:pt>
                <c:pt idx="1591">
                  <c:v>1593</c:v>
                </c:pt>
                <c:pt idx="1592">
                  <c:v>1594</c:v>
                </c:pt>
                <c:pt idx="1593">
                  <c:v>1595</c:v>
                </c:pt>
                <c:pt idx="1594">
                  <c:v>1596</c:v>
                </c:pt>
                <c:pt idx="1595">
                  <c:v>1597</c:v>
                </c:pt>
                <c:pt idx="1596">
                  <c:v>1598</c:v>
                </c:pt>
                <c:pt idx="1597">
                  <c:v>1599</c:v>
                </c:pt>
                <c:pt idx="1598">
                  <c:v>1600</c:v>
                </c:pt>
                <c:pt idx="1599">
                  <c:v>1601</c:v>
                </c:pt>
                <c:pt idx="1600">
                  <c:v>1602</c:v>
                </c:pt>
                <c:pt idx="1601">
                  <c:v>1603</c:v>
                </c:pt>
                <c:pt idx="1602">
                  <c:v>1604</c:v>
                </c:pt>
                <c:pt idx="1603">
                  <c:v>1605</c:v>
                </c:pt>
                <c:pt idx="1604">
                  <c:v>1606</c:v>
                </c:pt>
                <c:pt idx="1605">
                  <c:v>1607</c:v>
                </c:pt>
                <c:pt idx="1606">
                  <c:v>1608</c:v>
                </c:pt>
                <c:pt idx="1607">
                  <c:v>1609</c:v>
                </c:pt>
                <c:pt idx="1608">
                  <c:v>1610</c:v>
                </c:pt>
                <c:pt idx="1609">
                  <c:v>1611</c:v>
                </c:pt>
                <c:pt idx="1610">
                  <c:v>1612</c:v>
                </c:pt>
                <c:pt idx="1611">
                  <c:v>1613</c:v>
                </c:pt>
                <c:pt idx="1612">
                  <c:v>1614</c:v>
                </c:pt>
                <c:pt idx="1613">
                  <c:v>1615</c:v>
                </c:pt>
                <c:pt idx="1614">
                  <c:v>1616</c:v>
                </c:pt>
                <c:pt idx="1615">
                  <c:v>1617</c:v>
                </c:pt>
                <c:pt idx="1616">
                  <c:v>1618</c:v>
                </c:pt>
                <c:pt idx="1617">
                  <c:v>1619</c:v>
                </c:pt>
                <c:pt idx="1618">
                  <c:v>1620</c:v>
                </c:pt>
                <c:pt idx="1619">
                  <c:v>1621</c:v>
                </c:pt>
                <c:pt idx="1620">
                  <c:v>1622</c:v>
                </c:pt>
                <c:pt idx="1621">
                  <c:v>1623</c:v>
                </c:pt>
                <c:pt idx="1622">
                  <c:v>1624</c:v>
                </c:pt>
                <c:pt idx="1623">
                  <c:v>1625</c:v>
                </c:pt>
                <c:pt idx="1624">
                  <c:v>1626</c:v>
                </c:pt>
                <c:pt idx="1625">
                  <c:v>1627</c:v>
                </c:pt>
                <c:pt idx="1626">
                  <c:v>1628</c:v>
                </c:pt>
                <c:pt idx="1627">
                  <c:v>1629</c:v>
                </c:pt>
                <c:pt idx="1628">
                  <c:v>1630</c:v>
                </c:pt>
                <c:pt idx="1629">
                  <c:v>1631</c:v>
                </c:pt>
                <c:pt idx="1630">
                  <c:v>1632</c:v>
                </c:pt>
                <c:pt idx="1631">
                  <c:v>1633</c:v>
                </c:pt>
                <c:pt idx="1632">
                  <c:v>1634</c:v>
                </c:pt>
                <c:pt idx="1633">
                  <c:v>1635</c:v>
                </c:pt>
                <c:pt idx="1634">
                  <c:v>1636</c:v>
                </c:pt>
                <c:pt idx="1635">
                  <c:v>1637</c:v>
                </c:pt>
                <c:pt idx="1636">
                  <c:v>1638</c:v>
                </c:pt>
                <c:pt idx="1637">
                  <c:v>1639</c:v>
                </c:pt>
                <c:pt idx="1638">
                  <c:v>1640</c:v>
                </c:pt>
                <c:pt idx="1639">
                  <c:v>1641</c:v>
                </c:pt>
                <c:pt idx="1640">
                  <c:v>1642</c:v>
                </c:pt>
                <c:pt idx="1641">
                  <c:v>1643</c:v>
                </c:pt>
                <c:pt idx="1642">
                  <c:v>1644</c:v>
                </c:pt>
                <c:pt idx="1643">
                  <c:v>1645</c:v>
                </c:pt>
                <c:pt idx="1644">
                  <c:v>1646</c:v>
                </c:pt>
                <c:pt idx="1645">
                  <c:v>1647</c:v>
                </c:pt>
                <c:pt idx="1646">
                  <c:v>1648</c:v>
                </c:pt>
                <c:pt idx="1647">
                  <c:v>1649</c:v>
                </c:pt>
                <c:pt idx="1648">
                  <c:v>1650</c:v>
                </c:pt>
                <c:pt idx="1649">
                  <c:v>1651</c:v>
                </c:pt>
                <c:pt idx="1650">
                  <c:v>1652</c:v>
                </c:pt>
                <c:pt idx="1651">
                  <c:v>1653</c:v>
                </c:pt>
                <c:pt idx="1652">
                  <c:v>1654</c:v>
                </c:pt>
                <c:pt idx="1653">
                  <c:v>1655</c:v>
                </c:pt>
                <c:pt idx="1654">
                  <c:v>1656</c:v>
                </c:pt>
                <c:pt idx="1655">
                  <c:v>1657</c:v>
                </c:pt>
                <c:pt idx="1656">
                  <c:v>1658</c:v>
                </c:pt>
                <c:pt idx="1657">
                  <c:v>1659</c:v>
                </c:pt>
                <c:pt idx="1658">
                  <c:v>1660</c:v>
                </c:pt>
                <c:pt idx="1659">
                  <c:v>1661</c:v>
                </c:pt>
                <c:pt idx="1660">
                  <c:v>1662</c:v>
                </c:pt>
                <c:pt idx="1661">
                  <c:v>1663</c:v>
                </c:pt>
                <c:pt idx="1662">
                  <c:v>1664</c:v>
                </c:pt>
                <c:pt idx="1663">
                  <c:v>1665</c:v>
                </c:pt>
                <c:pt idx="1664">
                  <c:v>1666</c:v>
                </c:pt>
                <c:pt idx="1665">
                  <c:v>1667</c:v>
                </c:pt>
                <c:pt idx="1666">
                  <c:v>1668</c:v>
                </c:pt>
                <c:pt idx="1667">
                  <c:v>1669</c:v>
                </c:pt>
                <c:pt idx="1668">
                  <c:v>1670</c:v>
                </c:pt>
                <c:pt idx="1669">
                  <c:v>1671</c:v>
                </c:pt>
                <c:pt idx="1670">
                  <c:v>1672</c:v>
                </c:pt>
                <c:pt idx="1671">
                  <c:v>1673</c:v>
                </c:pt>
                <c:pt idx="1672">
                  <c:v>1674</c:v>
                </c:pt>
                <c:pt idx="1673">
                  <c:v>1675</c:v>
                </c:pt>
                <c:pt idx="1674">
                  <c:v>1676</c:v>
                </c:pt>
                <c:pt idx="1675">
                  <c:v>1677</c:v>
                </c:pt>
                <c:pt idx="1676">
                  <c:v>1678</c:v>
                </c:pt>
                <c:pt idx="1677">
                  <c:v>1679</c:v>
                </c:pt>
                <c:pt idx="1678">
                  <c:v>1680</c:v>
                </c:pt>
                <c:pt idx="1679">
                  <c:v>1681</c:v>
                </c:pt>
                <c:pt idx="1680">
                  <c:v>1682</c:v>
                </c:pt>
                <c:pt idx="1681">
                  <c:v>1683</c:v>
                </c:pt>
                <c:pt idx="1682">
                  <c:v>1684</c:v>
                </c:pt>
                <c:pt idx="1683">
                  <c:v>1685</c:v>
                </c:pt>
                <c:pt idx="1684">
                  <c:v>1686</c:v>
                </c:pt>
                <c:pt idx="1685">
                  <c:v>1687</c:v>
                </c:pt>
                <c:pt idx="1686">
                  <c:v>1688</c:v>
                </c:pt>
                <c:pt idx="1687">
                  <c:v>1689</c:v>
                </c:pt>
                <c:pt idx="1688">
                  <c:v>1690</c:v>
                </c:pt>
                <c:pt idx="1689">
                  <c:v>1691</c:v>
                </c:pt>
                <c:pt idx="1690">
                  <c:v>1692</c:v>
                </c:pt>
                <c:pt idx="1691">
                  <c:v>1693</c:v>
                </c:pt>
                <c:pt idx="1692">
                  <c:v>1694</c:v>
                </c:pt>
                <c:pt idx="1693">
                  <c:v>1695</c:v>
                </c:pt>
                <c:pt idx="1694">
                  <c:v>1696</c:v>
                </c:pt>
                <c:pt idx="1695">
                  <c:v>1697</c:v>
                </c:pt>
                <c:pt idx="1696">
                  <c:v>1698</c:v>
                </c:pt>
                <c:pt idx="1697">
                  <c:v>1699</c:v>
                </c:pt>
                <c:pt idx="1698">
                  <c:v>1700</c:v>
                </c:pt>
                <c:pt idx="1699">
                  <c:v>1701</c:v>
                </c:pt>
                <c:pt idx="1700">
                  <c:v>1702</c:v>
                </c:pt>
                <c:pt idx="1701">
                  <c:v>1703</c:v>
                </c:pt>
                <c:pt idx="1702">
                  <c:v>1704</c:v>
                </c:pt>
                <c:pt idx="1703">
                  <c:v>1705</c:v>
                </c:pt>
                <c:pt idx="1704">
                  <c:v>1706</c:v>
                </c:pt>
                <c:pt idx="1705">
                  <c:v>1707</c:v>
                </c:pt>
                <c:pt idx="1706">
                  <c:v>1708</c:v>
                </c:pt>
                <c:pt idx="1707">
                  <c:v>1709</c:v>
                </c:pt>
                <c:pt idx="1708">
                  <c:v>1710</c:v>
                </c:pt>
                <c:pt idx="1709">
                  <c:v>1711</c:v>
                </c:pt>
                <c:pt idx="1710">
                  <c:v>1712</c:v>
                </c:pt>
                <c:pt idx="1711">
                  <c:v>1713</c:v>
                </c:pt>
                <c:pt idx="1712">
                  <c:v>1714</c:v>
                </c:pt>
                <c:pt idx="1713">
                  <c:v>1715</c:v>
                </c:pt>
                <c:pt idx="1714">
                  <c:v>1716</c:v>
                </c:pt>
                <c:pt idx="1715">
                  <c:v>1717</c:v>
                </c:pt>
                <c:pt idx="1716">
                  <c:v>1718</c:v>
                </c:pt>
                <c:pt idx="1717">
                  <c:v>1719</c:v>
                </c:pt>
                <c:pt idx="1718">
                  <c:v>1720</c:v>
                </c:pt>
                <c:pt idx="1719">
                  <c:v>1721</c:v>
                </c:pt>
                <c:pt idx="1720">
                  <c:v>1722</c:v>
                </c:pt>
                <c:pt idx="1721">
                  <c:v>1723</c:v>
                </c:pt>
                <c:pt idx="1722">
                  <c:v>1724</c:v>
                </c:pt>
                <c:pt idx="1723">
                  <c:v>1725</c:v>
                </c:pt>
                <c:pt idx="1724">
                  <c:v>1726</c:v>
                </c:pt>
                <c:pt idx="1725">
                  <c:v>1727</c:v>
                </c:pt>
                <c:pt idx="1726">
                  <c:v>1728</c:v>
                </c:pt>
                <c:pt idx="1727">
                  <c:v>1729</c:v>
                </c:pt>
                <c:pt idx="1728">
                  <c:v>1730</c:v>
                </c:pt>
                <c:pt idx="1729">
                  <c:v>1731</c:v>
                </c:pt>
                <c:pt idx="1730">
                  <c:v>1732</c:v>
                </c:pt>
                <c:pt idx="1731">
                  <c:v>1733</c:v>
                </c:pt>
                <c:pt idx="1732">
                  <c:v>1734</c:v>
                </c:pt>
                <c:pt idx="1733">
                  <c:v>1735</c:v>
                </c:pt>
                <c:pt idx="1734">
                  <c:v>1736</c:v>
                </c:pt>
                <c:pt idx="1735">
                  <c:v>1737</c:v>
                </c:pt>
                <c:pt idx="1736">
                  <c:v>1738</c:v>
                </c:pt>
                <c:pt idx="1737">
                  <c:v>1739</c:v>
                </c:pt>
                <c:pt idx="1738">
                  <c:v>1740</c:v>
                </c:pt>
                <c:pt idx="1739">
                  <c:v>1741</c:v>
                </c:pt>
                <c:pt idx="1740">
                  <c:v>1742</c:v>
                </c:pt>
                <c:pt idx="1741">
                  <c:v>1743</c:v>
                </c:pt>
                <c:pt idx="1742">
                  <c:v>1744</c:v>
                </c:pt>
                <c:pt idx="1743">
                  <c:v>1745</c:v>
                </c:pt>
                <c:pt idx="1744">
                  <c:v>1746</c:v>
                </c:pt>
                <c:pt idx="1745">
                  <c:v>1747</c:v>
                </c:pt>
                <c:pt idx="1746">
                  <c:v>1748</c:v>
                </c:pt>
                <c:pt idx="1747">
                  <c:v>1749</c:v>
                </c:pt>
                <c:pt idx="1748">
                  <c:v>1750</c:v>
                </c:pt>
                <c:pt idx="1749">
                  <c:v>1751</c:v>
                </c:pt>
                <c:pt idx="1750">
                  <c:v>1752</c:v>
                </c:pt>
                <c:pt idx="1751">
                  <c:v>1753</c:v>
                </c:pt>
                <c:pt idx="1752">
                  <c:v>1754</c:v>
                </c:pt>
                <c:pt idx="1753">
                  <c:v>1755</c:v>
                </c:pt>
                <c:pt idx="1754">
                  <c:v>1756</c:v>
                </c:pt>
                <c:pt idx="1755">
                  <c:v>1757</c:v>
                </c:pt>
                <c:pt idx="1756">
                  <c:v>1758</c:v>
                </c:pt>
                <c:pt idx="1757">
                  <c:v>1759</c:v>
                </c:pt>
                <c:pt idx="1758">
                  <c:v>1760</c:v>
                </c:pt>
                <c:pt idx="1759">
                  <c:v>1761</c:v>
                </c:pt>
                <c:pt idx="1760">
                  <c:v>1762</c:v>
                </c:pt>
                <c:pt idx="1761">
                  <c:v>1763</c:v>
                </c:pt>
                <c:pt idx="1762">
                  <c:v>1764</c:v>
                </c:pt>
                <c:pt idx="1763">
                  <c:v>1765</c:v>
                </c:pt>
                <c:pt idx="1764">
                  <c:v>1766</c:v>
                </c:pt>
                <c:pt idx="1765">
                  <c:v>1767</c:v>
                </c:pt>
                <c:pt idx="1766">
                  <c:v>1768</c:v>
                </c:pt>
                <c:pt idx="1767">
                  <c:v>1769</c:v>
                </c:pt>
                <c:pt idx="1768">
                  <c:v>1770</c:v>
                </c:pt>
                <c:pt idx="1769">
                  <c:v>1771</c:v>
                </c:pt>
                <c:pt idx="1770">
                  <c:v>1772</c:v>
                </c:pt>
                <c:pt idx="1771">
                  <c:v>1773</c:v>
                </c:pt>
                <c:pt idx="1772">
                  <c:v>1774</c:v>
                </c:pt>
                <c:pt idx="1773">
                  <c:v>1775</c:v>
                </c:pt>
                <c:pt idx="1774">
                  <c:v>1776</c:v>
                </c:pt>
                <c:pt idx="1775">
                  <c:v>1777</c:v>
                </c:pt>
                <c:pt idx="1776">
                  <c:v>1778</c:v>
                </c:pt>
                <c:pt idx="1777">
                  <c:v>1779</c:v>
                </c:pt>
                <c:pt idx="1778">
                  <c:v>1780</c:v>
                </c:pt>
                <c:pt idx="1779">
                  <c:v>1781</c:v>
                </c:pt>
                <c:pt idx="1780">
                  <c:v>1782</c:v>
                </c:pt>
                <c:pt idx="1781">
                  <c:v>1783</c:v>
                </c:pt>
                <c:pt idx="1782">
                  <c:v>1784</c:v>
                </c:pt>
                <c:pt idx="1783">
                  <c:v>1785</c:v>
                </c:pt>
                <c:pt idx="1784">
                  <c:v>1786</c:v>
                </c:pt>
                <c:pt idx="1785">
                  <c:v>1787</c:v>
                </c:pt>
                <c:pt idx="1786">
                  <c:v>1788</c:v>
                </c:pt>
                <c:pt idx="1787">
                  <c:v>1789</c:v>
                </c:pt>
                <c:pt idx="1788">
                  <c:v>1790</c:v>
                </c:pt>
                <c:pt idx="1789">
                  <c:v>1791</c:v>
                </c:pt>
                <c:pt idx="1790">
                  <c:v>1792</c:v>
                </c:pt>
                <c:pt idx="1791">
                  <c:v>1793</c:v>
                </c:pt>
                <c:pt idx="1792">
                  <c:v>1794</c:v>
                </c:pt>
                <c:pt idx="1793">
                  <c:v>1795</c:v>
                </c:pt>
                <c:pt idx="1794">
                  <c:v>1796</c:v>
                </c:pt>
                <c:pt idx="1795">
                  <c:v>1797</c:v>
                </c:pt>
                <c:pt idx="1796">
                  <c:v>1798</c:v>
                </c:pt>
                <c:pt idx="1797">
                  <c:v>1799</c:v>
                </c:pt>
                <c:pt idx="1798">
                  <c:v>1800</c:v>
                </c:pt>
                <c:pt idx="1799">
                  <c:v>1801</c:v>
                </c:pt>
                <c:pt idx="1800">
                  <c:v>1802</c:v>
                </c:pt>
                <c:pt idx="1801">
                  <c:v>1803</c:v>
                </c:pt>
                <c:pt idx="1802">
                  <c:v>1804</c:v>
                </c:pt>
                <c:pt idx="1803">
                  <c:v>1805</c:v>
                </c:pt>
                <c:pt idx="1804">
                  <c:v>1806</c:v>
                </c:pt>
                <c:pt idx="1805">
                  <c:v>1807</c:v>
                </c:pt>
                <c:pt idx="1806">
                  <c:v>1808</c:v>
                </c:pt>
                <c:pt idx="1807">
                  <c:v>1809</c:v>
                </c:pt>
                <c:pt idx="1808">
                  <c:v>1810</c:v>
                </c:pt>
                <c:pt idx="1809">
                  <c:v>1811</c:v>
                </c:pt>
                <c:pt idx="1810">
                  <c:v>1812</c:v>
                </c:pt>
                <c:pt idx="1811">
                  <c:v>1813</c:v>
                </c:pt>
                <c:pt idx="1812">
                  <c:v>1814</c:v>
                </c:pt>
                <c:pt idx="1813">
                  <c:v>1815</c:v>
                </c:pt>
                <c:pt idx="1814">
                  <c:v>1816</c:v>
                </c:pt>
                <c:pt idx="1815">
                  <c:v>1817</c:v>
                </c:pt>
                <c:pt idx="1816">
                  <c:v>1818</c:v>
                </c:pt>
                <c:pt idx="1817">
                  <c:v>1819</c:v>
                </c:pt>
                <c:pt idx="1818">
                  <c:v>1820</c:v>
                </c:pt>
                <c:pt idx="1819">
                  <c:v>1821</c:v>
                </c:pt>
                <c:pt idx="1820">
                  <c:v>1822</c:v>
                </c:pt>
                <c:pt idx="1821">
                  <c:v>1823</c:v>
                </c:pt>
                <c:pt idx="1822">
                  <c:v>1824</c:v>
                </c:pt>
                <c:pt idx="1823">
                  <c:v>1825</c:v>
                </c:pt>
                <c:pt idx="1824">
                  <c:v>1826</c:v>
                </c:pt>
                <c:pt idx="1825">
                  <c:v>1827</c:v>
                </c:pt>
                <c:pt idx="1826">
                  <c:v>1828</c:v>
                </c:pt>
                <c:pt idx="1827">
                  <c:v>1829</c:v>
                </c:pt>
                <c:pt idx="1828">
                  <c:v>1830</c:v>
                </c:pt>
                <c:pt idx="1829">
                  <c:v>1831</c:v>
                </c:pt>
                <c:pt idx="1830">
                  <c:v>1832</c:v>
                </c:pt>
                <c:pt idx="1831">
                  <c:v>1833</c:v>
                </c:pt>
                <c:pt idx="1832">
                  <c:v>1834</c:v>
                </c:pt>
                <c:pt idx="1833">
                  <c:v>1835</c:v>
                </c:pt>
                <c:pt idx="1834">
                  <c:v>1836</c:v>
                </c:pt>
                <c:pt idx="1835">
                  <c:v>1837</c:v>
                </c:pt>
                <c:pt idx="1836">
                  <c:v>1838</c:v>
                </c:pt>
                <c:pt idx="1837">
                  <c:v>1839</c:v>
                </c:pt>
                <c:pt idx="1838">
                  <c:v>1840</c:v>
                </c:pt>
                <c:pt idx="1839">
                  <c:v>1841</c:v>
                </c:pt>
                <c:pt idx="1840">
                  <c:v>1842</c:v>
                </c:pt>
                <c:pt idx="1841">
                  <c:v>1843</c:v>
                </c:pt>
                <c:pt idx="1842">
                  <c:v>1844</c:v>
                </c:pt>
                <c:pt idx="1843">
                  <c:v>1845</c:v>
                </c:pt>
                <c:pt idx="1844">
                  <c:v>1846</c:v>
                </c:pt>
                <c:pt idx="1845">
                  <c:v>1847</c:v>
                </c:pt>
                <c:pt idx="1846">
                  <c:v>1848</c:v>
                </c:pt>
                <c:pt idx="1847">
                  <c:v>1849</c:v>
                </c:pt>
                <c:pt idx="1848">
                  <c:v>1850</c:v>
                </c:pt>
                <c:pt idx="1849">
                  <c:v>1851</c:v>
                </c:pt>
                <c:pt idx="1850">
                  <c:v>1852</c:v>
                </c:pt>
                <c:pt idx="1851">
                  <c:v>1853</c:v>
                </c:pt>
                <c:pt idx="1852">
                  <c:v>1854</c:v>
                </c:pt>
                <c:pt idx="1853">
                  <c:v>1855</c:v>
                </c:pt>
                <c:pt idx="1854">
                  <c:v>1856</c:v>
                </c:pt>
                <c:pt idx="1855">
                  <c:v>1857</c:v>
                </c:pt>
                <c:pt idx="1856">
                  <c:v>1858</c:v>
                </c:pt>
                <c:pt idx="1857">
                  <c:v>1859</c:v>
                </c:pt>
                <c:pt idx="1858">
                  <c:v>1860</c:v>
                </c:pt>
                <c:pt idx="1859">
                  <c:v>1861</c:v>
                </c:pt>
                <c:pt idx="1860">
                  <c:v>1862</c:v>
                </c:pt>
                <c:pt idx="1861">
                  <c:v>1863</c:v>
                </c:pt>
                <c:pt idx="1862">
                  <c:v>1864</c:v>
                </c:pt>
                <c:pt idx="1863">
                  <c:v>1865</c:v>
                </c:pt>
                <c:pt idx="1864">
                  <c:v>1866</c:v>
                </c:pt>
                <c:pt idx="1865">
                  <c:v>1867</c:v>
                </c:pt>
                <c:pt idx="1866">
                  <c:v>1868</c:v>
                </c:pt>
                <c:pt idx="1867">
                  <c:v>1869</c:v>
                </c:pt>
                <c:pt idx="1868">
                  <c:v>1870</c:v>
                </c:pt>
                <c:pt idx="1869">
                  <c:v>1871</c:v>
                </c:pt>
                <c:pt idx="1870">
                  <c:v>1872</c:v>
                </c:pt>
                <c:pt idx="1871">
                  <c:v>1873</c:v>
                </c:pt>
                <c:pt idx="1872">
                  <c:v>1874</c:v>
                </c:pt>
                <c:pt idx="1873">
                  <c:v>1875</c:v>
                </c:pt>
                <c:pt idx="1874">
                  <c:v>1876</c:v>
                </c:pt>
                <c:pt idx="1875">
                  <c:v>1877</c:v>
                </c:pt>
                <c:pt idx="1876">
                  <c:v>1878</c:v>
                </c:pt>
                <c:pt idx="1877">
                  <c:v>1879</c:v>
                </c:pt>
                <c:pt idx="1878">
                  <c:v>1880</c:v>
                </c:pt>
                <c:pt idx="1879">
                  <c:v>1881</c:v>
                </c:pt>
                <c:pt idx="1880">
                  <c:v>1882</c:v>
                </c:pt>
                <c:pt idx="1881">
                  <c:v>1883</c:v>
                </c:pt>
                <c:pt idx="1882">
                  <c:v>1884</c:v>
                </c:pt>
                <c:pt idx="1883">
                  <c:v>1885</c:v>
                </c:pt>
                <c:pt idx="1884">
                  <c:v>1886</c:v>
                </c:pt>
                <c:pt idx="1885">
                  <c:v>1887</c:v>
                </c:pt>
                <c:pt idx="1886">
                  <c:v>1888</c:v>
                </c:pt>
                <c:pt idx="1887">
                  <c:v>1889</c:v>
                </c:pt>
                <c:pt idx="1888">
                  <c:v>1890</c:v>
                </c:pt>
                <c:pt idx="1889">
                  <c:v>1891</c:v>
                </c:pt>
                <c:pt idx="1890">
                  <c:v>1892</c:v>
                </c:pt>
                <c:pt idx="1891">
                  <c:v>1893</c:v>
                </c:pt>
                <c:pt idx="1892">
                  <c:v>1894</c:v>
                </c:pt>
                <c:pt idx="1893">
                  <c:v>1895</c:v>
                </c:pt>
                <c:pt idx="1894">
                  <c:v>1896</c:v>
                </c:pt>
                <c:pt idx="1895">
                  <c:v>1897</c:v>
                </c:pt>
                <c:pt idx="1896">
                  <c:v>1898</c:v>
                </c:pt>
                <c:pt idx="1897">
                  <c:v>1899</c:v>
                </c:pt>
                <c:pt idx="1898">
                  <c:v>1900</c:v>
                </c:pt>
                <c:pt idx="1899">
                  <c:v>1901</c:v>
                </c:pt>
                <c:pt idx="1900">
                  <c:v>1902</c:v>
                </c:pt>
                <c:pt idx="1901">
                  <c:v>1903</c:v>
                </c:pt>
                <c:pt idx="1902">
                  <c:v>1904</c:v>
                </c:pt>
                <c:pt idx="1903">
                  <c:v>1905</c:v>
                </c:pt>
                <c:pt idx="1904">
                  <c:v>1906</c:v>
                </c:pt>
                <c:pt idx="1905">
                  <c:v>1907</c:v>
                </c:pt>
                <c:pt idx="1906">
                  <c:v>1908</c:v>
                </c:pt>
                <c:pt idx="1907">
                  <c:v>1909</c:v>
                </c:pt>
                <c:pt idx="1908">
                  <c:v>1910</c:v>
                </c:pt>
                <c:pt idx="1909">
                  <c:v>1911</c:v>
                </c:pt>
                <c:pt idx="1910">
                  <c:v>1912</c:v>
                </c:pt>
                <c:pt idx="1911">
                  <c:v>1913</c:v>
                </c:pt>
                <c:pt idx="1912">
                  <c:v>1914</c:v>
                </c:pt>
                <c:pt idx="1913">
                  <c:v>1915</c:v>
                </c:pt>
                <c:pt idx="1914">
                  <c:v>1916</c:v>
                </c:pt>
                <c:pt idx="1915">
                  <c:v>1917</c:v>
                </c:pt>
                <c:pt idx="1916">
                  <c:v>1918</c:v>
                </c:pt>
                <c:pt idx="1917">
                  <c:v>1919</c:v>
                </c:pt>
                <c:pt idx="1918">
                  <c:v>1920</c:v>
                </c:pt>
                <c:pt idx="1919">
                  <c:v>1921</c:v>
                </c:pt>
                <c:pt idx="1920">
                  <c:v>1922</c:v>
                </c:pt>
                <c:pt idx="1921">
                  <c:v>1923</c:v>
                </c:pt>
                <c:pt idx="1922">
                  <c:v>1924</c:v>
                </c:pt>
                <c:pt idx="1923">
                  <c:v>1925</c:v>
                </c:pt>
                <c:pt idx="1924">
                  <c:v>1926</c:v>
                </c:pt>
                <c:pt idx="1925">
                  <c:v>1927</c:v>
                </c:pt>
                <c:pt idx="1926">
                  <c:v>1928</c:v>
                </c:pt>
                <c:pt idx="1927">
                  <c:v>1929</c:v>
                </c:pt>
                <c:pt idx="1928">
                  <c:v>1930</c:v>
                </c:pt>
                <c:pt idx="1929">
                  <c:v>1931</c:v>
                </c:pt>
                <c:pt idx="1930">
                  <c:v>1932</c:v>
                </c:pt>
                <c:pt idx="1931">
                  <c:v>1933</c:v>
                </c:pt>
                <c:pt idx="1932">
                  <c:v>1934</c:v>
                </c:pt>
                <c:pt idx="1933">
                  <c:v>1935</c:v>
                </c:pt>
                <c:pt idx="1934">
                  <c:v>1936</c:v>
                </c:pt>
                <c:pt idx="1935">
                  <c:v>1937</c:v>
                </c:pt>
                <c:pt idx="1936">
                  <c:v>1938</c:v>
                </c:pt>
                <c:pt idx="1937">
                  <c:v>1939</c:v>
                </c:pt>
                <c:pt idx="1938">
                  <c:v>1940</c:v>
                </c:pt>
                <c:pt idx="1939">
                  <c:v>1941</c:v>
                </c:pt>
                <c:pt idx="1940">
                  <c:v>1942</c:v>
                </c:pt>
                <c:pt idx="1941">
                  <c:v>1943</c:v>
                </c:pt>
                <c:pt idx="1942">
                  <c:v>1944</c:v>
                </c:pt>
                <c:pt idx="1943">
                  <c:v>1945</c:v>
                </c:pt>
                <c:pt idx="1944">
                  <c:v>1946</c:v>
                </c:pt>
                <c:pt idx="1945">
                  <c:v>1947</c:v>
                </c:pt>
                <c:pt idx="1946">
                  <c:v>1948</c:v>
                </c:pt>
                <c:pt idx="1947">
                  <c:v>1949</c:v>
                </c:pt>
                <c:pt idx="1948">
                  <c:v>1950</c:v>
                </c:pt>
                <c:pt idx="1949">
                  <c:v>1951</c:v>
                </c:pt>
                <c:pt idx="1950">
                  <c:v>1952</c:v>
                </c:pt>
                <c:pt idx="1951">
                  <c:v>1953</c:v>
                </c:pt>
                <c:pt idx="1952">
                  <c:v>1954</c:v>
                </c:pt>
                <c:pt idx="1953">
                  <c:v>1955</c:v>
                </c:pt>
                <c:pt idx="1954">
                  <c:v>1956</c:v>
                </c:pt>
                <c:pt idx="1955">
                  <c:v>1957</c:v>
                </c:pt>
                <c:pt idx="1956">
                  <c:v>1958</c:v>
                </c:pt>
                <c:pt idx="1957">
                  <c:v>1959</c:v>
                </c:pt>
                <c:pt idx="1958">
                  <c:v>1960</c:v>
                </c:pt>
                <c:pt idx="1959">
                  <c:v>1961</c:v>
                </c:pt>
                <c:pt idx="1960">
                  <c:v>1962</c:v>
                </c:pt>
                <c:pt idx="1961">
                  <c:v>1963</c:v>
                </c:pt>
                <c:pt idx="1962">
                  <c:v>1964</c:v>
                </c:pt>
                <c:pt idx="1963">
                  <c:v>1965</c:v>
                </c:pt>
                <c:pt idx="1964">
                  <c:v>1966</c:v>
                </c:pt>
                <c:pt idx="1965">
                  <c:v>1967</c:v>
                </c:pt>
                <c:pt idx="1966">
                  <c:v>1968</c:v>
                </c:pt>
                <c:pt idx="1967">
                  <c:v>1969</c:v>
                </c:pt>
                <c:pt idx="1968">
                  <c:v>1970</c:v>
                </c:pt>
                <c:pt idx="1969">
                  <c:v>1971</c:v>
                </c:pt>
                <c:pt idx="1970">
                  <c:v>1972</c:v>
                </c:pt>
                <c:pt idx="1971">
                  <c:v>1973</c:v>
                </c:pt>
                <c:pt idx="1972">
                  <c:v>1974</c:v>
                </c:pt>
                <c:pt idx="1973">
                  <c:v>1975</c:v>
                </c:pt>
                <c:pt idx="1974">
                  <c:v>1976</c:v>
                </c:pt>
                <c:pt idx="1975">
                  <c:v>1977</c:v>
                </c:pt>
                <c:pt idx="1976">
                  <c:v>1978</c:v>
                </c:pt>
                <c:pt idx="1977">
                  <c:v>1979</c:v>
                </c:pt>
                <c:pt idx="1978">
                  <c:v>1980</c:v>
                </c:pt>
                <c:pt idx="1979">
                  <c:v>1981</c:v>
                </c:pt>
                <c:pt idx="1980">
                  <c:v>1982</c:v>
                </c:pt>
                <c:pt idx="1981">
                  <c:v>1983</c:v>
                </c:pt>
                <c:pt idx="1982">
                  <c:v>1984</c:v>
                </c:pt>
                <c:pt idx="1983">
                  <c:v>1985</c:v>
                </c:pt>
                <c:pt idx="1984">
                  <c:v>1986</c:v>
                </c:pt>
                <c:pt idx="1985">
                  <c:v>1987</c:v>
                </c:pt>
                <c:pt idx="1986">
                  <c:v>1988</c:v>
                </c:pt>
                <c:pt idx="1987">
                  <c:v>1989</c:v>
                </c:pt>
                <c:pt idx="1988">
                  <c:v>1990</c:v>
                </c:pt>
                <c:pt idx="1989">
                  <c:v>1991</c:v>
                </c:pt>
                <c:pt idx="1990">
                  <c:v>1992</c:v>
                </c:pt>
                <c:pt idx="1991">
                  <c:v>1993</c:v>
                </c:pt>
                <c:pt idx="1992">
                  <c:v>1994</c:v>
                </c:pt>
                <c:pt idx="1993">
                  <c:v>1995</c:v>
                </c:pt>
                <c:pt idx="1994">
                  <c:v>1996</c:v>
                </c:pt>
                <c:pt idx="1995">
                  <c:v>1997</c:v>
                </c:pt>
                <c:pt idx="1996">
                  <c:v>1998</c:v>
                </c:pt>
                <c:pt idx="1997">
                  <c:v>1999</c:v>
                </c:pt>
                <c:pt idx="1998">
                  <c:v>2000</c:v>
                </c:pt>
                <c:pt idx="1999">
                  <c:v>2001</c:v>
                </c:pt>
                <c:pt idx="2000">
                  <c:v>2002</c:v>
                </c:pt>
                <c:pt idx="2001">
                  <c:v>2003</c:v>
                </c:pt>
                <c:pt idx="2002">
                  <c:v>2004</c:v>
                </c:pt>
                <c:pt idx="2003">
                  <c:v>2005</c:v>
                </c:pt>
                <c:pt idx="2004">
                  <c:v>2006</c:v>
                </c:pt>
                <c:pt idx="2005">
                  <c:v>2007</c:v>
                </c:pt>
                <c:pt idx="2006">
                  <c:v>2008</c:v>
                </c:pt>
                <c:pt idx="2007">
                  <c:v>2009</c:v>
                </c:pt>
                <c:pt idx="2008">
                  <c:v>2010</c:v>
                </c:pt>
                <c:pt idx="2009">
                  <c:v>2011</c:v>
                </c:pt>
                <c:pt idx="2010">
                  <c:v>2012</c:v>
                </c:pt>
                <c:pt idx="2011">
                  <c:v>2013</c:v>
                </c:pt>
                <c:pt idx="2012">
                  <c:v>2014</c:v>
                </c:pt>
                <c:pt idx="2013">
                  <c:v>2015</c:v>
                </c:pt>
                <c:pt idx="2014">
                  <c:v>2016</c:v>
                </c:pt>
                <c:pt idx="2015">
                  <c:v>2017</c:v>
                </c:pt>
                <c:pt idx="2016">
                  <c:v>2018</c:v>
                </c:pt>
                <c:pt idx="2017">
                  <c:v>2019</c:v>
                </c:pt>
                <c:pt idx="2018">
                  <c:v>2020</c:v>
                </c:pt>
                <c:pt idx="2019">
                  <c:v>2021</c:v>
                </c:pt>
                <c:pt idx="2020">
                  <c:v>2022</c:v>
                </c:pt>
                <c:pt idx="2021">
                  <c:v>2023</c:v>
                </c:pt>
                <c:pt idx="2022">
                  <c:v>2024</c:v>
                </c:pt>
                <c:pt idx="2023">
                  <c:v>2025</c:v>
                </c:pt>
                <c:pt idx="2024">
                  <c:v>2026</c:v>
                </c:pt>
                <c:pt idx="2025">
                  <c:v>2027</c:v>
                </c:pt>
                <c:pt idx="2026">
                  <c:v>2028</c:v>
                </c:pt>
                <c:pt idx="2027">
                  <c:v>2029</c:v>
                </c:pt>
                <c:pt idx="2028">
                  <c:v>2030</c:v>
                </c:pt>
                <c:pt idx="2029">
                  <c:v>2031</c:v>
                </c:pt>
                <c:pt idx="2030">
                  <c:v>2032</c:v>
                </c:pt>
                <c:pt idx="2031">
                  <c:v>2033</c:v>
                </c:pt>
                <c:pt idx="2032">
                  <c:v>2034</c:v>
                </c:pt>
                <c:pt idx="2033">
                  <c:v>2035</c:v>
                </c:pt>
                <c:pt idx="2034">
                  <c:v>2036</c:v>
                </c:pt>
                <c:pt idx="2035">
                  <c:v>2037</c:v>
                </c:pt>
                <c:pt idx="2036">
                  <c:v>2038</c:v>
                </c:pt>
                <c:pt idx="2037">
                  <c:v>2039</c:v>
                </c:pt>
                <c:pt idx="2038">
                  <c:v>2040</c:v>
                </c:pt>
                <c:pt idx="2039">
                  <c:v>2041</c:v>
                </c:pt>
                <c:pt idx="2040">
                  <c:v>2042</c:v>
                </c:pt>
                <c:pt idx="2041">
                  <c:v>2043</c:v>
                </c:pt>
                <c:pt idx="2042">
                  <c:v>2044</c:v>
                </c:pt>
                <c:pt idx="2043">
                  <c:v>2045</c:v>
                </c:pt>
                <c:pt idx="2044">
                  <c:v>2046</c:v>
                </c:pt>
                <c:pt idx="2045">
                  <c:v>2047</c:v>
                </c:pt>
                <c:pt idx="2046">
                  <c:v>2048</c:v>
                </c:pt>
                <c:pt idx="2047">
                  <c:v>2049</c:v>
                </c:pt>
                <c:pt idx="2048">
                  <c:v>2050</c:v>
                </c:pt>
                <c:pt idx="2049">
                  <c:v>2051</c:v>
                </c:pt>
                <c:pt idx="2050">
                  <c:v>2052</c:v>
                </c:pt>
                <c:pt idx="2051">
                  <c:v>2053</c:v>
                </c:pt>
                <c:pt idx="2052">
                  <c:v>2054</c:v>
                </c:pt>
                <c:pt idx="2053">
                  <c:v>2055</c:v>
                </c:pt>
                <c:pt idx="2054">
                  <c:v>2056</c:v>
                </c:pt>
                <c:pt idx="2055">
                  <c:v>2057</c:v>
                </c:pt>
                <c:pt idx="2056">
                  <c:v>2058</c:v>
                </c:pt>
                <c:pt idx="2057">
                  <c:v>2059</c:v>
                </c:pt>
                <c:pt idx="2058">
                  <c:v>2060</c:v>
                </c:pt>
                <c:pt idx="2059">
                  <c:v>2061</c:v>
                </c:pt>
                <c:pt idx="2060">
                  <c:v>2062</c:v>
                </c:pt>
                <c:pt idx="2061">
                  <c:v>2063</c:v>
                </c:pt>
                <c:pt idx="2062">
                  <c:v>2064</c:v>
                </c:pt>
                <c:pt idx="2063">
                  <c:v>2065</c:v>
                </c:pt>
                <c:pt idx="2064">
                  <c:v>2066</c:v>
                </c:pt>
                <c:pt idx="2065">
                  <c:v>2067</c:v>
                </c:pt>
                <c:pt idx="2066">
                  <c:v>2068</c:v>
                </c:pt>
                <c:pt idx="2067">
                  <c:v>2069</c:v>
                </c:pt>
                <c:pt idx="2068">
                  <c:v>2070</c:v>
                </c:pt>
                <c:pt idx="2069">
                  <c:v>2071</c:v>
                </c:pt>
                <c:pt idx="2070">
                  <c:v>2072</c:v>
                </c:pt>
                <c:pt idx="2071">
                  <c:v>2073</c:v>
                </c:pt>
                <c:pt idx="2072">
                  <c:v>2074</c:v>
                </c:pt>
                <c:pt idx="2073">
                  <c:v>2075</c:v>
                </c:pt>
                <c:pt idx="2074">
                  <c:v>2076</c:v>
                </c:pt>
                <c:pt idx="2075">
                  <c:v>2077</c:v>
                </c:pt>
                <c:pt idx="2076">
                  <c:v>2078</c:v>
                </c:pt>
                <c:pt idx="2077">
                  <c:v>2079</c:v>
                </c:pt>
                <c:pt idx="2078">
                  <c:v>2080</c:v>
                </c:pt>
                <c:pt idx="2079">
                  <c:v>2081</c:v>
                </c:pt>
                <c:pt idx="2080">
                  <c:v>2082</c:v>
                </c:pt>
                <c:pt idx="2081">
                  <c:v>2083</c:v>
                </c:pt>
                <c:pt idx="2082">
                  <c:v>2084</c:v>
                </c:pt>
                <c:pt idx="2083">
                  <c:v>2085</c:v>
                </c:pt>
                <c:pt idx="2084">
                  <c:v>2086</c:v>
                </c:pt>
                <c:pt idx="2085">
                  <c:v>2087</c:v>
                </c:pt>
                <c:pt idx="2086">
                  <c:v>2088</c:v>
                </c:pt>
                <c:pt idx="2087">
                  <c:v>2089</c:v>
                </c:pt>
                <c:pt idx="2088">
                  <c:v>2090</c:v>
                </c:pt>
                <c:pt idx="2089">
                  <c:v>2091</c:v>
                </c:pt>
                <c:pt idx="2090">
                  <c:v>2092</c:v>
                </c:pt>
                <c:pt idx="2091">
                  <c:v>2093</c:v>
                </c:pt>
                <c:pt idx="2092">
                  <c:v>2094</c:v>
                </c:pt>
                <c:pt idx="2093">
                  <c:v>2095</c:v>
                </c:pt>
                <c:pt idx="2094">
                  <c:v>2096</c:v>
                </c:pt>
                <c:pt idx="2095">
                  <c:v>2097</c:v>
                </c:pt>
                <c:pt idx="2096">
                  <c:v>2098</c:v>
                </c:pt>
                <c:pt idx="2097">
                  <c:v>2099</c:v>
                </c:pt>
                <c:pt idx="2098">
                  <c:v>2100</c:v>
                </c:pt>
                <c:pt idx="2099">
                  <c:v>2101</c:v>
                </c:pt>
                <c:pt idx="2100">
                  <c:v>2102</c:v>
                </c:pt>
                <c:pt idx="2101">
                  <c:v>2103</c:v>
                </c:pt>
                <c:pt idx="2102">
                  <c:v>2104</c:v>
                </c:pt>
                <c:pt idx="2103">
                  <c:v>2105</c:v>
                </c:pt>
                <c:pt idx="2104">
                  <c:v>2106</c:v>
                </c:pt>
                <c:pt idx="2105">
                  <c:v>2107</c:v>
                </c:pt>
                <c:pt idx="2106">
                  <c:v>2108</c:v>
                </c:pt>
                <c:pt idx="2107">
                  <c:v>2109</c:v>
                </c:pt>
                <c:pt idx="2108">
                  <c:v>2110</c:v>
                </c:pt>
                <c:pt idx="2109">
                  <c:v>2111</c:v>
                </c:pt>
                <c:pt idx="2110">
                  <c:v>2112</c:v>
                </c:pt>
                <c:pt idx="2111">
                  <c:v>2113</c:v>
                </c:pt>
                <c:pt idx="2112">
                  <c:v>2114</c:v>
                </c:pt>
                <c:pt idx="2113">
                  <c:v>2115</c:v>
                </c:pt>
                <c:pt idx="2114">
                  <c:v>2116</c:v>
                </c:pt>
                <c:pt idx="2115">
                  <c:v>2117</c:v>
                </c:pt>
                <c:pt idx="2116">
                  <c:v>2118</c:v>
                </c:pt>
                <c:pt idx="2117">
                  <c:v>2119</c:v>
                </c:pt>
                <c:pt idx="2118">
                  <c:v>2120</c:v>
                </c:pt>
                <c:pt idx="2119">
                  <c:v>2121</c:v>
                </c:pt>
                <c:pt idx="2120">
                  <c:v>2122</c:v>
                </c:pt>
                <c:pt idx="2121">
                  <c:v>2123</c:v>
                </c:pt>
                <c:pt idx="2122">
                  <c:v>2124</c:v>
                </c:pt>
                <c:pt idx="2123">
                  <c:v>2125</c:v>
                </c:pt>
                <c:pt idx="2124">
                  <c:v>2126</c:v>
                </c:pt>
                <c:pt idx="2125">
                  <c:v>2127</c:v>
                </c:pt>
                <c:pt idx="2126">
                  <c:v>2128</c:v>
                </c:pt>
                <c:pt idx="2127">
                  <c:v>2129</c:v>
                </c:pt>
                <c:pt idx="2128">
                  <c:v>2130</c:v>
                </c:pt>
                <c:pt idx="2129">
                  <c:v>2131</c:v>
                </c:pt>
                <c:pt idx="2130">
                  <c:v>2132</c:v>
                </c:pt>
                <c:pt idx="2131">
                  <c:v>2133</c:v>
                </c:pt>
                <c:pt idx="2132">
                  <c:v>2134</c:v>
                </c:pt>
                <c:pt idx="2133">
                  <c:v>2135</c:v>
                </c:pt>
                <c:pt idx="2134">
                  <c:v>2136</c:v>
                </c:pt>
                <c:pt idx="2135">
                  <c:v>2137</c:v>
                </c:pt>
                <c:pt idx="2136">
                  <c:v>2138</c:v>
                </c:pt>
                <c:pt idx="2137">
                  <c:v>2139</c:v>
                </c:pt>
                <c:pt idx="2138">
                  <c:v>2140</c:v>
                </c:pt>
                <c:pt idx="2139">
                  <c:v>2141</c:v>
                </c:pt>
                <c:pt idx="2140">
                  <c:v>2142</c:v>
                </c:pt>
                <c:pt idx="2141">
                  <c:v>2143</c:v>
                </c:pt>
                <c:pt idx="2142">
                  <c:v>2144</c:v>
                </c:pt>
                <c:pt idx="2143">
                  <c:v>2145</c:v>
                </c:pt>
                <c:pt idx="2144">
                  <c:v>2146</c:v>
                </c:pt>
                <c:pt idx="2145">
                  <c:v>2147</c:v>
                </c:pt>
                <c:pt idx="2146">
                  <c:v>2148</c:v>
                </c:pt>
                <c:pt idx="2147">
                  <c:v>2149</c:v>
                </c:pt>
                <c:pt idx="2148">
                  <c:v>2150</c:v>
                </c:pt>
                <c:pt idx="2149">
                  <c:v>2151</c:v>
                </c:pt>
                <c:pt idx="2150">
                  <c:v>2152</c:v>
                </c:pt>
                <c:pt idx="2151">
                  <c:v>2153</c:v>
                </c:pt>
                <c:pt idx="2152">
                  <c:v>2154</c:v>
                </c:pt>
                <c:pt idx="2153">
                  <c:v>2155</c:v>
                </c:pt>
                <c:pt idx="2154">
                  <c:v>2156</c:v>
                </c:pt>
                <c:pt idx="2155">
                  <c:v>2157</c:v>
                </c:pt>
                <c:pt idx="2156">
                  <c:v>2158</c:v>
                </c:pt>
                <c:pt idx="2157">
                  <c:v>2159</c:v>
                </c:pt>
                <c:pt idx="2158">
                  <c:v>2160</c:v>
                </c:pt>
                <c:pt idx="2159">
                  <c:v>2161</c:v>
                </c:pt>
                <c:pt idx="2160">
                  <c:v>2162</c:v>
                </c:pt>
                <c:pt idx="2161">
                  <c:v>2163</c:v>
                </c:pt>
                <c:pt idx="2162">
                  <c:v>2164</c:v>
                </c:pt>
                <c:pt idx="2163">
                  <c:v>2165</c:v>
                </c:pt>
                <c:pt idx="2164">
                  <c:v>2166</c:v>
                </c:pt>
                <c:pt idx="2165">
                  <c:v>2167</c:v>
                </c:pt>
                <c:pt idx="2166">
                  <c:v>2168</c:v>
                </c:pt>
                <c:pt idx="2167">
                  <c:v>2169</c:v>
                </c:pt>
                <c:pt idx="2168">
                  <c:v>2170</c:v>
                </c:pt>
                <c:pt idx="2169">
                  <c:v>2171</c:v>
                </c:pt>
                <c:pt idx="2170">
                  <c:v>2172</c:v>
                </c:pt>
                <c:pt idx="2171">
                  <c:v>2173</c:v>
                </c:pt>
                <c:pt idx="2172">
                  <c:v>2174</c:v>
                </c:pt>
                <c:pt idx="2173">
                  <c:v>2175</c:v>
                </c:pt>
                <c:pt idx="2174">
                  <c:v>2176</c:v>
                </c:pt>
                <c:pt idx="2175">
                  <c:v>2177</c:v>
                </c:pt>
                <c:pt idx="2176">
                  <c:v>2178</c:v>
                </c:pt>
                <c:pt idx="2177">
                  <c:v>2179</c:v>
                </c:pt>
                <c:pt idx="2178">
                  <c:v>2180</c:v>
                </c:pt>
                <c:pt idx="2179">
                  <c:v>2181</c:v>
                </c:pt>
                <c:pt idx="2180">
                  <c:v>2182</c:v>
                </c:pt>
                <c:pt idx="2181">
                  <c:v>2183</c:v>
                </c:pt>
                <c:pt idx="2182">
                  <c:v>2184</c:v>
                </c:pt>
                <c:pt idx="2183">
                  <c:v>2185</c:v>
                </c:pt>
                <c:pt idx="2184">
                  <c:v>2186</c:v>
                </c:pt>
                <c:pt idx="2185">
                  <c:v>2187</c:v>
                </c:pt>
                <c:pt idx="2186">
                  <c:v>2188</c:v>
                </c:pt>
                <c:pt idx="2187">
                  <c:v>2189</c:v>
                </c:pt>
                <c:pt idx="2188">
                  <c:v>2190</c:v>
                </c:pt>
                <c:pt idx="2189">
                  <c:v>2191</c:v>
                </c:pt>
                <c:pt idx="2190">
                  <c:v>2192</c:v>
                </c:pt>
                <c:pt idx="2191">
                  <c:v>2193</c:v>
                </c:pt>
                <c:pt idx="2192">
                  <c:v>2194</c:v>
                </c:pt>
                <c:pt idx="2193">
                  <c:v>2195</c:v>
                </c:pt>
                <c:pt idx="2194">
                  <c:v>2196</c:v>
                </c:pt>
                <c:pt idx="2195">
                  <c:v>2197</c:v>
                </c:pt>
                <c:pt idx="2196">
                  <c:v>2198</c:v>
                </c:pt>
                <c:pt idx="2197">
                  <c:v>2199</c:v>
                </c:pt>
                <c:pt idx="2198">
                  <c:v>2200</c:v>
                </c:pt>
                <c:pt idx="2199">
                  <c:v>2201</c:v>
                </c:pt>
                <c:pt idx="2200">
                  <c:v>2202</c:v>
                </c:pt>
                <c:pt idx="2201">
                  <c:v>2203</c:v>
                </c:pt>
                <c:pt idx="2202">
                  <c:v>2204</c:v>
                </c:pt>
                <c:pt idx="2203">
                  <c:v>2205</c:v>
                </c:pt>
                <c:pt idx="2204">
                  <c:v>2206</c:v>
                </c:pt>
                <c:pt idx="2205">
                  <c:v>2207</c:v>
                </c:pt>
                <c:pt idx="2206">
                  <c:v>2208</c:v>
                </c:pt>
                <c:pt idx="2207">
                  <c:v>2209</c:v>
                </c:pt>
                <c:pt idx="2208">
                  <c:v>2210</c:v>
                </c:pt>
                <c:pt idx="2209">
                  <c:v>2211</c:v>
                </c:pt>
                <c:pt idx="2210">
                  <c:v>2212</c:v>
                </c:pt>
                <c:pt idx="2211">
                  <c:v>2213</c:v>
                </c:pt>
                <c:pt idx="2212">
                  <c:v>2214</c:v>
                </c:pt>
                <c:pt idx="2213">
                  <c:v>2215</c:v>
                </c:pt>
                <c:pt idx="2214">
                  <c:v>2216</c:v>
                </c:pt>
                <c:pt idx="2215">
                  <c:v>2217</c:v>
                </c:pt>
                <c:pt idx="2216">
                  <c:v>2218</c:v>
                </c:pt>
                <c:pt idx="2217">
                  <c:v>2219</c:v>
                </c:pt>
                <c:pt idx="2218">
                  <c:v>2220</c:v>
                </c:pt>
                <c:pt idx="2219">
                  <c:v>2221</c:v>
                </c:pt>
                <c:pt idx="2220">
                  <c:v>2222</c:v>
                </c:pt>
                <c:pt idx="2221">
                  <c:v>2223</c:v>
                </c:pt>
                <c:pt idx="2222">
                  <c:v>2224</c:v>
                </c:pt>
                <c:pt idx="2223">
                  <c:v>2225</c:v>
                </c:pt>
                <c:pt idx="2224">
                  <c:v>2226</c:v>
                </c:pt>
                <c:pt idx="2225">
                  <c:v>2227</c:v>
                </c:pt>
                <c:pt idx="2226">
                  <c:v>2228</c:v>
                </c:pt>
                <c:pt idx="2227">
                  <c:v>2229</c:v>
                </c:pt>
                <c:pt idx="2228">
                  <c:v>2230</c:v>
                </c:pt>
                <c:pt idx="2229">
                  <c:v>2231</c:v>
                </c:pt>
                <c:pt idx="2230">
                  <c:v>2232</c:v>
                </c:pt>
                <c:pt idx="2231">
                  <c:v>2233</c:v>
                </c:pt>
                <c:pt idx="2232">
                  <c:v>2234</c:v>
                </c:pt>
                <c:pt idx="2233">
                  <c:v>2235</c:v>
                </c:pt>
                <c:pt idx="2234">
                  <c:v>2236</c:v>
                </c:pt>
                <c:pt idx="2235">
                  <c:v>2237</c:v>
                </c:pt>
                <c:pt idx="2236">
                  <c:v>2238</c:v>
                </c:pt>
                <c:pt idx="2237">
                  <c:v>2239</c:v>
                </c:pt>
                <c:pt idx="2238">
                  <c:v>2240</c:v>
                </c:pt>
                <c:pt idx="2239">
                  <c:v>2241</c:v>
                </c:pt>
                <c:pt idx="2240">
                  <c:v>2242</c:v>
                </c:pt>
                <c:pt idx="2241">
                  <c:v>2243</c:v>
                </c:pt>
                <c:pt idx="2242">
                  <c:v>2244</c:v>
                </c:pt>
                <c:pt idx="2243">
                  <c:v>2245</c:v>
                </c:pt>
                <c:pt idx="2244">
                  <c:v>2246</c:v>
                </c:pt>
                <c:pt idx="2245">
                  <c:v>2247</c:v>
                </c:pt>
                <c:pt idx="2246">
                  <c:v>2248</c:v>
                </c:pt>
                <c:pt idx="2247">
                  <c:v>2249</c:v>
                </c:pt>
                <c:pt idx="2248">
                  <c:v>2250</c:v>
                </c:pt>
                <c:pt idx="2249">
                  <c:v>2251</c:v>
                </c:pt>
                <c:pt idx="2250">
                  <c:v>2252</c:v>
                </c:pt>
                <c:pt idx="2251">
                  <c:v>2253</c:v>
                </c:pt>
                <c:pt idx="2252">
                  <c:v>2254</c:v>
                </c:pt>
                <c:pt idx="2253">
                  <c:v>2255</c:v>
                </c:pt>
                <c:pt idx="2254">
                  <c:v>2256</c:v>
                </c:pt>
                <c:pt idx="2255">
                  <c:v>2257</c:v>
                </c:pt>
                <c:pt idx="2256">
                  <c:v>2258</c:v>
                </c:pt>
                <c:pt idx="2257">
                  <c:v>2259</c:v>
                </c:pt>
                <c:pt idx="2258">
                  <c:v>2260</c:v>
                </c:pt>
                <c:pt idx="2259">
                  <c:v>2261</c:v>
                </c:pt>
                <c:pt idx="2260">
                  <c:v>2262</c:v>
                </c:pt>
                <c:pt idx="2261">
                  <c:v>2263</c:v>
                </c:pt>
                <c:pt idx="2262">
                  <c:v>2264</c:v>
                </c:pt>
                <c:pt idx="2263">
                  <c:v>2265</c:v>
                </c:pt>
                <c:pt idx="2264">
                  <c:v>2266</c:v>
                </c:pt>
                <c:pt idx="2265">
                  <c:v>2267</c:v>
                </c:pt>
                <c:pt idx="2266">
                  <c:v>2268</c:v>
                </c:pt>
                <c:pt idx="2267">
                  <c:v>2269</c:v>
                </c:pt>
                <c:pt idx="2268">
                  <c:v>2270</c:v>
                </c:pt>
                <c:pt idx="2269">
                  <c:v>2271</c:v>
                </c:pt>
                <c:pt idx="2270">
                  <c:v>2272</c:v>
                </c:pt>
                <c:pt idx="2271">
                  <c:v>2273</c:v>
                </c:pt>
                <c:pt idx="2272">
                  <c:v>2274</c:v>
                </c:pt>
                <c:pt idx="2273">
                  <c:v>2275</c:v>
                </c:pt>
                <c:pt idx="2274">
                  <c:v>2276</c:v>
                </c:pt>
                <c:pt idx="2275">
                  <c:v>2277</c:v>
                </c:pt>
                <c:pt idx="2276">
                  <c:v>2278</c:v>
                </c:pt>
                <c:pt idx="2277">
                  <c:v>2279</c:v>
                </c:pt>
                <c:pt idx="2278">
                  <c:v>2280</c:v>
                </c:pt>
                <c:pt idx="2279">
                  <c:v>2281</c:v>
                </c:pt>
                <c:pt idx="2280">
                  <c:v>2282</c:v>
                </c:pt>
                <c:pt idx="2281">
                  <c:v>2283</c:v>
                </c:pt>
                <c:pt idx="2282">
                  <c:v>2284</c:v>
                </c:pt>
                <c:pt idx="2283">
                  <c:v>2285</c:v>
                </c:pt>
                <c:pt idx="2284">
                  <c:v>2286</c:v>
                </c:pt>
                <c:pt idx="2285">
                  <c:v>2287</c:v>
                </c:pt>
                <c:pt idx="2286">
                  <c:v>2288</c:v>
                </c:pt>
                <c:pt idx="2287">
                  <c:v>2289</c:v>
                </c:pt>
                <c:pt idx="2288">
                  <c:v>2290</c:v>
                </c:pt>
                <c:pt idx="2289">
                  <c:v>2291</c:v>
                </c:pt>
                <c:pt idx="2290">
                  <c:v>2292</c:v>
                </c:pt>
                <c:pt idx="2291">
                  <c:v>2293</c:v>
                </c:pt>
                <c:pt idx="2292">
                  <c:v>2294</c:v>
                </c:pt>
                <c:pt idx="2293">
                  <c:v>2295</c:v>
                </c:pt>
                <c:pt idx="2294">
                  <c:v>2296</c:v>
                </c:pt>
                <c:pt idx="2295">
                  <c:v>2297</c:v>
                </c:pt>
                <c:pt idx="2296">
                  <c:v>2298</c:v>
                </c:pt>
                <c:pt idx="2297">
                  <c:v>2299</c:v>
                </c:pt>
                <c:pt idx="2298">
                  <c:v>2300</c:v>
                </c:pt>
                <c:pt idx="2299">
                  <c:v>2301</c:v>
                </c:pt>
                <c:pt idx="2300">
                  <c:v>2302</c:v>
                </c:pt>
                <c:pt idx="2301">
                  <c:v>2303</c:v>
                </c:pt>
                <c:pt idx="2302">
                  <c:v>2304</c:v>
                </c:pt>
                <c:pt idx="2303">
                  <c:v>2305</c:v>
                </c:pt>
                <c:pt idx="2304">
                  <c:v>2306</c:v>
                </c:pt>
                <c:pt idx="2305">
                  <c:v>2307</c:v>
                </c:pt>
                <c:pt idx="2306">
                  <c:v>2308</c:v>
                </c:pt>
                <c:pt idx="2307">
                  <c:v>2309</c:v>
                </c:pt>
                <c:pt idx="2308">
                  <c:v>2310</c:v>
                </c:pt>
                <c:pt idx="2309">
                  <c:v>2311</c:v>
                </c:pt>
                <c:pt idx="2310">
                  <c:v>2312</c:v>
                </c:pt>
                <c:pt idx="2311">
                  <c:v>2313</c:v>
                </c:pt>
                <c:pt idx="2312">
                  <c:v>2314</c:v>
                </c:pt>
                <c:pt idx="2313">
                  <c:v>2315</c:v>
                </c:pt>
                <c:pt idx="2314">
                  <c:v>2316</c:v>
                </c:pt>
                <c:pt idx="2315">
                  <c:v>2317</c:v>
                </c:pt>
                <c:pt idx="2316">
                  <c:v>2318</c:v>
                </c:pt>
                <c:pt idx="2317">
                  <c:v>2319</c:v>
                </c:pt>
                <c:pt idx="2318">
                  <c:v>2320</c:v>
                </c:pt>
                <c:pt idx="2319">
                  <c:v>2321</c:v>
                </c:pt>
                <c:pt idx="2320">
                  <c:v>2322</c:v>
                </c:pt>
                <c:pt idx="2321">
                  <c:v>2323</c:v>
                </c:pt>
                <c:pt idx="2322">
                  <c:v>2324</c:v>
                </c:pt>
                <c:pt idx="2323">
                  <c:v>2325</c:v>
                </c:pt>
                <c:pt idx="2324">
                  <c:v>2326</c:v>
                </c:pt>
                <c:pt idx="2325">
                  <c:v>2327</c:v>
                </c:pt>
                <c:pt idx="2326">
                  <c:v>2328</c:v>
                </c:pt>
                <c:pt idx="2327">
                  <c:v>2329</c:v>
                </c:pt>
                <c:pt idx="2328">
                  <c:v>2330</c:v>
                </c:pt>
                <c:pt idx="2329">
                  <c:v>2331</c:v>
                </c:pt>
                <c:pt idx="2330">
                  <c:v>2332</c:v>
                </c:pt>
                <c:pt idx="2331">
                  <c:v>2333</c:v>
                </c:pt>
                <c:pt idx="2332">
                  <c:v>2334</c:v>
                </c:pt>
                <c:pt idx="2333">
                  <c:v>2335</c:v>
                </c:pt>
                <c:pt idx="2334">
                  <c:v>2336</c:v>
                </c:pt>
                <c:pt idx="2335">
                  <c:v>2337</c:v>
                </c:pt>
                <c:pt idx="2336">
                  <c:v>2338</c:v>
                </c:pt>
                <c:pt idx="2337">
                  <c:v>2339</c:v>
                </c:pt>
                <c:pt idx="2338">
                  <c:v>2340</c:v>
                </c:pt>
                <c:pt idx="2339">
                  <c:v>2341</c:v>
                </c:pt>
                <c:pt idx="2340">
                  <c:v>2342</c:v>
                </c:pt>
                <c:pt idx="2341">
                  <c:v>2343</c:v>
                </c:pt>
                <c:pt idx="2342">
                  <c:v>2344</c:v>
                </c:pt>
                <c:pt idx="2343">
                  <c:v>2345</c:v>
                </c:pt>
                <c:pt idx="2344">
                  <c:v>2346</c:v>
                </c:pt>
                <c:pt idx="2345">
                  <c:v>2347</c:v>
                </c:pt>
                <c:pt idx="2346">
                  <c:v>2348</c:v>
                </c:pt>
                <c:pt idx="2347">
                  <c:v>2349</c:v>
                </c:pt>
                <c:pt idx="2348">
                  <c:v>2350</c:v>
                </c:pt>
                <c:pt idx="2349">
                  <c:v>2351</c:v>
                </c:pt>
                <c:pt idx="2350">
                  <c:v>2352</c:v>
                </c:pt>
                <c:pt idx="2351">
                  <c:v>2353</c:v>
                </c:pt>
                <c:pt idx="2352">
                  <c:v>2354</c:v>
                </c:pt>
                <c:pt idx="2353">
                  <c:v>2355</c:v>
                </c:pt>
                <c:pt idx="2354">
                  <c:v>2356</c:v>
                </c:pt>
                <c:pt idx="2355">
                  <c:v>2357</c:v>
                </c:pt>
                <c:pt idx="2356">
                  <c:v>2358</c:v>
                </c:pt>
                <c:pt idx="2357">
                  <c:v>2359</c:v>
                </c:pt>
                <c:pt idx="2358">
                  <c:v>2360</c:v>
                </c:pt>
                <c:pt idx="2359">
                  <c:v>2361</c:v>
                </c:pt>
                <c:pt idx="2360">
                  <c:v>2362</c:v>
                </c:pt>
                <c:pt idx="2361">
                  <c:v>2363</c:v>
                </c:pt>
                <c:pt idx="2362">
                  <c:v>2364</c:v>
                </c:pt>
                <c:pt idx="2363">
                  <c:v>2365</c:v>
                </c:pt>
                <c:pt idx="2364">
                  <c:v>2366</c:v>
                </c:pt>
                <c:pt idx="2365">
                  <c:v>2367</c:v>
                </c:pt>
                <c:pt idx="2366">
                  <c:v>2368</c:v>
                </c:pt>
                <c:pt idx="2367">
                  <c:v>2369</c:v>
                </c:pt>
                <c:pt idx="2368">
                  <c:v>2370</c:v>
                </c:pt>
                <c:pt idx="2369">
                  <c:v>2371</c:v>
                </c:pt>
                <c:pt idx="2370">
                  <c:v>2372</c:v>
                </c:pt>
                <c:pt idx="2371">
                  <c:v>2373</c:v>
                </c:pt>
                <c:pt idx="2372">
                  <c:v>2374</c:v>
                </c:pt>
                <c:pt idx="2373">
                  <c:v>2375</c:v>
                </c:pt>
                <c:pt idx="2374">
                  <c:v>2376</c:v>
                </c:pt>
                <c:pt idx="2375">
                  <c:v>2377</c:v>
                </c:pt>
                <c:pt idx="2376">
                  <c:v>2378</c:v>
                </c:pt>
                <c:pt idx="2377">
                  <c:v>2379</c:v>
                </c:pt>
                <c:pt idx="2378">
                  <c:v>2380</c:v>
                </c:pt>
                <c:pt idx="2379">
                  <c:v>2381</c:v>
                </c:pt>
                <c:pt idx="2380">
                  <c:v>2382</c:v>
                </c:pt>
                <c:pt idx="2381">
                  <c:v>2383</c:v>
                </c:pt>
                <c:pt idx="2382">
                  <c:v>2384</c:v>
                </c:pt>
                <c:pt idx="2383">
                  <c:v>2385</c:v>
                </c:pt>
                <c:pt idx="2384">
                  <c:v>2386</c:v>
                </c:pt>
                <c:pt idx="2385">
                  <c:v>2387</c:v>
                </c:pt>
                <c:pt idx="2386">
                  <c:v>2388</c:v>
                </c:pt>
                <c:pt idx="2387">
                  <c:v>2389</c:v>
                </c:pt>
                <c:pt idx="2388">
                  <c:v>2390</c:v>
                </c:pt>
                <c:pt idx="2389">
                  <c:v>2391</c:v>
                </c:pt>
                <c:pt idx="2390">
                  <c:v>2392</c:v>
                </c:pt>
                <c:pt idx="2391">
                  <c:v>2393</c:v>
                </c:pt>
                <c:pt idx="2392">
                  <c:v>2394</c:v>
                </c:pt>
                <c:pt idx="2393">
                  <c:v>2395</c:v>
                </c:pt>
                <c:pt idx="2394">
                  <c:v>2396</c:v>
                </c:pt>
                <c:pt idx="2395">
                  <c:v>2397</c:v>
                </c:pt>
                <c:pt idx="2396">
                  <c:v>2398</c:v>
                </c:pt>
                <c:pt idx="2397">
                  <c:v>2399</c:v>
                </c:pt>
                <c:pt idx="2398">
                  <c:v>2400</c:v>
                </c:pt>
                <c:pt idx="2399">
                  <c:v>2401</c:v>
                </c:pt>
                <c:pt idx="2400">
                  <c:v>2402</c:v>
                </c:pt>
                <c:pt idx="2401">
                  <c:v>2403</c:v>
                </c:pt>
                <c:pt idx="2402">
                  <c:v>2404</c:v>
                </c:pt>
                <c:pt idx="2403">
                  <c:v>2405</c:v>
                </c:pt>
                <c:pt idx="2404">
                  <c:v>2406</c:v>
                </c:pt>
                <c:pt idx="2405">
                  <c:v>2407</c:v>
                </c:pt>
                <c:pt idx="2406">
                  <c:v>2408</c:v>
                </c:pt>
                <c:pt idx="2407">
                  <c:v>2409</c:v>
                </c:pt>
                <c:pt idx="2408">
                  <c:v>2410</c:v>
                </c:pt>
                <c:pt idx="2409">
                  <c:v>2411</c:v>
                </c:pt>
                <c:pt idx="2410">
                  <c:v>2412</c:v>
                </c:pt>
                <c:pt idx="2411">
                  <c:v>2413</c:v>
                </c:pt>
                <c:pt idx="2412">
                  <c:v>2414</c:v>
                </c:pt>
                <c:pt idx="2413">
                  <c:v>2415</c:v>
                </c:pt>
                <c:pt idx="2414">
                  <c:v>2416</c:v>
                </c:pt>
                <c:pt idx="2415">
                  <c:v>2417</c:v>
                </c:pt>
                <c:pt idx="2416">
                  <c:v>2418</c:v>
                </c:pt>
                <c:pt idx="2417">
                  <c:v>2419</c:v>
                </c:pt>
                <c:pt idx="2418">
                  <c:v>2420</c:v>
                </c:pt>
                <c:pt idx="2419">
                  <c:v>2421</c:v>
                </c:pt>
                <c:pt idx="2420">
                  <c:v>2422</c:v>
                </c:pt>
                <c:pt idx="2421">
                  <c:v>2423</c:v>
                </c:pt>
                <c:pt idx="2422">
                  <c:v>2424</c:v>
                </c:pt>
                <c:pt idx="2423">
                  <c:v>2425</c:v>
                </c:pt>
                <c:pt idx="2424">
                  <c:v>2426</c:v>
                </c:pt>
                <c:pt idx="2425">
                  <c:v>2427</c:v>
                </c:pt>
                <c:pt idx="2426">
                  <c:v>2428</c:v>
                </c:pt>
                <c:pt idx="2427">
                  <c:v>2429</c:v>
                </c:pt>
                <c:pt idx="2428">
                  <c:v>2430</c:v>
                </c:pt>
                <c:pt idx="2429">
                  <c:v>2431</c:v>
                </c:pt>
                <c:pt idx="2430">
                  <c:v>2432</c:v>
                </c:pt>
                <c:pt idx="2431">
                  <c:v>2433</c:v>
                </c:pt>
                <c:pt idx="2432">
                  <c:v>2434</c:v>
                </c:pt>
                <c:pt idx="2433">
                  <c:v>2435</c:v>
                </c:pt>
                <c:pt idx="2434">
                  <c:v>2436</c:v>
                </c:pt>
                <c:pt idx="2435">
                  <c:v>2437</c:v>
                </c:pt>
                <c:pt idx="2436">
                  <c:v>2438</c:v>
                </c:pt>
                <c:pt idx="2437">
                  <c:v>2439</c:v>
                </c:pt>
                <c:pt idx="2438">
                  <c:v>2440</c:v>
                </c:pt>
                <c:pt idx="2439">
                  <c:v>2441</c:v>
                </c:pt>
                <c:pt idx="2440">
                  <c:v>2442</c:v>
                </c:pt>
                <c:pt idx="2441">
                  <c:v>2443</c:v>
                </c:pt>
                <c:pt idx="2442">
                  <c:v>2444</c:v>
                </c:pt>
                <c:pt idx="2443">
                  <c:v>2445</c:v>
                </c:pt>
                <c:pt idx="2444">
                  <c:v>2446</c:v>
                </c:pt>
                <c:pt idx="2445">
                  <c:v>2447</c:v>
                </c:pt>
                <c:pt idx="2446">
                  <c:v>2448</c:v>
                </c:pt>
                <c:pt idx="2447">
                  <c:v>2449</c:v>
                </c:pt>
                <c:pt idx="2448">
                  <c:v>2450</c:v>
                </c:pt>
                <c:pt idx="2449">
                  <c:v>2451</c:v>
                </c:pt>
                <c:pt idx="2450">
                  <c:v>2452</c:v>
                </c:pt>
                <c:pt idx="2451">
                  <c:v>2453</c:v>
                </c:pt>
                <c:pt idx="2452">
                  <c:v>2454</c:v>
                </c:pt>
                <c:pt idx="2453">
                  <c:v>2455</c:v>
                </c:pt>
                <c:pt idx="2454">
                  <c:v>2456</c:v>
                </c:pt>
                <c:pt idx="2455">
                  <c:v>2457</c:v>
                </c:pt>
                <c:pt idx="2456">
                  <c:v>2458</c:v>
                </c:pt>
                <c:pt idx="2457">
                  <c:v>2459</c:v>
                </c:pt>
                <c:pt idx="2458">
                  <c:v>2460</c:v>
                </c:pt>
                <c:pt idx="2459">
                  <c:v>2461</c:v>
                </c:pt>
                <c:pt idx="2460">
                  <c:v>2462</c:v>
                </c:pt>
                <c:pt idx="2461">
                  <c:v>2463</c:v>
                </c:pt>
                <c:pt idx="2462">
                  <c:v>2464</c:v>
                </c:pt>
                <c:pt idx="2463">
                  <c:v>2465</c:v>
                </c:pt>
                <c:pt idx="2464">
                  <c:v>2466</c:v>
                </c:pt>
                <c:pt idx="2465">
                  <c:v>2467</c:v>
                </c:pt>
                <c:pt idx="2466">
                  <c:v>2468</c:v>
                </c:pt>
                <c:pt idx="2467">
                  <c:v>2469</c:v>
                </c:pt>
                <c:pt idx="2468">
                  <c:v>2470</c:v>
                </c:pt>
                <c:pt idx="2469">
                  <c:v>2471</c:v>
                </c:pt>
                <c:pt idx="2470">
                  <c:v>2472</c:v>
                </c:pt>
                <c:pt idx="2471">
                  <c:v>2473</c:v>
                </c:pt>
                <c:pt idx="2472">
                  <c:v>2474</c:v>
                </c:pt>
                <c:pt idx="2473">
                  <c:v>2475</c:v>
                </c:pt>
                <c:pt idx="2474">
                  <c:v>2476</c:v>
                </c:pt>
                <c:pt idx="2475">
                  <c:v>2477</c:v>
                </c:pt>
                <c:pt idx="2476">
                  <c:v>2478</c:v>
                </c:pt>
                <c:pt idx="2477">
                  <c:v>2479</c:v>
                </c:pt>
                <c:pt idx="2478">
                  <c:v>2480</c:v>
                </c:pt>
                <c:pt idx="2479">
                  <c:v>2481</c:v>
                </c:pt>
                <c:pt idx="2480">
                  <c:v>2482</c:v>
                </c:pt>
                <c:pt idx="2481">
                  <c:v>2483</c:v>
                </c:pt>
                <c:pt idx="2482">
                  <c:v>2484</c:v>
                </c:pt>
                <c:pt idx="2483">
                  <c:v>2485</c:v>
                </c:pt>
                <c:pt idx="2484">
                  <c:v>2486</c:v>
                </c:pt>
                <c:pt idx="2485">
                  <c:v>2487</c:v>
                </c:pt>
                <c:pt idx="2486">
                  <c:v>2488</c:v>
                </c:pt>
                <c:pt idx="2487">
                  <c:v>2489</c:v>
                </c:pt>
                <c:pt idx="2488">
                  <c:v>2490</c:v>
                </c:pt>
                <c:pt idx="2489">
                  <c:v>2491</c:v>
                </c:pt>
                <c:pt idx="2490">
                  <c:v>2492</c:v>
                </c:pt>
                <c:pt idx="2491">
                  <c:v>2493</c:v>
                </c:pt>
                <c:pt idx="2492">
                  <c:v>2494</c:v>
                </c:pt>
                <c:pt idx="2493">
                  <c:v>2495</c:v>
                </c:pt>
                <c:pt idx="2494">
                  <c:v>2496</c:v>
                </c:pt>
                <c:pt idx="2495">
                  <c:v>2497</c:v>
                </c:pt>
                <c:pt idx="2496">
                  <c:v>2498</c:v>
                </c:pt>
                <c:pt idx="2497">
                  <c:v>2499</c:v>
                </c:pt>
                <c:pt idx="2498">
                  <c:v>2500</c:v>
                </c:pt>
                <c:pt idx="2499">
                  <c:v>2501</c:v>
                </c:pt>
                <c:pt idx="2500">
                  <c:v>2502</c:v>
                </c:pt>
                <c:pt idx="2501">
                  <c:v>2503</c:v>
                </c:pt>
                <c:pt idx="2502">
                  <c:v>2504</c:v>
                </c:pt>
                <c:pt idx="2503">
                  <c:v>2505</c:v>
                </c:pt>
                <c:pt idx="2504">
                  <c:v>2506</c:v>
                </c:pt>
                <c:pt idx="2505">
                  <c:v>2507</c:v>
                </c:pt>
                <c:pt idx="2506">
                  <c:v>2508</c:v>
                </c:pt>
                <c:pt idx="2507">
                  <c:v>2509</c:v>
                </c:pt>
                <c:pt idx="2508">
                  <c:v>2510</c:v>
                </c:pt>
                <c:pt idx="2509">
                  <c:v>2511</c:v>
                </c:pt>
                <c:pt idx="2510">
                  <c:v>2512</c:v>
                </c:pt>
                <c:pt idx="2511">
                  <c:v>2513</c:v>
                </c:pt>
                <c:pt idx="2512">
                  <c:v>2514</c:v>
                </c:pt>
                <c:pt idx="2513">
                  <c:v>2515</c:v>
                </c:pt>
                <c:pt idx="2514">
                  <c:v>2516</c:v>
                </c:pt>
                <c:pt idx="2515">
                  <c:v>2517</c:v>
                </c:pt>
                <c:pt idx="2516">
                  <c:v>2518</c:v>
                </c:pt>
                <c:pt idx="2517">
                  <c:v>2519</c:v>
                </c:pt>
                <c:pt idx="2518">
                  <c:v>2520</c:v>
                </c:pt>
                <c:pt idx="2519">
                  <c:v>2521</c:v>
                </c:pt>
                <c:pt idx="2520">
                  <c:v>2522</c:v>
                </c:pt>
                <c:pt idx="2521">
                  <c:v>2523</c:v>
                </c:pt>
                <c:pt idx="2522">
                  <c:v>2524</c:v>
                </c:pt>
                <c:pt idx="2523">
                  <c:v>2525</c:v>
                </c:pt>
                <c:pt idx="2524">
                  <c:v>2526</c:v>
                </c:pt>
                <c:pt idx="2525">
                  <c:v>2527</c:v>
                </c:pt>
                <c:pt idx="2526">
                  <c:v>2528</c:v>
                </c:pt>
                <c:pt idx="2527">
                  <c:v>2529</c:v>
                </c:pt>
                <c:pt idx="2528">
                  <c:v>2530</c:v>
                </c:pt>
                <c:pt idx="2529">
                  <c:v>2531</c:v>
                </c:pt>
                <c:pt idx="2530">
                  <c:v>2532</c:v>
                </c:pt>
                <c:pt idx="2531">
                  <c:v>2533</c:v>
                </c:pt>
                <c:pt idx="2532">
                  <c:v>2534</c:v>
                </c:pt>
                <c:pt idx="2533">
                  <c:v>2535</c:v>
                </c:pt>
                <c:pt idx="2534">
                  <c:v>2536</c:v>
                </c:pt>
                <c:pt idx="2535">
                  <c:v>2537</c:v>
                </c:pt>
                <c:pt idx="2536">
                  <c:v>2538</c:v>
                </c:pt>
                <c:pt idx="2537">
                  <c:v>2539</c:v>
                </c:pt>
                <c:pt idx="2538">
                  <c:v>2540</c:v>
                </c:pt>
                <c:pt idx="2539">
                  <c:v>2541</c:v>
                </c:pt>
                <c:pt idx="2540">
                  <c:v>2542</c:v>
                </c:pt>
                <c:pt idx="2541">
                  <c:v>2543</c:v>
                </c:pt>
                <c:pt idx="2542">
                  <c:v>2544</c:v>
                </c:pt>
                <c:pt idx="2543">
                  <c:v>2545</c:v>
                </c:pt>
                <c:pt idx="2544">
                  <c:v>2546</c:v>
                </c:pt>
                <c:pt idx="2545">
                  <c:v>2547</c:v>
                </c:pt>
                <c:pt idx="2546">
                  <c:v>2548</c:v>
                </c:pt>
                <c:pt idx="2547">
                  <c:v>2549</c:v>
                </c:pt>
                <c:pt idx="2548">
                  <c:v>2550</c:v>
                </c:pt>
                <c:pt idx="2549">
                  <c:v>2551</c:v>
                </c:pt>
                <c:pt idx="2550">
                  <c:v>2552</c:v>
                </c:pt>
                <c:pt idx="2551">
                  <c:v>2553</c:v>
                </c:pt>
                <c:pt idx="2552">
                  <c:v>2554</c:v>
                </c:pt>
                <c:pt idx="2553">
                  <c:v>2555</c:v>
                </c:pt>
                <c:pt idx="2554">
                  <c:v>2556</c:v>
                </c:pt>
                <c:pt idx="2555">
                  <c:v>2557</c:v>
                </c:pt>
                <c:pt idx="2556">
                  <c:v>2558</c:v>
                </c:pt>
                <c:pt idx="2557">
                  <c:v>2559</c:v>
                </c:pt>
                <c:pt idx="2558">
                  <c:v>2560</c:v>
                </c:pt>
                <c:pt idx="2559">
                  <c:v>2561</c:v>
                </c:pt>
                <c:pt idx="2560">
                  <c:v>2562</c:v>
                </c:pt>
                <c:pt idx="2561">
                  <c:v>2563</c:v>
                </c:pt>
                <c:pt idx="2562">
                  <c:v>2564</c:v>
                </c:pt>
                <c:pt idx="2563">
                  <c:v>2565</c:v>
                </c:pt>
                <c:pt idx="2564">
                  <c:v>2566</c:v>
                </c:pt>
                <c:pt idx="2565">
                  <c:v>2567</c:v>
                </c:pt>
                <c:pt idx="2566">
                  <c:v>2568</c:v>
                </c:pt>
                <c:pt idx="2567">
                  <c:v>2569</c:v>
                </c:pt>
                <c:pt idx="2568">
                  <c:v>2570</c:v>
                </c:pt>
                <c:pt idx="2569">
                  <c:v>2571</c:v>
                </c:pt>
                <c:pt idx="2570">
                  <c:v>2572</c:v>
                </c:pt>
                <c:pt idx="2571">
                  <c:v>2573</c:v>
                </c:pt>
                <c:pt idx="2572">
                  <c:v>2574</c:v>
                </c:pt>
                <c:pt idx="2573">
                  <c:v>2575</c:v>
                </c:pt>
                <c:pt idx="2574">
                  <c:v>2576</c:v>
                </c:pt>
                <c:pt idx="2575">
                  <c:v>2577</c:v>
                </c:pt>
                <c:pt idx="2576">
                  <c:v>2578</c:v>
                </c:pt>
                <c:pt idx="2577">
                  <c:v>2579</c:v>
                </c:pt>
                <c:pt idx="2578">
                  <c:v>2580</c:v>
                </c:pt>
                <c:pt idx="2579">
                  <c:v>2581</c:v>
                </c:pt>
                <c:pt idx="2580">
                  <c:v>2582</c:v>
                </c:pt>
                <c:pt idx="2581">
                  <c:v>2583</c:v>
                </c:pt>
                <c:pt idx="2582">
                  <c:v>2584</c:v>
                </c:pt>
                <c:pt idx="2583">
                  <c:v>2585</c:v>
                </c:pt>
                <c:pt idx="2584">
                  <c:v>2586</c:v>
                </c:pt>
                <c:pt idx="2585">
                  <c:v>2587</c:v>
                </c:pt>
                <c:pt idx="2586">
                  <c:v>2588</c:v>
                </c:pt>
                <c:pt idx="2587">
                  <c:v>2589</c:v>
                </c:pt>
                <c:pt idx="2588">
                  <c:v>2590</c:v>
                </c:pt>
                <c:pt idx="2589">
                  <c:v>2591</c:v>
                </c:pt>
                <c:pt idx="2590">
                  <c:v>2592</c:v>
                </c:pt>
                <c:pt idx="2591">
                  <c:v>2593</c:v>
                </c:pt>
                <c:pt idx="2592">
                  <c:v>2594</c:v>
                </c:pt>
                <c:pt idx="2593">
                  <c:v>2595</c:v>
                </c:pt>
                <c:pt idx="2594">
                  <c:v>2596</c:v>
                </c:pt>
                <c:pt idx="2595">
                  <c:v>2597</c:v>
                </c:pt>
                <c:pt idx="2596">
                  <c:v>2598</c:v>
                </c:pt>
                <c:pt idx="2597">
                  <c:v>2599</c:v>
                </c:pt>
                <c:pt idx="2598">
                  <c:v>2600</c:v>
                </c:pt>
                <c:pt idx="2599">
                  <c:v>2601</c:v>
                </c:pt>
                <c:pt idx="2600">
                  <c:v>2602</c:v>
                </c:pt>
                <c:pt idx="2601">
                  <c:v>2603</c:v>
                </c:pt>
                <c:pt idx="2602">
                  <c:v>2604</c:v>
                </c:pt>
                <c:pt idx="2603">
                  <c:v>2605</c:v>
                </c:pt>
                <c:pt idx="2604">
                  <c:v>2606</c:v>
                </c:pt>
                <c:pt idx="2605">
                  <c:v>2607</c:v>
                </c:pt>
                <c:pt idx="2606">
                  <c:v>2608</c:v>
                </c:pt>
                <c:pt idx="2607">
                  <c:v>2609</c:v>
                </c:pt>
                <c:pt idx="2608">
                  <c:v>2610</c:v>
                </c:pt>
                <c:pt idx="2609">
                  <c:v>2611</c:v>
                </c:pt>
                <c:pt idx="2610">
                  <c:v>2612</c:v>
                </c:pt>
                <c:pt idx="2611">
                  <c:v>2613</c:v>
                </c:pt>
                <c:pt idx="2612">
                  <c:v>2614</c:v>
                </c:pt>
                <c:pt idx="2613">
                  <c:v>2615</c:v>
                </c:pt>
                <c:pt idx="2614">
                  <c:v>2616</c:v>
                </c:pt>
                <c:pt idx="2615">
                  <c:v>2617</c:v>
                </c:pt>
                <c:pt idx="2616">
                  <c:v>2618</c:v>
                </c:pt>
                <c:pt idx="2617">
                  <c:v>2619</c:v>
                </c:pt>
                <c:pt idx="2618">
                  <c:v>2620</c:v>
                </c:pt>
                <c:pt idx="2619">
                  <c:v>2621</c:v>
                </c:pt>
                <c:pt idx="2620">
                  <c:v>2622</c:v>
                </c:pt>
                <c:pt idx="2621">
                  <c:v>2623</c:v>
                </c:pt>
                <c:pt idx="2622">
                  <c:v>2624</c:v>
                </c:pt>
                <c:pt idx="2623">
                  <c:v>2625</c:v>
                </c:pt>
                <c:pt idx="2624">
                  <c:v>2626</c:v>
                </c:pt>
                <c:pt idx="2625">
                  <c:v>2627</c:v>
                </c:pt>
                <c:pt idx="2626">
                  <c:v>2628</c:v>
                </c:pt>
                <c:pt idx="2627">
                  <c:v>2629</c:v>
                </c:pt>
                <c:pt idx="2628">
                  <c:v>2630</c:v>
                </c:pt>
                <c:pt idx="2629">
                  <c:v>2631</c:v>
                </c:pt>
                <c:pt idx="2630">
                  <c:v>2632</c:v>
                </c:pt>
                <c:pt idx="2631">
                  <c:v>2633</c:v>
                </c:pt>
                <c:pt idx="2632">
                  <c:v>2634</c:v>
                </c:pt>
                <c:pt idx="2633">
                  <c:v>2635</c:v>
                </c:pt>
                <c:pt idx="2634">
                  <c:v>2636</c:v>
                </c:pt>
                <c:pt idx="2635">
                  <c:v>2637</c:v>
                </c:pt>
                <c:pt idx="2636">
                  <c:v>2638</c:v>
                </c:pt>
                <c:pt idx="2637">
                  <c:v>2639</c:v>
                </c:pt>
                <c:pt idx="2638">
                  <c:v>2640</c:v>
                </c:pt>
                <c:pt idx="2639">
                  <c:v>2641</c:v>
                </c:pt>
                <c:pt idx="2640">
                  <c:v>2642</c:v>
                </c:pt>
                <c:pt idx="2641">
                  <c:v>2643</c:v>
                </c:pt>
                <c:pt idx="2642">
                  <c:v>2644</c:v>
                </c:pt>
                <c:pt idx="2643">
                  <c:v>2645</c:v>
                </c:pt>
                <c:pt idx="2644">
                  <c:v>2646</c:v>
                </c:pt>
                <c:pt idx="2645">
                  <c:v>2647</c:v>
                </c:pt>
                <c:pt idx="2646">
                  <c:v>2648</c:v>
                </c:pt>
                <c:pt idx="2647">
                  <c:v>2649</c:v>
                </c:pt>
                <c:pt idx="2648">
                  <c:v>2650</c:v>
                </c:pt>
                <c:pt idx="2649">
                  <c:v>2651</c:v>
                </c:pt>
                <c:pt idx="2650">
                  <c:v>2652</c:v>
                </c:pt>
                <c:pt idx="2651">
                  <c:v>2653</c:v>
                </c:pt>
                <c:pt idx="2652">
                  <c:v>2654</c:v>
                </c:pt>
                <c:pt idx="2653">
                  <c:v>2655</c:v>
                </c:pt>
                <c:pt idx="2654">
                  <c:v>2656</c:v>
                </c:pt>
                <c:pt idx="2655">
                  <c:v>2657</c:v>
                </c:pt>
                <c:pt idx="2656">
                  <c:v>2658</c:v>
                </c:pt>
                <c:pt idx="2657">
                  <c:v>2659</c:v>
                </c:pt>
                <c:pt idx="2658">
                  <c:v>2660</c:v>
                </c:pt>
                <c:pt idx="2659">
                  <c:v>2661</c:v>
                </c:pt>
                <c:pt idx="2660">
                  <c:v>2662</c:v>
                </c:pt>
                <c:pt idx="2661">
                  <c:v>2663</c:v>
                </c:pt>
                <c:pt idx="2662">
                  <c:v>2664</c:v>
                </c:pt>
                <c:pt idx="2663">
                  <c:v>2665</c:v>
                </c:pt>
                <c:pt idx="2664">
                  <c:v>2666</c:v>
                </c:pt>
                <c:pt idx="2665">
                  <c:v>2667</c:v>
                </c:pt>
                <c:pt idx="2666">
                  <c:v>2668</c:v>
                </c:pt>
                <c:pt idx="2667">
                  <c:v>2669</c:v>
                </c:pt>
                <c:pt idx="2668">
                  <c:v>2670</c:v>
                </c:pt>
                <c:pt idx="2669">
                  <c:v>2671</c:v>
                </c:pt>
                <c:pt idx="2670">
                  <c:v>2672</c:v>
                </c:pt>
                <c:pt idx="2671">
                  <c:v>2673</c:v>
                </c:pt>
                <c:pt idx="2672">
                  <c:v>2674</c:v>
                </c:pt>
                <c:pt idx="2673">
                  <c:v>2675</c:v>
                </c:pt>
                <c:pt idx="2674">
                  <c:v>2676</c:v>
                </c:pt>
                <c:pt idx="2675">
                  <c:v>2677</c:v>
                </c:pt>
                <c:pt idx="2676">
                  <c:v>2678</c:v>
                </c:pt>
                <c:pt idx="2677">
                  <c:v>2679</c:v>
                </c:pt>
                <c:pt idx="2678">
                  <c:v>2680</c:v>
                </c:pt>
                <c:pt idx="2679">
                  <c:v>2681</c:v>
                </c:pt>
                <c:pt idx="2680">
                  <c:v>2682</c:v>
                </c:pt>
                <c:pt idx="2681">
                  <c:v>2683</c:v>
                </c:pt>
                <c:pt idx="2682">
                  <c:v>2684</c:v>
                </c:pt>
                <c:pt idx="2683">
                  <c:v>2685</c:v>
                </c:pt>
                <c:pt idx="2684">
                  <c:v>2686</c:v>
                </c:pt>
                <c:pt idx="2685">
                  <c:v>2687</c:v>
                </c:pt>
                <c:pt idx="2686">
                  <c:v>2688</c:v>
                </c:pt>
                <c:pt idx="2687">
                  <c:v>2689</c:v>
                </c:pt>
                <c:pt idx="2688">
                  <c:v>2690</c:v>
                </c:pt>
                <c:pt idx="2689">
                  <c:v>2691</c:v>
                </c:pt>
                <c:pt idx="2690">
                  <c:v>2692</c:v>
                </c:pt>
                <c:pt idx="2691">
                  <c:v>2693</c:v>
                </c:pt>
                <c:pt idx="2692">
                  <c:v>2694</c:v>
                </c:pt>
                <c:pt idx="2693">
                  <c:v>2695</c:v>
                </c:pt>
                <c:pt idx="2694">
                  <c:v>2696</c:v>
                </c:pt>
                <c:pt idx="2695">
                  <c:v>2697</c:v>
                </c:pt>
                <c:pt idx="2696">
                  <c:v>2698</c:v>
                </c:pt>
                <c:pt idx="2697">
                  <c:v>2699</c:v>
                </c:pt>
                <c:pt idx="2698">
                  <c:v>2700</c:v>
                </c:pt>
                <c:pt idx="2699">
                  <c:v>2701</c:v>
                </c:pt>
                <c:pt idx="2700">
                  <c:v>2702</c:v>
                </c:pt>
                <c:pt idx="2701">
                  <c:v>2703</c:v>
                </c:pt>
                <c:pt idx="2702">
                  <c:v>2704</c:v>
                </c:pt>
                <c:pt idx="2703">
                  <c:v>2705</c:v>
                </c:pt>
                <c:pt idx="2704">
                  <c:v>2706</c:v>
                </c:pt>
                <c:pt idx="2705">
                  <c:v>2707</c:v>
                </c:pt>
                <c:pt idx="2706">
                  <c:v>2708</c:v>
                </c:pt>
                <c:pt idx="2707">
                  <c:v>2709</c:v>
                </c:pt>
                <c:pt idx="2708">
                  <c:v>2710</c:v>
                </c:pt>
                <c:pt idx="2709">
                  <c:v>2711</c:v>
                </c:pt>
                <c:pt idx="2710">
                  <c:v>2712</c:v>
                </c:pt>
                <c:pt idx="2711">
                  <c:v>2713</c:v>
                </c:pt>
                <c:pt idx="2712">
                  <c:v>2714</c:v>
                </c:pt>
                <c:pt idx="2713">
                  <c:v>2715</c:v>
                </c:pt>
                <c:pt idx="2714">
                  <c:v>2716</c:v>
                </c:pt>
                <c:pt idx="2715">
                  <c:v>2717</c:v>
                </c:pt>
                <c:pt idx="2716">
                  <c:v>2718</c:v>
                </c:pt>
                <c:pt idx="2717">
                  <c:v>2719</c:v>
                </c:pt>
                <c:pt idx="2718">
                  <c:v>2720</c:v>
                </c:pt>
                <c:pt idx="2719">
                  <c:v>2721</c:v>
                </c:pt>
                <c:pt idx="2720">
                  <c:v>2722</c:v>
                </c:pt>
                <c:pt idx="2721">
                  <c:v>2723</c:v>
                </c:pt>
                <c:pt idx="2722">
                  <c:v>2724</c:v>
                </c:pt>
                <c:pt idx="2723">
                  <c:v>2725</c:v>
                </c:pt>
                <c:pt idx="2724">
                  <c:v>2726</c:v>
                </c:pt>
                <c:pt idx="2725">
                  <c:v>2727</c:v>
                </c:pt>
                <c:pt idx="2726">
                  <c:v>2728</c:v>
                </c:pt>
                <c:pt idx="2727">
                  <c:v>2729</c:v>
                </c:pt>
                <c:pt idx="2728">
                  <c:v>2730</c:v>
                </c:pt>
                <c:pt idx="2729">
                  <c:v>2731</c:v>
                </c:pt>
                <c:pt idx="2730">
                  <c:v>2732</c:v>
                </c:pt>
                <c:pt idx="2731">
                  <c:v>2733</c:v>
                </c:pt>
                <c:pt idx="2732">
                  <c:v>2734</c:v>
                </c:pt>
                <c:pt idx="2733">
                  <c:v>2735</c:v>
                </c:pt>
                <c:pt idx="2734">
                  <c:v>2736</c:v>
                </c:pt>
                <c:pt idx="2735">
                  <c:v>2737</c:v>
                </c:pt>
                <c:pt idx="2736">
                  <c:v>2738</c:v>
                </c:pt>
                <c:pt idx="2737">
                  <c:v>2739</c:v>
                </c:pt>
                <c:pt idx="2738">
                  <c:v>2740</c:v>
                </c:pt>
                <c:pt idx="2739">
                  <c:v>2741</c:v>
                </c:pt>
                <c:pt idx="2740">
                  <c:v>2742</c:v>
                </c:pt>
                <c:pt idx="2741">
                  <c:v>2743</c:v>
                </c:pt>
                <c:pt idx="2742">
                  <c:v>2744</c:v>
                </c:pt>
                <c:pt idx="2743">
                  <c:v>2745</c:v>
                </c:pt>
                <c:pt idx="2744">
                  <c:v>2746</c:v>
                </c:pt>
                <c:pt idx="2745">
                  <c:v>2747</c:v>
                </c:pt>
                <c:pt idx="2746">
                  <c:v>2748</c:v>
                </c:pt>
                <c:pt idx="2747">
                  <c:v>2749</c:v>
                </c:pt>
                <c:pt idx="2748">
                  <c:v>2750</c:v>
                </c:pt>
                <c:pt idx="2749">
                  <c:v>2751</c:v>
                </c:pt>
                <c:pt idx="2750">
                  <c:v>2752</c:v>
                </c:pt>
                <c:pt idx="2751">
                  <c:v>2753</c:v>
                </c:pt>
                <c:pt idx="2752">
                  <c:v>2754</c:v>
                </c:pt>
                <c:pt idx="2753">
                  <c:v>2755</c:v>
                </c:pt>
                <c:pt idx="2754">
                  <c:v>2756</c:v>
                </c:pt>
                <c:pt idx="2755">
                  <c:v>2757</c:v>
                </c:pt>
                <c:pt idx="2756">
                  <c:v>2758</c:v>
                </c:pt>
                <c:pt idx="2757">
                  <c:v>2759</c:v>
                </c:pt>
                <c:pt idx="2758">
                  <c:v>2760</c:v>
                </c:pt>
                <c:pt idx="2759">
                  <c:v>2761</c:v>
                </c:pt>
                <c:pt idx="2760">
                  <c:v>2762</c:v>
                </c:pt>
                <c:pt idx="2761">
                  <c:v>2763</c:v>
                </c:pt>
                <c:pt idx="2762">
                  <c:v>2764</c:v>
                </c:pt>
                <c:pt idx="2763">
                  <c:v>2765</c:v>
                </c:pt>
                <c:pt idx="2764">
                  <c:v>2766</c:v>
                </c:pt>
                <c:pt idx="2765">
                  <c:v>2767</c:v>
                </c:pt>
                <c:pt idx="2766">
                  <c:v>2768</c:v>
                </c:pt>
                <c:pt idx="2767">
                  <c:v>2769</c:v>
                </c:pt>
                <c:pt idx="2768">
                  <c:v>2770</c:v>
                </c:pt>
                <c:pt idx="2769">
                  <c:v>2771</c:v>
                </c:pt>
                <c:pt idx="2770">
                  <c:v>2772</c:v>
                </c:pt>
                <c:pt idx="2771">
                  <c:v>2773</c:v>
                </c:pt>
                <c:pt idx="2772">
                  <c:v>2774</c:v>
                </c:pt>
                <c:pt idx="2773">
                  <c:v>2775</c:v>
                </c:pt>
                <c:pt idx="2774">
                  <c:v>2776</c:v>
                </c:pt>
                <c:pt idx="2775">
                  <c:v>2777</c:v>
                </c:pt>
                <c:pt idx="2776">
                  <c:v>2778</c:v>
                </c:pt>
                <c:pt idx="2777">
                  <c:v>2779</c:v>
                </c:pt>
                <c:pt idx="2778">
                  <c:v>2780</c:v>
                </c:pt>
                <c:pt idx="2779">
                  <c:v>2781</c:v>
                </c:pt>
                <c:pt idx="2780">
                  <c:v>2782</c:v>
                </c:pt>
                <c:pt idx="2781">
                  <c:v>2783</c:v>
                </c:pt>
                <c:pt idx="2782">
                  <c:v>2784</c:v>
                </c:pt>
                <c:pt idx="2783">
                  <c:v>2785</c:v>
                </c:pt>
                <c:pt idx="2784">
                  <c:v>2786</c:v>
                </c:pt>
                <c:pt idx="2785">
                  <c:v>2787</c:v>
                </c:pt>
                <c:pt idx="2786">
                  <c:v>2788</c:v>
                </c:pt>
                <c:pt idx="2787">
                  <c:v>2789</c:v>
                </c:pt>
                <c:pt idx="2788">
                  <c:v>2790</c:v>
                </c:pt>
                <c:pt idx="2789">
                  <c:v>2791</c:v>
                </c:pt>
                <c:pt idx="2790">
                  <c:v>2792</c:v>
                </c:pt>
                <c:pt idx="2791">
                  <c:v>2793</c:v>
                </c:pt>
                <c:pt idx="2792">
                  <c:v>2794</c:v>
                </c:pt>
                <c:pt idx="2793">
                  <c:v>2795</c:v>
                </c:pt>
                <c:pt idx="2794">
                  <c:v>2796</c:v>
                </c:pt>
                <c:pt idx="2795">
                  <c:v>2797</c:v>
                </c:pt>
                <c:pt idx="2796">
                  <c:v>2798</c:v>
                </c:pt>
                <c:pt idx="2797">
                  <c:v>2799</c:v>
                </c:pt>
                <c:pt idx="2798">
                  <c:v>2800</c:v>
                </c:pt>
                <c:pt idx="2799">
                  <c:v>2801</c:v>
                </c:pt>
                <c:pt idx="2800">
                  <c:v>2802</c:v>
                </c:pt>
                <c:pt idx="2801">
                  <c:v>2803</c:v>
                </c:pt>
                <c:pt idx="2802">
                  <c:v>2804</c:v>
                </c:pt>
                <c:pt idx="2803">
                  <c:v>2805</c:v>
                </c:pt>
                <c:pt idx="2804">
                  <c:v>2806</c:v>
                </c:pt>
                <c:pt idx="2805">
                  <c:v>2807</c:v>
                </c:pt>
                <c:pt idx="2806">
                  <c:v>2808</c:v>
                </c:pt>
                <c:pt idx="2807">
                  <c:v>2809</c:v>
                </c:pt>
                <c:pt idx="2808">
                  <c:v>2810</c:v>
                </c:pt>
                <c:pt idx="2809">
                  <c:v>2811</c:v>
                </c:pt>
                <c:pt idx="2810">
                  <c:v>2812</c:v>
                </c:pt>
                <c:pt idx="2811">
                  <c:v>2813</c:v>
                </c:pt>
                <c:pt idx="2812">
                  <c:v>2814</c:v>
                </c:pt>
                <c:pt idx="2813">
                  <c:v>2815</c:v>
                </c:pt>
                <c:pt idx="2814">
                  <c:v>2816</c:v>
                </c:pt>
                <c:pt idx="2815">
                  <c:v>2817</c:v>
                </c:pt>
                <c:pt idx="2816">
                  <c:v>2818</c:v>
                </c:pt>
                <c:pt idx="2817">
                  <c:v>2819</c:v>
                </c:pt>
                <c:pt idx="2818">
                  <c:v>2820</c:v>
                </c:pt>
                <c:pt idx="2819">
                  <c:v>2821</c:v>
                </c:pt>
                <c:pt idx="2820">
                  <c:v>2822</c:v>
                </c:pt>
                <c:pt idx="2821">
                  <c:v>2823</c:v>
                </c:pt>
                <c:pt idx="2822">
                  <c:v>2824</c:v>
                </c:pt>
                <c:pt idx="2823">
                  <c:v>2825</c:v>
                </c:pt>
                <c:pt idx="2824">
                  <c:v>2826</c:v>
                </c:pt>
                <c:pt idx="2825">
                  <c:v>2827</c:v>
                </c:pt>
                <c:pt idx="2826">
                  <c:v>2828</c:v>
                </c:pt>
                <c:pt idx="2827">
                  <c:v>2829</c:v>
                </c:pt>
                <c:pt idx="2828">
                  <c:v>2830</c:v>
                </c:pt>
                <c:pt idx="2829">
                  <c:v>2831</c:v>
                </c:pt>
                <c:pt idx="2830">
                  <c:v>2832</c:v>
                </c:pt>
                <c:pt idx="2831">
                  <c:v>2833</c:v>
                </c:pt>
                <c:pt idx="2832">
                  <c:v>2834</c:v>
                </c:pt>
                <c:pt idx="2833">
                  <c:v>2835</c:v>
                </c:pt>
                <c:pt idx="2834">
                  <c:v>2836</c:v>
                </c:pt>
                <c:pt idx="2835">
                  <c:v>2837</c:v>
                </c:pt>
                <c:pt idx="2836">
                  <c:v>2838</c:v>
                </c:pt>
                <c:pt idx="2837">
                  <c:v>2839</c:v>
                </c:pt>
                <c:pt idx="2838">
                  <c:v>2840</c:v>
                </c:pt>
                <c:pt idx="2839">
                  <c:v>2841</c:v>
                </c:pt>
                <c:pt idx="2840">
                  <c:v>2842</c:v>
                </c:pt>
                <c:pt idx="2841">
                  <c:v>2843</c:v>
                </c:pt>
                <c:pt idx="2842">
                  <c:v>2844</c:v>
                </c:pt>
                <c:pt idx="2843">
                  <c:v>2845</c:v>
                </c:pt>
                <c:pt idx="2844">
                  <c:v>2846</c:v>
                </c:pt>
                <c:pt idx="2845">
                  <c:v>2847</c:v>
                </c:pt>
                <c:pt idx="2846">
                  <c:v>2848</c:v>
                </c:pt>
                <c:pt idx="2847">
                  <c:v>2849</c:v>
                </c:pt>
                <c:pt idx="2848">
                  <c:v>2850</c:v>
                </c:pt>
                <c:pt idx="2849">
                  <c:v>2851</c:v>
                </c:pt>
                <c:pt idx="2850">
                  <c:v>2852</c:v>
                </c:pt>
                <c:pt idx="2851">
                  <c:v>2853</c:v>
                </c:pt>
                <c:pt idx="2852">
                  <c:v>2854</c:v>
                </c:pt>
                <c:pt idx="2853">
                  <c:v>2855</c:v>
                </c:pt>
                <c:pt idx="2854">
                  <c:v>2856</c:v>
                </c:pt>
                <c:pt idx="2855">
                  <c:v>2857</c:v>
                </c:pt>
                <c:pt idx="2856">
                  <c:v>2858</c:v>
                </c:pt>
                <c:pt idx="2857">
                  <c:v>2859</c:v>
                </c:pt>
                <c:pt idx="2858">
                  <c:v>2860</c:v>
                </c:pt>
                <c:pt idx="2859">
                  <c:v>2861</c:v>
                </c:pt>
                <c:pt idx="2860">
                  <c:v>2862</c:v>
                </c:pt>
                <c:pt idx="2861">
                  <c:v>2863</c:v>
                </c:pt>
                <c:pt idx="2862">
                  <c:v>2864</c:v>
                </c:pt>
                <c:pt idx="2863">
                  <c:v>2865</c:v>
                </c:pt>
                <c:pt idx="2864">
                  <c:v>2866</c:v>
                </c:pt>
                <c:pt idx="2865">
                  <c:v>2867</c:v>
                </c:pt>
                <c:pt idx="2866">
                  <c:v>2868</c:v>
                </c:pt>
                <c:pt idx="2867">
                  <c:v>2869</c:v>
                </c:pt>
                <c:pt idx="2868">
                  <c:v>2870</c:v>
                </c:pt>
                <c:pt idx="2869">
                  <c:v>2871</c:v>
                </c:pt>
                <c:pt idx="2870">
                  <c:v>2872</c:v>
                </c:pt>
                <c:pt idx="2871">
                  <c:v>2873</c:v>
                </c:pt>
                <c:pt idx="2872">
                  <c:v>2874</c:v>
                </c:pt>
                <c:pt idx="2873">
                  <c:v>2875</c:v>
                </c:pt>
                <c:pt idx="2874">
                  <c:v>2876</c:v>
                </c:pt>
                <c:pt idx="2875">
                  <c:v>2877</c:v>
                </c:pt>
                <c:pt idx="2876">
                  <c:v>2878</c:v>
                </c:pt>
                <c:pt idx="2877">
                  <c:v>2879</c:v>
                </c:pt>
                <c:pt idx="2878">
                  <c:v>2880</c:v>
                </c:pt>
                <c:pt idx="2879">
                  <c:v>2881</c:v>
                </c:pt>
                <c:pt idx="2880">
                  <c:v>2882</c:v>
                </c:pt>
                <c:pt idx="2881">
                  <c:v>2883</c:v>
                </c:pt>
                <c:pt idx="2882">
                  <c:v>2884</c:v>
                </c:pt>
                <c:pt idx="2883">
                  <c:v>2885</c:v>
                </c:pt>
                <c:pt idx="2884">
                  <c:v>2886</c:v>
                </c:pt>
                <c:pt idx="2885">
                  <c:v>2887</c:v>
                </c:pt>
                <c:pt idx="2886">
                  <c:v>2888</c:v>
                </c:pt>
                <c:pt idx="2887">
                  <c:v>2889</c:v>
                </c:pt>
                <c:pt idx="2888">
                  <c:v>2890</c:v>
                </c:pt>
                <c:pt idx="2889">
                  <c:v>2891</c:v>
                </c:pt>
                <c:pt idx="2890">
                  <c:v>2892</c:v>
                </c:pt>
                <c:pt idx="2891">
                  <c:v>2893</c:v>
                </c:pt>
                <c:pt idx="2892">
                  <c:v>2894</c:v>
                </c:pt>
                <c:pt idx="2893">
                  <c:v>2895</c:v>
                </c:pt>
                <c:pt idx="2894">
                  <c:v>2896</c:v>
                </c:pt>
                <c:pt idx="2895">
                  <c:v>2897</c:v>
                </c:pt>
                <c:pt idx="2896">
                  <c:v>2898</c:v>
                </c:pt>
                <c:pt idx="2897">
                  <c:v>2899</c:v>
                </c:pt>
                <c:pt idx="2898">
                  <c:v>2900</c:v>
                </c:pt>
                <c:pt idx="2899">
                  <c:v>2901</c:v>
                </c:pt>
                <c:pt idx="2900">
                  <c:v>2902</c:v>
                </c:pt>
                <c:pt idx="2901">
                  <c:v>2903</c:v>
                </c:pt>
                <c:pt idx="2902">
                  <c:v>2904</c:v>
                </c:pt>
                <c:pt idx="2903">
                  <c:v>2905</c:v>
                </c:pt>
                <c:pt idx="2904">
                  <c:v>2906</c:v>
                </c:pt>
                <c:pt idx="2905">
                  <c:v>2907</c:v>
                </c:pt>
                <c:pt idx="2906">
                  <c:v>2908</c:v>
                </c:pt>
                <c:pt idx="2907">
                  <c:v>2909</c:v>
                </c:pt>
                <c:pt idx="2908">
                  <c:v>2910</c:v>
                </c:pt>
                <c:pt idx="2909">
                  <c:v>2911</c:v>
                </c:pt>
                <c:pt idx="2910">
                  <c:v>2912</c:v>
                </c:pt>
                <c:pt idx="2911">
                  <c:v>2913</c:v>
                </c:pt>
                <c:pt idx="2912">
                  <c:v>2914</c:v>
                </c:pt>
                <c:pt idx="2913">
                  <c:v>2915</c:v>
                </c:pt>
                <c:pt idx="2914">
                  <c:v>2916</c:v>
                </c:pt>
                <c:pt idx="2915">
                  <c:v>2917</c:v>
                </c:pt>
                <c:pt idx="2916">
                  <c:v>2918</c:v>
                </c:pt>
                <c:pt idx="2917">
                  <c:v>2919</c:v>
                </c:pt>
                <c:pt idx="2918">
                  <c:v>2920</c:v>
                </c:pt>
                <c:pt idx="2919">
                  <c:v>2921</c:v>
                </c:pt>
                <c:pt idx="2920">
                  <c:v>2922</c:v>
                </c:pt>
                <c:pt idx="2921">
                  <c:v>2923</c:v>
                </c:pt>
                <c:pt idx="2922">
                  <c:v>2924</c:v>
                </c:pt>
                <c:pt idx="2923">
                  <c:v>2925</c:v>
                </c:pt>
                <c:pt idx="2924">
                  <c:v>2926</c:v>
                </c:pt>
                <c:pt idx="2925">
                  <c:v>2927</c:v>
                </c:pt>
                <c:pt idx="2926">
                  <c:v>2928</c:v>
                </c:pt>
                <c:pt idx="2927">
                  <c:v>2929</c:v>
                </c:pt>
                <c:pt idx="2928">
                  <c:v>2930</c:v>
                </c:pt>
                <c:pt idx="2929">
                  <c:v>2931</c:v>
                </c:pt>
                <c:pt idx="2930">
                  <c:v>2932</c:v>
                </c:pt>
                <c:pt idx="2931">
                  <c:v>2933</c:v>
                </c:pt>
                <c:pt idx="2932">
                  <c:v>2934</c:v>
                </c:pt>
                <c:pt idx="2933">
                  <c:v>2935</c:v>
                </c:pt>
                <c:pt idx="2934">
                  <c:v>2936</c:v>
                </c:pt>
                <c:pt idx="2935">
                  <c:v>2937</c:v>
                </c:pt>
                <c:pt idx="2936">
                  <c:v>2938</c:v>
                </c:pt>
                <c:pt idx="2937">
                  <c:v>2939</c:v>
                </c:pt>
                <c:pt idx="2938">
                  <c:v>2940</c:v>
                </c:pt>
                <c:pt idx="2939">
                  <c:v>2941</c:v>
                </c:pt>
                <c:pt idx="2940">
                  <c:v>2942</c:v>
                </c:pt>
                <c:pt idx="2941">
                  <c:v>2943</c:v>
                </c:pt>
                <c:pt idx="2942">
                  <c:v>2944</c:v>
                </c:pt>
                <c:pt idx="2943">
                  <c:v>2945</c:v>
                </c:pt>
                <c:pt idx="2944">
                  <c:v>2946</c:v>
                </c:pt>
                <c:pt idx="2945">
                  <c:v>2947</c:v>
                </c:pt>
                <c:pt idx="2946">
                  <c:v>2948</c:v>
                </c:pt>
                <c:pt idx="2947">
                  <c:v>2949</c:v>
                </c:pt>
                <c:pt idx="2948">
                  <c:v>2950</c:v>
                </c:pt>
                <c:pt idx="2949">
                  <c:v>2951</c:v>
                </c:pt>
                <c:pt idx="2950">
                  <c:v>2952</c:v>
                </c:pt>
                <c:pt idx="2951">
                  <c:v>2953</c:v>
                </c:pt>
                <c:pt idx="2952">
                  <c:v>2954</c:v>
                </c:pt>
                <c:pt idx="2953">
                  <c:v>2955</c:v>
                </c:pt>
                <c:pt idx="2954">
                  <c:v>2956</c:v>
                </c:pt>
                <c:pt idx="2955">
                  <c:v>2957</c:v>
                </c:pt>
                <c:pt idx="2956">
                  <c:v>2958</c:v>
                </c:pt>
                <c:pt idx="2957">
                  <c:v>2959</c:v>
                </c:pt>
                <c:pt idx="2958">
                  <c:v>2960</c:v>
                </c:pt>
                <c:pt idx="2959">
                  <c:v>2961</c:v>
                </c:pt>
                <c:pt idx="2960">
                  <c:v>2962</c:v>
                </c:pt>
                <c:pt idx="2961">
                  <c:v>2963</c:v>
                </c:pt>
                <c:pt idx="2962">
                  <c:v>2964</c:v>
                </c:pt>
                <c:pt idx="2963">
                  <c:v>2965</c:v>
                </c:pt>
                <c:pt idx="2964">
                  <c:v>2966</c:v>
                </c:pt>
                <c:pt idx="2965">
                  <c:v>2967</c:v>
                </c:pt>
                <c:pt idx="2966">
                  <c:v>2968</c:v>
                </c:pt>
                <c:pt idx="2967">
                  <c:v>2969</c:v>
                </c:pt>
                <c:pt idx="2968">
                  <c:v>2970</c:v>
                </c:pt>
                <c:pt idx="2969">
                  <c:v>2971</c:v>
                </c:pt>
                <c:pt idx="2970">
                  <c:v>2972</c:v>
                </c:pt>
                <c:pt idx="2971">
                  <c:v>2973</c:v>
                </c:pt>
                <c:pt idx="2972">
                  <c:v>2974</c:v>
                </c:pt>
                <c:pt idx="2973">
                  <c:v>2975</c:v>
                </c:pt>
                <c:pt idx="2974">
                  <c:v>2976</c:v>
                </c:pt>
                <c:pt idx="2975">
                  <c:v>2977</c:v>
                </c:pt>
                <c:pt idx="2976">
                  <c:v>2978</c:v>
                </c:pt>
                <c:pt idx="2977">
                  <c:v>2979</c:v>
                </c:pt>
                <c:pt idx="2978">
                  <c:v>2980</c:v>
                </c:pt>
                <c:pt idx="2979">
                  <c:v>2981</c:v>
                </c:pt>
                <c:pt idx="2980">
                  <c:v>2982</c:v>
                </c:pt>
                <c:pt idx="2981">
                  <c:v>2983</c:v>
                </c:pt>
                <c:pt idx="2982">
                  <c:v>2984</c:v>
                </c:pt>
                <c:pt idx="2983">
                  <c:v>2985</c:v>
                </c:pt>
                <c:pt idx="2984">
                  <c:v>2986</c:v>
                </c:pt>
                <c:pt idx="2985">
                  <c:v>2987</c:v>
                </c:pt>
                <c:pt idx="2986">
                  <c:v>2988</c:v>
                </c:pt>
                <c:pt idx="2987">
                  <c:v>2989</c:v>
                </c:pt>
                <c:pt idx="2988">
                  <c:v>2990</c:v>
                </c:pt>
                <c:pt idx="2989">
                  <c:v>2991</c:v>
                </c:pt>
                <c:pt idx="2990">
                  <c:v>2992</c:v>
                </c:pt>
                <c:pt idx="2991">
                  <c:v>2993</c:v>
                </c:pt>
                <c:pt idx="2992">
                  <c:v>2994</c:v>
                </c:pt>
                <c:pt idx="2993">
                  <c:v>2995</c:v>
                </c:pt>
                <c:pt idx="2994">
                  <c:v>2996</c:v>
                </c:pt>
                <c:pt idx="2995">
                  <c:v>2997</c:v>
                </c:pt>
                <c:pt idx="2996">
                  <c:v>2998</c:v>
                </c:pt>
                <c:pt idx="2997">
                  <c:v>2999</c:v>
                </c:pt>
                <c:pt idx="2998">
                  <c:v>3000</c:v>
                </c:pt>
                <c:pt idx="2999">
                  <c:v>3001</c:v>
                </c:pt>
                <c:pt idx="3000">
                  <c:v>3002</c:v>
                </c:pt>
                <c:pt idx="3001">
                  <c:v>3003</c:v>
                </c:pt>
                <c:pt idx="3002">
                  <c:v>3004</c:v>
                </c:pt>
                <c:pt idx="3003">
                  <c:v>3005</c:v>
                </c:pt>
                <c:pt idx="3004">
                  <c:v>3006</c:v>
                </c:pt>
                <c:pt idx="3005">
                  <c:v>3007</c:v>
                </c:pt>
                <c:pt idx="3006">
                  <c:v>3008</c:v>
                </c:pt>
                <c:pt idx="3007">
                  <c:v>3009</c:v>
                </c:pt>
                <c:pt idx="3008">
                  <c:v>3010</c:v>
                </c:pt>
                <c:pt idx="3009">
                  <c:v>3011</c:v>
                </c:pt>
                <c:pt idx="3010">
                  <c:v>3012</c:v>
                </c:pt>
                <c:pt idx="3011">
                  <c:v>3013</c:v>
                </c:pt>
                <c:pt idx="3012">
                  <c:v>3014</c:v>
                </c:pt>
                <c:pt idx="3013">
                  <c:v>3015</c:v>
                </c:pt>
                <c:pt idx="3014">
                  <c:v>3016</c:v>
                </c:pt>
                <c:pt idx="3015">
                  <c:v>3017</c:v>
                </c:pt>
                <c:pt idx="3016">
                  <c:v>3018</c:v>
                </c:pt>
                <c:pt idx="3017">
                  <c:v>3019</c:v>
                </c:pt>
                <c:pt idx="3018">
                  <c:v>3020</c:v>
                </c:pt>
                <c:pt idx="3019">
                  <c:v>3021</c:v>
                </c:pt>
                <c:pt idx="3020">
                  <c:v>3022</c:v>
                </c:pt>
                <c:pt idx="3021">
                  <c:v>3023</c:v>
                </c:pt>
                <c:pt idx="3022">
                  <c:v>3024</c:v>
                </c:pt>
                <c:pt idx="3023">
                  <c:v>3025</c:v>
                </c:pt>
                <c:pt idx="3024">
                  <c:v>3026</c:v>
                </c:pt>
                <c:pt idx="3025">
                  <c:v>3027</c:v>
                </c:pt>
                <c:pt idx="3026">
                  <c:v>3028</c:v>
                </c:pt>
                <c:pt idx="3027">
                  <c:v>3029</c:v>
                </c:pt>
                <c:pt idx="3028">
                  <c:v>3030</c:v>
                </c:pt>
                <c:pt idx="3029">
                  <c:v>3031</c:v>
                </c:pt>
                <c:pt idx="3030">
                  <c:v>3032</c:v>
                </c:pt>
                <c:pt idx="3031">
                  <c:v>3033</c:v>
                </c:pt>
                <c:pt idx="3032">
                  <c:v>3034</c:v>
                </c:pt>
                <c:pt idx="3033">
                  <c:v>3035</c:v>
                </c:pt>
                <c:pt idx="3034">
                  <c:v>3036</c:v>
                </c:pt>
                <c:pt idx="3035">
                  <c:v>3037</c:v>
                </c:pt>
                <c:pt idx="3036">
                  <c:v>3038</c:v>
                </c:pt>
                <c:pt idx="3037">
                  <c:v>3039</c:v>
                </c:pt>
                <c:pt idx="3038">
                  <c:v>3040</c:v>
                </c:pt>
                <c:pt idx="3039">
                  <c:v>3041</c:v>
                </c:pt>
                <c:pt idx="3040">
                  <c:v>3042</c:v>
                </c:pt>
                <c:pt idx="3041">
                  <c:v>3043</c:v>
                </c:pt>
                <c:pt idx="3042">
                  <c:v>3044</c:v>
                </c:pt>
                <c:pt idx="3043">
                  <c:v>3045</c:v>
                </c:pt>
                <c:pt idx="3044">
                  <c:v>3046</c:v>
                </c:pt>
                <c:pt idx="3045">
                  <c:v>3047</c:v>
                </c:pt>
                <c:pt idx="3046">
                  <c:v>3048</c:v>
                </c:pt>
                <c:pt idx="3047">
                  <c:v>3049</c:v>
                </c:pt>
                <c:pt idx="3048">
                  <c:v>3050</c:v>
                </c:pt>
                <c:pt idx="3049">
                  <c:v>3051</c:v>
                </c:pt>
                <c:pt idx="3050">
                  <c:v>3052</c:v>
                </c:pt>
                <c:pt idx="3051">
                  <c:v>3053</c:v>
                </c:pt>
                <c:pt idx="3052">
                  <c:v>3054</c:v>
                </c:pt>
                <c:pt idx="3053">
                  <c:v>3055</c:v>
                </c:pt>
                <c:pt idx="3054">
                  <c:v>3056</c:v>
                </c:pt>
                <c:pt idx="3055">
                  <c:v>3057</c:v>
                </c:pt>
                <c:pt idx="3056">
                  <c:v>3058</c:v>
                </c:pt>
                <c:pt idx="3057">
                  <c:v>3059</c:v>
                </c:pt>
                <c:pt idx="3058">
                  <c:v>3060</c:v>
                </c:pt>
                <c:pt idx="3059">
                  <c:v>3061</c:v>
                </c:pt>
                <c:pt idx="3060">
                  <c:v>3062</c:v>
                </c:pt>
                <c:pt idx="3061">
                  <c:v>3063</c:v>
                </c:pt>
                <c:pt idx="3062">
                  <c:v>3064</c:v>
                </c:pt>
                <c:pt idx="3063">
                  <c:v>3065</c:v>
                </c:pt>
                <c:pt idx="3064">
                  <c:v>3066</c:v>
                </c:pt>
                <c:pt idx="3065">
                  <c:v>3067</c:v>
                </c:pt>
                <c:pt idx="3066">
                  <c:v>3068</c:v>
                </c:pt>
                <c:pt idx="3067">
                  <c:v>3069</c:v>
                </c:pt>
                <c:pt idx="3068">
                  <c:v>3070</c:v>
                </c:pt>
                <c:pt idx="3069">
                  <c:v>3071</c:v>
                </c:pt>
                <c:pt idx="3070">
                  <c:v>3072</c:v>
                </c:pt>
                <c:pt idx="3071">
                  <c:v>3073</c:v>
                </c:pt>
                <c:pt idx="3072">
                  <c:v>3074</c:v>
                </c:pt>
                <c:pt idx="3073">
                  <c:v>3075</c:v>
                </c:pt>
                <c:pt idx="3074">
                  <c:v>3076</c:v>
                </c:pt>
                <c:pt idx="3075">
                  <c:v>3077</c:v>
                </c:pt>
                <c:pt idx="3076">
                  <c:v>3078</c:v>
                </c:pt>
                <c:pt idx="3077">
                  <c:v>3079</c:v>
                </c:pt>
                <c:pt idx="3078">
                  <c:v>3080</c:v>
                </c:pt>
                <c:pt idx="3079">
                  <c:v>3081</c:v>
                </c:pt>
                <c:pt idx="3080">
                  <c:v>3082</c:v>
                </c:pt>
                <c:pt idx="3081">
                  <c:v>3083</c:v>
                </c:pt>
                <c:pt idx="3082">
                  <c:v>3084</c:v>
                </c:pt>
                <c:pt idx="3083">
                  <c:v>3085</c:v>
                </c:pt>
                <c:pt idx="3084">
                  <c:v>3086</c:v>
                </c:pt>
                <c:pt idx="3085">
                  <c:v>3087</c:v>
                </c:pt>
                <c:pt idx="3086">
                  <c:v>3088</c:v>
                </c:pt>
                <c:pt idx="3087">
                  <c:v>3089</c:v>
                </c:pt>
                <c:pt idx="3088">
                  <c:v>3090</c:v>
                </c:pt>
                <c:pt idx="3089">
                  <c:v>3091</c:v>
                </c:pt>
                <c:pt idx="3090">
                  <c:v>3092</c:v>
                </c:pt>
                <c:pt idx="3091">
                  <c:v>3093</c:v>
                </c:pt>
                <c:pt idx="3092">
                  <c:v>3094</c:v>
                </c:pt>
                <c:pt idx="3093">
                  <c:v>3095</c:v>
                </c:pt>
                <c:pt idx="3094">
                  <c:v>3096</c:v>
                </c:pt>
                <c:pt idx="3095">
                  <c:v>3097</c:v>
                </c:pt>
                <c:pt idx="3096">
                  <c:v>3098</c:v>
                </c:pt>
                <c:pt idx="3097">
                  <c:v>3099</c:v>
                </c:pt>
                <c:pt idx="3098">
                  <c:v>3100</c:v>
                </c:pt>
                <c:pt idx="3099">
                  <c:v>3101</c:v>
                </c:pt>
                <c:pt idx="3100">
                  <c:v>3102</c:v>
                </c:pt>
                <c:pt idx="3101">
                  <c:v>3103</c:v>
                </c:pt>
                <c:pt idx="3102">
                  <c:v>3104</c:v>
                </c:pt>
                <c:pt idx="3103">
                  <c:v>3105</c:v>
                </c:pt>
                <c:pt idx="3104">
                  <c:v>3106</c:v>
                </c:pt>
                <c:pt idx="3105">
                  <c:v>3107</c:v>
                </c:pt>
                <c:pt idx="3106">
                  <c:v>3108</c:v>
                </c:pt>
                <c:pt idx="3107">
                  <c:v>3109</c:v>
                </c:pt>
                <c:pt idx="3108">
                  <c:v>3110</c:v>
                </c:pt>
                <c:pt idx="3109">
                  <c:v>3111</c:v>
                </c:pt>
                <c:pt idx="3110">
                  <c:v>3112</c:v>
                </c:pt>
                <c:pt idx="3111">
                  <c:v>3113</c:v>
                </c:pt>
                <c:pt idx="3112">
                  <c:v>3114</c:v>
                </c:pt>
                <c:pt idx="3113">
                  <c:v>3115</c:v>
                </c:pt>
                <c:pt idx="3114">
                  <c:v>3116</c:v>
                </c:pt>
                <c:pt idx="3115">
                  <c:v>3117</c:v>
                </c:pt>
                <c:pt idx="3116">
                  <c:v>3118</c:v>
                </c:pt>
                <c:pt idx="3117">
                  <c:v>3119</c:v>
                </c:pt>
                <c:pt idx="3118">
                  <c:v>3120</c:v>
                </c:pt>
                <c:pt idx="3119">
                  <c:v>3121</c:v>
                </c:pt>
                <c:pt idx="3120">
                  <c:v>3122</c:v>
                </c:pt>
                <c:pt idx="3121">
                  <c:v>3123</c:v>
                </c:pt>
                <c:pt idx="3122">
                  <c:v>3124</c:v>
                </c:pt>
                <c:pt idx="3123">
                  <c:v>3125</c:v>
                </c:pt>
                <c:pt idx="3124">
                  <c:v>3126</c:v>
                </c:pt>
                <c:pt idx="3125">
                  <c:v>3127</c:v>
                </c:pt>
                <c:pt idx="3126">
                  <c:v>3128</c:v>
                </c:pt>
                <c:pt idx="3127">
                  <c:v>3129</c:v>
                </c:pt>
                <c:pt idx="3128">
                  <c:v>3130</c:v>
                </c:pt>
                <c:pt idx="3129">
                  <c:v>3131</c:v>
                </c:pt>
                <c:pt idx="3130">
                  <c:v>3132</c:v>
                </c:pt>
                <c:pt idx="3131">
                  <c:v>3133</c:v>
                </c:pt>
                <c:pt idx="3132">
                  <c:v>3134</c:v>
                </c:pt>
                <c:pt idx="3133">
                  <c:v>3135</c:v>
                </c:pt>
                <c:pt idx="3134">
                  <c:v>3136</c:v>
                </c:pt>
                <c:pt idx="3135">
                  <c:v>3137</c:v>
                </c:pt>
                <c:pt idx="3136">
                  <c:v>3138</c:v>
                </c:pt>
                <c:pt idx="3137">
                  <c:v>3139</c:v>
                </c:pt>
                <c:pt idx="3138">
                  <c:v>3140</c:v>
                </c:pt>
                <c:pt idx="3139">
                  <c:v>3141</c:v>
                </c:pt>
                <c:pt idx="3140">
                  <c:v>3142</c:v>
                </c:pt>
                <c:pt idx="3141">
                  <c:v>3143</c:v>
                </c:pt>
                <c:pt idx="3142">
                  <c:v>3144</c:v>
                </c:pt>
                <c:pt idx="3143">
                  <c:v>3145</c:v>
                </c:pt>
                <c:pt idx="3144">
                  <c:v>3146</c:v>
                </c:pt>
                <c:pt idx="3145">
                  <c:v>3147</c:v>
                </c:pt>
                <c:pt idx="3146">
                  <c:v>3148</c:v>
                </c:pt>
                <c:pt idx="3147">
                  <c:v>3149</c:v>
                </c:pt>
                <c:pt idx="3148">
                  <c:v>3150</c:v>
                </c:pt>
                <c:pt idx="3149">
                  <c:v>3151</c:v>
                </c:pt>
                <c:pt idx="3150">
                  <c:v>3152</c:v>
                </c:pt>
                <c:pt idx="3151">
                  <c:v>3153</c:v>
                </c:pt>
                <c:pt idx="3152">
                  <c:v>3154</c:v>
                </c:pt>
                <c:pt idx="3153">
                  <c:v>3155</c:v>
                </c:pt>
                <c:pt idx="3154">
                  <c:v>3156</c:v>
                </c:pt>
                <c:pt idx="3155">
                  <c:v>3157</c:v>
                </c:pt>
                <c:pt idx="3156">
                  <c:v>3158</c:v>
                </c:pt>
                <c:pt idx="3157">
                  <c:v>3159</c:v>
                </c:pt>
                <c:pt idx="3158">
                  <c:v>3160</c:v>
                </c:pt>
                <c:pt idx="3159">
                  <c:v>3161</c:v>
                </c:pt>
                <c:pt idx="3160">
                  <c:v>3162</c:v>
                </c:pt>
                <c:pt idx="3161">
                  <c:v>3163</c:v>
                </c:pt>
                <c:pt idx="3162">
                  <c:v>3164</c:v>
                </c:pt>
                <c:pt idx="3163">
                  <c:v>3165</c:v>
                </c:pt>
                <c:pt idx="3164">
                  <c:v>3166</c:v>
                </c:pt>
                <c:pt idx="3165">
                  <c:v>3167</c:v>
                </c:pt>
                <c:pt idx="3166">
                  <c:v>3168</c:v>
                </c:pt>
                <c:pt idx="3167">
                  <c:v>3169</c:v>
                </c:pt>
                <c:pt idx="3168">
                  <c:v>3170</c:v>
                </c:pt>
                <c:pt idx="3169">
                  <c:v>3171</c:v>
                </c:pt>
                <c:pt idx="3170">
                  <c:v>3172</c:v>
                </c:pt>
                <c:pt idx="3171">
                  <c:v>3173</c:v>
                </c:pt>
                <c:pt idx="3172">
                  <c:v>3174</c:v>
                </c:pt>
                <c:pt idx="3173">
                  <c:v>3175</c:v>
                </c:pt>
                <c:pt idx="3174">
                  <c:v>3176</c:v>
                </c:pt>
                <c:pt idx="3175">
                  <c:v>3177</c:v>
                </c:pt>
                <c:pt idx="3176">
                  <c:v>3178</c:v>
                </c:pt>
                <c:pt idx="3177">
                  <c:v>3179</c:v>
                </c:pt>
                <c:pt idx="3178">
                  <c:v>3180</c:v>
                </c:pt>
                <c:pt idx="3179">
                  <c:v>3181</c:v>
                </c:pt>
                <c:pt idx="3180">
                  <c:v>3182</c:v>
                </c:pt>
                <c:pt idx="3181">
                  <c:v>3183</c:v>
                </c:pt>
                <c:pt idx="3182">
                  <c:v>3184</c:v>
                </c:pt>
                <c:pt idx="3183">
                  <c:v>3185</c:v>
                </c:pt>
                <c:pt idx="3184">
                  <c:v>3186</c:v>
                </c:pt>
                <c:pt idx="3185">
                  <c:v>3187</c:v>
                </c:pt>
                <c:pt idx="3186">
                  <c:v>3188</c:v>
                </c:pt>
                <c:pt idx="3187">
                  <c:v>3189</c:v>
                </c:pt>
                <c:pt idx="3188">
                  <c:v>3190</c:v>
                </c:pt>
                <c:pt idx="3189">
                  <c:v>3191</c:v>
                </c:pt>
                <c:pt idx="3190">
                  <c:v>3192</c:v>
                </c:pt>
                <c:pt idx="3191">
                  <c:v>3193</c:v>
                </c:pt>
                <c:pt idx="3192">
                  <c:v>3194</c:v>
                </c:pt>
                <c:pt idx="3193">
                  <c:v>3195</c:v>
                </c:pt>
                <c:pt idx="3194">
                  <c:v>3196</c:v>
                </c:pt>
                <c:pt idx="3195">
                  <c:v>3197</c:v>
                </c:pt>
                <c:pt idx="3196">
                  <c:v>3198</c:v>
                </c:pt>
                <c:pt idx="3197">
                  <c:v>3199</c:v>
                </c:pt>
                <c:pt idx="3198">
                  <c:v>3200</c:v>
                </c:pt>
                <c:pt idx="3199">
                  <c:v>3201</c:v>
                </c:pt>
                <c:pt idx="3200">
                  <c:v>3202</c:v>
                </c:pt>
                <c:pt idx="3201">
                  <c:v>3203</c:v>
                </c:pt>
                <c:pt idx="3202">
                  <c:v>3204</c:v>
                </c:pt>
                <c:pt idx="3203">
                  <c:v>3205</c:v>
                </c:pt>
                <c:pt idx="3204">
                  <c:v>3206</c:v>
                </c:pt>
                <c:pt idx="3205">
                  <c:v>3207</c:v>
                </c:pt>
                <c:pt idx="3206">
                  <c:v>3208</c:v>
                </c:pt>
                <c:pt idx="3207">
                  <c:v>3209</c:v>
                </c:pt>
                <c:pt idx="3208">
                  <c:v>3210</c:v>
                </c:pt>
                <c:pt idx="3209">
                  <c:v>3211</c:v>
                </c:pt>
                <c:pt idx="3210">
                  <c:v>3212</c:v>
                </c:pt>
                <c:pt idx="3211">
                  <c:v>3213</c:v>
                </c:pt>
                <c:pt idx="3212">
                  <c:v>3214</c:v>
                </c:pt>
                <c:pt idx="3213">
                  <c:v>3215</c:v>
                </c:pt>
                <c:pt idx="3214">
                  <c:v>3216</c:v>
                </c:pt>
                <c:pt idx="3215">
                  <c:v>3217</c:v>
                </c:pt>
                <c:pt idx="3216">
                  <c:v>3218</c:v>
                </c:pt>
                <c:pt idx="3217">
                  <c:v>3219</c:v>
                </c:pt>
                <c:pt idx="3218">
                  <c:v>3220</c:v>
                </c:pt>
                <c:pt idx="3219">
                  <c:v>3221</c:v>
                </c:pt>
                <c:pt idx="3220">
                  <c:v>3222</c:v>
                </c:pt>
                <c:pt idx="3221">
                  <c:v>3223</c:v>
                </c:pt>
                <c:pt idx="3222">
                  <c:v>3224</c:v>
                </c:pt>
                <c:pt idx="3223">
                  <c:v>3225</c:v>
                </c:pt>
                <c:pt idx="3224">
                  <c:v>3226</c:v>
                </c:pt>
                <c:pt idx="3225">
                  <c:v>3227</c:v>
                </c:pt>
                <c:pt idx="3226">
                  <c:v>3228</c:v>
                </c:pt>
                <c:pt idx="3227">
                  <c:v>3229</c:v>
                </c:pt>
                <c:pt idx="3228">
                  <c:v>3230</c:v>
                </c:pt>
                <c:pt idx="3229">
                  <c:v>3231</c:v>
                </c:pt>
                <c:pt idx="3230">
                  <c:v>3232</c:v>
                </c:pt>
                <c:pt idx="3231">
                  <c:v>3233</c:v>
                </c:pt>
                <c:pt idx="3232">
                  <c:v>3234</c:v>
                </c:pt>
                <c:pt idx="3233">
                  <c:v>3235</c:v>
                </c:pt>
                <c:pt idx="3234">
                  <c:v>3236</c:v>
                </c:pt>
                <c:pt idx="3235">
                  <c:v>3237</c:v>
                </c:pt>
                <c:pt idx="3236">
                  <c:v>3238</c:v>
                </c:pt>
                <c:pt idx="3237">
                  <c:v>3239</c:v>
                </c:pt>
                <c:pt idx="3238">
                  <c:v>3240</c:v>
                </c:pt>
                <c:pt idx="3239">
                  <c:v>3241</c:v>
                </c:pt>
                <c:pt idx="3240">
                  <c:v>3242</c:v>
                </c:pt>
                <c:pt idx="3241">
                  <c:v>3243</c:v>
                </c:pt>
                <c:pt idx="3242">
                  <c:v>3244</c:v>
                </c:pt>
                <c:pt idx="3243">
                  <c:v>3245</c:v>
                </c:pt>
                <c:pt idx="3244">
                  <c:v>3246</c:v>
                </c:pt>
                <c:pt idx="3245">
                  <c:v>3247</c:v>
                </c:pt>
                <c:pt idx="3246">
                  <c:v>3248</c:v>
                </c:pt>
                <c:pt idx="3247">
                  <c:v>3249</c:v>
                </c:pt>
                <c:pt idx="3248">
                  <c:v>3250</c:v>
                </c:pt>
                <c:pt idx="3249">
                  <c:v>3251</c:v>
                </c:pt>
                <c:pt idx="3250">
                  <c:v>3252</c:v>
                </c:pt>
                <c:pt idx="3251">
                  <c:v>3253</c:v>
                </c:pt>
                <c:pt idx="3252">
                  <c:v>3254</c:v>
                </c:pt>
                <c:pt idx="3253">
                  <c:v>3255</c:v>
                </c:pt>
                <c:pt idx="3254">
                  <c:v>3256</c:v>
                </c:pt>
                <c:pt idx="3255">
                  <c:v>3257</c:v>
                </c:pt>
                <c:pt idx="3256">
                  <c:v>3258</c:v>
                </c:pt>
                <c:pt idx="3257">
                  <c:v>3259</c:v>
                </c:pt>
                <c:pt idx="3258">
                  <c:v>3260</c:v>
                </c:pt>
                <c:pt idx="3259">
                  <c:v>3261</c:v>
                </c:pt>
                <c:pt idx="3260">
                  <c:v>3262</c:v>
                </c:pt>
                <c:pt idx="3261">
                  <c:v>3263</c:v>
                </c:pt>
                <c:pt idx="3262">
                  <c:v>3264</c:v>
                </c:pt>
                <c:pt idx="3263">
                  <c:v>3265</c:v>
                </c:pt>
                <c:pt idx="3264">
                  <c:v>3266</c:v>
                </c:pt>
                <c:pt idx="3265">
                  <c:v>3267</c:v>
                </c:pt>
                <c:pt idx="3266">
                  <c:v>3268</c:v>
                </c:pt>
                <c:pt idx="3267">
                  <c:v>3269</c:v>
                </c:pt>
                <c:pt idx="3268">
                  <c:v>3270</c:v>
                </c:pt>
                <c:pt idx="3269">
                  <c:v>3271</c:v>
                </c:pt>
                <c:pt idx="3270">
                  <c:v>3272</c:v>
                </c:pt>
                <c:pt idx="3271">
                  <c:v>3273</c:v>
                </c:pt>
                <c:pt idx="3272">
                  <c:v>3274</c:v>
                </c:pt>
                <c:pt idx="3273">
                  <c:v>3275</c:v>
                </c:pt>
                <c:pt idx="3274">
                  <c:v>3276</c:v>
                </c:pt>
                <c:pt idx="3275">
                  <c:v>3277</c:v>
                </c:pt>
                <c:pt idx="3276">
                  <c:v>3278</c:v>
                </c:pt>
                <c:pt idx="3277">
                  <c:v>3279</c:v>
                </c:pt>
                <c:pt idx="3278">
                  <c:v>3280</c:v>
                </c:pt>
                <c:pt idx="3279">
                  <c:v>3281</c:v>
                </c:pt>
                <c:pt idx="3280">
                  <c:v>3282</c:v>
                </c:pt>
                <c:pt idx="3281">
                  <c:v>3283</c:v>
                </c:pt>
                <c:pt idx="3282">
                  <c:v>3284</c:v>
                </c:pt>
                <c:pt idx="3283">
                  <c:v>3285</c:v>
                </c:pt>
                <c:pt idx="3284">
                  <c:v>3286</c:v>
                </c:pt>
                <c:pt idx="3285">
                  <c:v>3287</c:v>
                </c:pt>
                <c:pt idx="3286">
                  <c:v>3288</c:v>
                </c:pt>
                <c:pt idx="3287">
                  <c:v>3289</c:v>
                </c:pt>
                <c:pt idx="3288">
                  <c:v>3290</c:v>
                </c:pt>
                <c:pt idx="3289">
                  <c:v>3291</c:v>
                </c:pt>
                <c:pt idx="3290">
                  <c:v>3292</c:v>
                </c:pt>
                <c:pt idx="3291">
                  <c:v>3293</c:v>
                </c:pt>
                <c:pt idx="3292">
                  <c:v>3294</c:v>
                </c:pt>
                <c:pt idx="3293">
                  <c:v>3295</c:v>
                </c:pt>
                <c:pt idx="3294">
                  <c:v>3296</c:v>
                </c:pt>
                <c:pt idx="3295">
                  <c:v>3297</c:v>
                </c:pt>
                <c:pt idx="3296">
                  <c:v>3298</c:v>
                </c:pt>
                <c:pt idx="3297">
                  <c:v>3299</c:v>
                </c:pt>
                <c:pt idx="3298">
                  <c:v>3300</c:v>
                </c:pt>
                <c:pt idx="3299">
                  <c:v>3301</c:v>
                </c:pt>
                <c:pt idx="3300">
                  <c:v>3302</c:v>
                </c:pt>
                <c:pt idx="3301">
                  <c:v>3303</c:v>
                </c:pt>
                <c:pt idx="3302">
                  <c:v>3304</c:v>
                </c:pt>
                <c:pt idx="3303">
                  <c:v>3305</c:v>
                </c:pt>
                <c:pt idx="3304">
                  <c:v>3306</c:v>
                </c:pt>
                <c:pt idx="3305">
                  <c:v>3307</c:v>
                </c:pt>
                <c:pt idx="3306">
                  <c:v>3308</c:v>
                </c:pt>
                <c:pt idx="3307">
                  <c:v>3309</c:v>
                </c:pt>
                <c:pt idx="3308">
                  <c:v>3310</c:v>
                </c:pt>
                <c:pt idx="3309">
                  <c:v>3311</c:v>
                </c:pt>
                <c:pt idx="3310">
                  <c:v>3312</c:v>
                </c:pt>
                <c:pt idx="3311">
                  <c:v>3313</c:v>
                </c:pt>
                <c:pt idx="3312">
                  <c:v>3314</c:v>
                </c:pt>
                <c:pt idx="3313">
                  <c:v>3315</c:v>
                </c:pt>
                <c:pt idx="3314">
                  <c:v>3316</c:v>
                </c:pt>
                <c:pt idx="3315">
                  <c:v>3317</c:v>
                </c:pt>
                <c:pt idx="3316">
                  <c:v>3318</c:v>
                </c:pt>
                <c:pt idx="3317">
                  <c:v>3319</c:v>
                </c:pt>
                <c:pt idx="3318">
                  <c:v>3320</c:v>
                </c:pt>
                <c:pt idx="3319">
                  <c:v>3321</c:v>
                </c:pt>
                <c:pt idx="3320">
                  <c:v>3322</c:v>
                </c:pt>
                <c:pt idx="3321">
                  <c:v>3323</c:v>
                </c:pt>
                <c:pt idx="3322">
                  <c:v>3324</c:v>
                </c:pt>
                <c:pt idx="3323">
                  <c:v>3325</c:v>
                </c:pt>
                <c:pt idx="3324">
                  <c:v>3326</c:v>
                </c:pt>
                <c:pt idx="3325">
                  <c:v>3327</c:v>
                </c:pt>
                <c:pt idx="3326">
                  <c:v>3328</c:v>
                </c:pt>
                <c:pt idx="3327">
                  <c:v>3329</c:v>
                </c:pt>
                <c:pt idx="3328">
                  <c:v>3330</c:v>
                </c:pt>
                <c:pt idx="3329">
                  <c:v>3331</c:v>
                </c:pt>
                <c:pt idx="3330">
                  <c:v>3332</c:v>
                </c:pt>
                <c:pt idx="3331">
                  <c:v>3333</c:v>
                </c:pt>
                <c:pt idx="3332">
                  <c:v>3334</c:v>
                </c:pt>
                <c:pt idx="3333">
                  <c:v>3335</c:v>
                </c:pt>
                <c:pt idx="3334">
                  <c:v>3336</c:v>
                </c:pt>
                <c:pt idx="3335">
                  <c:v>3337</c:v>
                </c:pt>
                <c:pt idx="3336">
                  <c:v>3338</c:v>
                </c:pt>
                <c:pt idx="3337">
                  <c:v>3339</c:v>
                </c:pt>
                <c:pt idx="3338">
                  <c:v>3340</c:v>
                </c:pt>
                <c:pt idx="3339">
                  <c:v>3341</c:v>
                </c:pt>
                <c:pt idx="3340">
                  <c:v>3342</c:v>
                </c:pt>
                <c:pt idx="3341">
                  <c:v>3343</c:v>
                </c:pt>
                <c:pt idx="3342">
                  <c:v>3344</c:v>
                </c:pt>
                <c:pt idx="3343">
                  <c:v>3345</c:v>
                </c:pt>
                <c:pt idx="3344">
                  <c:v>3346</c:v>
                </c:pt>
                <c:pt idx="3345">
                  <c:v>3347</c:v>
                </c:pt>
                <c:pt idx="3346">
                  <c:v>3348</c:v>
                </c:pt>
                <c:pt idx="3347">
                  <c:v>3349</c:v>
                </c:pt>
                <c:pt idx="3348">
                  <c:v>3350</c:v>
                </c:pt>
                <c:pt idx="3349">
                  <c:v>3351</c:v>
                </c:pt>
                <c:pt idx="3350">
                  <c:v>3352</c:v>
                </c:pt>
                <c:pt idx="3351">
                  <c:v>3353</c:v>
                </c:pt>
                <c:pt idx="3352">
                  <c:v>3354</c:v>
                </c:pt>
                <c:pt idx="3353">
                  <c:v>3355</c:v>
                </c:pt>
                <c:pt idx="3354">
                  <c:v>3356</c:v>
                </c:pt>
                <c:pt idx="3355">
                  <c:v>3357</c:v>
                </c:pt>
                <c:pt idx="3356">
                  <c:v>3358</c:v>
                </c:pt>
                <c:pt idx="3357">
                  <c:v>3359</c:v>
                </c:pt>
                <c:pt idx="3358">
                  <c:v>3360</c:v>
                </c:pt>
                <c:pt idx="3359">
                  <c:v>3361</c:v>
                </c:pt>
                <c:pt idx="3360">
                  <c:v>3362</c:v>
                </c:pt>
                <c:pt idx="3361">
                  <c:v>3363</c:v>
                </c:pt>
                <c:pt idx="3362">
                  <c:v>3364</c:v>
                </c:pt>
                <c:pt idx="3363">
                  <c:v>3365</c:v>
                </c:pt>
                <c:pt idx="3364">
                  <c:v>3366</c:v>
                </c:pt>
                <c:pt idx="3365">
                  <c:v>3367</c:v>
                </c:pt>
                <c:pt idx="3366">
                  <c:v>3368</c:v>
                </c:pt>
                <c:pt idx="3367">
                  <c:v>3369</c:v>
                </c:pt>
                <c:pt idx="3368">
                  <c:v>3370</c:v>
                </c:pt>
                <c:pt idx="3369">
                  <c:v>3371</c:v>
                </c:pt>
                <c:pt idx="3370">
                  <c:v>3372</c:v>
                </c:pt>
                <c:pt idx="3371">
                  <c:v>3373</c:v>
                </c:pt>
                <c:pt idx="3372">
                  <c:v>3374</c:v>
                </c:pt>
                <c:pt idx="3373">
                  <c:v>3375</c:v>
                </c:pt>
                <c:pt idx="3374">
                  <c:v>3376</c:v>
                </c:pt>
                <c:pt idx="3375">
                  <c:v>3377</c:v>
                </c:pt>
                <c:pt idx="3376">
                  <c:v>3378</c:v>
                </c:pt>
                <c:pt idx="3377">
                  <c:v>3379</c:v>
                </c:pt>
                <c:pt idx="3378">
                  <c:v>3380</c:v>
                </c:pt>
                <c:pt idx="3379">
                  <c:v>3381</c:v>
                </c:pt>
                <c:pt idx="3380">
                  <c:v>3382</c:v>
                </c:pt>
                <c:pt idx="3381">
                  <c:v>3383</c:v>
                </c:pt>
                <c:pt idx="3382">
                  <c:v>3384</c:v>
                </c:pt>
                <c:pt idx="3383">
                  <c:v>3385</c:v>
                </c:pt>
                <c:pt idx="3384">
                  <c:v>3386</c:v>
                </c:pt>
                <c:pt idx="3385">
                  <c:v>3387</c:v>
                </c:pt>
                <c:pt idx="3386">
                  <c:v>3388</c:v>
                </c:pt>
                <c:pt idx="3387">
                  <c:v>3389</c:v>
                </c:pt>
                <c:pt idx="3388">
                  <c:v>3390</c:v>
                </c:pt>
                <c:pt idx="3389">
                  <c:v>3391</c:v>
                </c:pt>
                <c:pt idx="3390">
                  <c:v>3392</c:v>
                </c:pt>
                <c:pt idx="3391">
                  <c:v>3393</c:v>
                </c:pt>
                <c:pt idx="3392">
                  <c:v>3394</c:v>
                </c:pt>
                <c:pt idx="3393">
                  <c:v>3395</c:v>
                </c:pt>
                <c:pt idx="3394">
                  <c:v>3396</c:v>
                </c:pt>
                <c:pt idx="3395">
                  <c:v>3397</c:v>
                </c:pt>
                <c:pt idx="3396">
                  <c:v>3398</c:v>
                </c:pt>
                <c:pt idx="3397">
                  <c:v>3399</c:v>
                </c:pt>
                <c:pt idx="3398">
                  <c:v>3400</c:v>
                </c:pt>
                <c:pt idx="3399">
                  <c:v>3401</c:v>
                </c:pt>
                <c:pt idx="3400">
                  <c:v>3402</c:v>
                </c:pt>
                <c:pt idx="3401">
                  <c:v>3403</c:v>
                </c:pt>
                <c:pt idx="3402">
                  <c:v>3404</c:v>
                </c:pt>
                <c:pt idx="3403">
                  <c:v>3405</c:v>
                </c:pt>
                <c:pt idx="3404">
                  <c:v>3406</c:v>
                </c:pt>
                <c:pt idx="3405">
                  <c:v>3407</c:v>
                </c:pt>
                <c:pt idx="3406">
                  <c:v>3408</c:v>
                </c:pt>
                <c:pt idx="3407">
                  <c:v>3409</c:v>
                </c:pt>
                <c:pt idx="3408">
                  <c:v>3410</c:v>
                </c:pt>
                <c:pt idx="3409">
                  <c:v>3411</c:v>
                </c:pt>
                <c:pt idx="3410">
                  <c:v>3412</c:v>
                </c:pt>
                <c:pt idx="3411">
                  <c:v>3413</c:v>
                </c:pt>
                <c:pt idx="3412">
                  <c:v>3414</c:v>
                </c:pt>
                <c:pt idx="3413">
                  <c:v>3415</c:v>
                </c:pt>
                <c:pt idx="3414">
                  <c:v>3416</c:v>
                </c:pt>
                <c:pt idx="3415">
                  <c:v>3417</c:v>
                </c:pt>
                <c:pt idx="3416">
                  <c:v>3418</c:v>
                </c:pt>
                <c:pt idx="3417">
                  <c:v>3419</c:v>
                </c:pt>
                <c:pt idx="3418">
                  <c:v>3420</c:v>
                </c:pt>
                <c:pt idx="3419">
                  <c:v>3421</c:v>
                </c:pt>
                <c:pt idx="3420">
                  <c:v>3422</c:v>
                </c:pt>
                <c:pt idx="3421">
                  <c:v>3423</c:v>
                </c:pt>
                <c:pt idx="3422">
                  <c:v>3424</c:v>
                </c:pt>
                <c:pt idx="3423">
                  <c:v>3425</c:v>
                </c:pt>
                <c:pt idx="3424">
                  <c:v>3426</c:v>
                </c:pt>
                <c:pt idx="3425">
                  <c:v>3427</c:v>
                </c:pt>
                <c:pt idx="3426">
                  <c:v>3428</c:v>
                </c:pt>
                <c:pt idx="3427">
                  <c:v>3429</c:v>
                </c:pt>
                <c:pt idx="3428">
                  <c:v>3430</c:v>
                </c:pt>
                <c:pt idx="3429">
                  <c:v>3431</c:v>
                </c:pt>
                <c:pt idx="3430">
                  <c:v>3432</c:v>
                </c:pt>
                <c:pt idx="3431">
                  <c:v>3433</c:v>
                </c:pt>
                <c:pt idx="3432">
                  <c:v>3434</c:v>
                </c:pt>
                <c:pt idx="3433">
                  <c:v>3435</c:v>
                </c:pt>
                <c:pt idx="3434">
                  <c:v>3436</c:v>
                </c:pt>
                <c:pt idx="3435">
                  <c:v>3437</c:v>
                </c:pt>
                <c:pt idx="3436">
                  <c:v>3438</c:v>
                </c:pt>
                <c:pt idx="3437">
                  <c:v>3439</c:v>
                </c:pt>
                <c:pt idx="3438">
                  <c:v>3440</c:v>
                </c:pt>
                <c:pt idx="3439">
                  <c:v>3441</c:v>
                </c:pt>
                <c:pt idx="3440">
                  <c:v>3442</c:v>
                </c:pt>
                <c:pt idx="3441">
                  <c:v>3443</c:v>
                </c:pt>
                <c:pt idx="3442">
                  <c:v>3444</c:v>
                </c:pt>
                <c:pt idx="3443">
                  <c:v>3445</c:v>
                </c:pt>
                <c:pt idx="3444">
                  <c:v>3446</c:v>
                </c:pt>
                <c:pt idx="3445">
                  <c:v>3447</c:v>
                </c:pt>
                <c:pt idx="3446">
                  <c:v>3448</c:v>
                </c:pt>
                <c:pt idx="3447">
                  <c:v>3449</c:v>
                </c:pt>
                <c:pt idx="3448">
                  <c:v>3450</c:v>
                </c:pt>
                <c:pt idx="3449">
                  <c:v>3451</c:v>
                </c:pt>
                <c:pt idx="3450">
                  <c:v>3452</c:v>
                </c:pt>
                <c:pt idx="3451">
                  <c:v>3453</c:v>
                </c:pt>
                <c:pt idx="3452">
                  <c:v>3454</c:v>
                </c:pt>
                <c:pt idx="3453">
                  <c:v>3455</c:v>
                </c:pt>
                <c:pt idx="3454">
                  <c:v>3456</c:v>
                </c:pt>
                <c:pt idx="3455">
                  <c:v>3457</c:v>
                </c:pt>
                <c:pt idx="3456">
                  <c:v>3458</c:v>
                </c:pt>
                <c:pt idx="3457">
                  <c:v>3459</c:v>
                </c:pt>
                <c:pt idx="3458">
                  <c:v>3460</c:v>
                </c:pt>
                <c:pt idx="3459">
                  <c:v>3461</c:v>
                </c:pt>
                <c:pt idx="3460">
                  <c:v>3462</c:v>
                </c:pt>
                <c:pt idx="3461">
                  <c:v>3463</c:v>
                </c:pt>
                <c:pt idx="3462">
                  <c:v>3464</c:v>
                </c:pt>
                <c:pt idx="3463">
                  <c:v>3465</c:v>
                </c:pt>
                <c:pt idx="3464">
                  <c:v>3466</c:v>
                </c:pt>
                <c:pt idx="3465">
                  <c:v>3467</c:v>
                </c:pt>
                <c:pt idx="3466">
                  <c:v>3468</c:v>
                </c:pt>
                <c:pt idx="3467">
                  <c:v>3469</c:v>
                </c:pt>
                <c:pt idx="3468">
                  <c:v>3470</c:v>
                </c:pt>
                <c:pt idx="3469">
                  <c:v>3471</c:v>
                </c:pt>
                <c:pt idx="3470">
                  <c:v>3472</c:v>
                </c:pt>
                <c:pt idx="3471">
                  <c:v>3473</c:v>
                </c:pt>
                <c:pt idx="3472">
                  <c:v>3474</c:v>
                </c:pt>
                <c:pt idx="3473">
                  <c:v>3475</c:v>
                </c:pt>
                <c:pt idx="3474">
                  <c:v>3476</c:v>
                </c:pt>
                <c:pt idx="3475">
                  <c:v>3477</c:v>
                </c:pt>
                <c:pt idx="3476">
                  <c:v>3478</c:v>
                </c:pt>
                <c:pt idx="3477">
                  <c:v>3479</c:v>
                </c:pt>
                <c:pt idx="3478">
                  <c:v>3480</c:v>
                </c:pt>
                <c:pt idx="3479">
                  <c:v>3481</c:v>
                </c:pt>
                <c:pt idx="3480">
                  <c:v>3482</c:v>
                </c:pt>
                <c:pt idx="3481">
                  <c:v>3483</c:v>
                </c:pt>
                <c:pt idx="3482">
                  <c:v>3484</c:v>
                </c:pt>
                <c:pt idx="3483">
                  <c:v>3485</c:v>
                </c:pt>
                <c:pt idx="3484">
                  <c:v>3486</c:v>
                </c:pt>
                <c:pt idx="3485">
                  <c:v>3487</c:v>
                </c:pt>
                <c:pt idx="3486">
                  <c:v>3488</c:v>
                </c:pt>
                <c:pt idx="3487">
                  <c:v>3489</c:v>
                </c:pt>
                <c:pt idx="3488">
                  <c:v>3490</c:v>
                </c:pt>
                <c:pt idx="3489">
                  <c:v>3491</c:v>
                </c:pt>
                <c:pt idx="3490">
                  <c:v>3492</c:v>
                </c:pt>
                <c:pt idx="3491">
                  <c:v>3493</c:v>
                </c:pt>
                <c:pt idx="3492">
                  <c:v>3494</c:v>
                </c:pt>
                <c:pt idx="3493">
                  <c:v>3495</c:v>
                </c:pt>
                <c:pt idx="3494">
                  <c:v>3496</c:v>
                </c:pt>
                <c:pt idx="3495">
                  <c:v>3497</c:v>
                </c:pt>
                <c:pt idx="3496">
                  <c:v>3498</c:v>
                </c:pt>
                <c:pt idx="3497">
                  <c:v>3499</c:v>
                </c:pt>
                <c:pt idx="3498">
                  <c:v>3500</c:v>
                </c:pt>
                <c:pt idx="3499">
                  <c:v>3501</c:v>
                </c:pt>
                <c:pt idx="3500">
                  <c:v>3502</c:v>
                </c:pt>
                <c:pt idx="3501">
                  <c:v>3503</c:v>
                </c:pt>
                <c:pt idx="3502">
                  <c:v>3504</c:v>
                </c:pt>
                <c:pt idx="3503">
                  <c:v>3505</c:v>
                </c:pt>
                <c:pt idx="3504">
                  <c:v>3506</c:v>
                </c:pt>
                <c:pt idx="3505">
                  <c:v>3507</c:v>
                </c:pt>
                <c:pt idx="3506">
                  <c:v>3508</c:v>
                </c:pt>
                <c:pt idx="3507">
                  <c:v>3509</c:v>
                </c:pt>
                <c:pt idx="3508">
                  <c:v>3510</c:v>
                </c:pt>
                <c:pt idx="3509">
                  <c:v>3511</c:v>
                </c:pt>
                <c:pt idx="3510">
                  <c:v>3512</c:v>
                </c:pt>
                <c:pt idx="3511">
                  <c:v>3513</c:v>
                </c:pt>
                <c:pt idx="3512">
                  <c:v>3514</c:v>
                </c:pt>
                <c:pt idx="3513">
                  <c:v>3515</c:v>
                </c:pt>
                <c:pt idx="3514">
                  <c:v>3516</c:v>
                </c:pt>
                <c:pt idx="3515">
                  <c:v>3517</c:v>
                </c:pt>
                <c:pt idx="3516">
                  <c:v>3518</c:v>
                </c:pt>
                <c:pt idx="3517">
                  <c:v>3519</c:v>
                </c:pt>
                <c:pt idx="3518">
                  <c:v>3520</c:v>
                </c:pt>
                <c:pt idx="3519">
                  <c:v>3521</c:v>
                </c:pt>
                <c:pt idx="3520">
                  <c:v>3522</c:v>
                </c:pt>
                <c:pt idx="3521">
                  <c:v>3523</c:v>
                </c:pt>
                <c:pt idx="3522">
                  <c:v>3524</c:v>
                </c:pt>
                <c:pt idx="3523">
                  <c:v>3525</c:v>
                </c:pt>
                <c:pt idx="3524">
                  <c:v>3526</c:v>
                </c:pt>
                <c:pt idx="3525">
                  <c:v>3527</c:v>
                </c:pt>
                <c:pt idx="3526">
                  <c:v>3528</c:v>
                </c:pt>
                <c:pt idx="3527">
                  <c:v>3529</c:v>
                </c:pt>
                <c:pt idx="3528">
                  <c:v>3530</c:v>
                </c:pt>
                <c:pt idx="3529">
                  <c:v>3531</c:v>
                </c:pt>
                <c:pt idx="3530">
                  <c:v>3532</c:v>
                </c:pt>
                <c:pt idx="3531">
                  <c:v>3533</c:v>
                </c:pt>
                <c:pt idx="3532">
                  <c:v>3534</c:v>
                </c:pt>
                <c:pt idx="3533">
                  <c:v>3535</c:v>
                </c:pt>
                <c:pt idx="3534">
                  <c:v>3536</c:v>
                </c:pt>
                <c:pt idx="3535">
                  <c:v>3537</c:v>
                </c:pt>
                <c:pt idx="3536">
                  <c:v>3538</c:v>
                </c:pt>
                <c:pt idx="3537">
                  <c:v>3539</c:v>
                </c:pt>
                <c:pt idx="3538">
                  <c:v>3540</c:v>
                </c:pt>
                <c:pt idx="3539">
                  <c:v>3541</c:v>
                </c:pt>
                <c:pt idx="3540">
                  <c:v>3542</c:v>
                </c:pt>
                <c:pt idx="3541">
                  <c:v>3543</c:v>
                </c:pt>
                <c:pt idx="3542">
                  <c:v>3544</c:v>
                </c:pt>
                <c:pt idx="3543">
                  <c:v>3545</c:v>
                </c:pt>
                <c:pt idx="3544">
                  <c:v>3546</c:v>
                </c:pt>
                <c:pt idx="3545">
                  <c:v>3547</c:v>
                </c:pt>
                <c:pt idx="3546">
                  <c:v>3548</c:v>
                </c:pt>
                <c:pt idx="3547">
                  <c:v>3549</c:v>
                </c:pt>
                <c:pt idx="3548">
                  <c:v>3550</c:v>
                </c:pt>
                <c:pt idx="3549">
                  <c:v>3551</c:v>
                </c:pt>
                <c:pt idx="3550">
                  <c:v>3552</c:v>
                </c:pt>
                <c:pt idx="3551">
                  <c:v>3553</c:v>
                </c:pt>
                <c:pt idx="3552">
                  <c:v>3554</c:v>
                </c:pt>
                <c:pt idx="3553">
                  <c:v>3555</c:v>
                </c:pt>
                <c:pt idx="3554">
                  <c:v>3556</c:v>
                </c:pt>
                <c:pt idx="3555">
                  <c:v>3557</c:v>
                </c:pt>
                <c:pt idx="3556">
                  <c:v>3558</c:v>
                </c:pt>
                <c:pt idx="3557">
                  <c:v>3559</c:v>
                </c:pt>
                <c:pt idx="3558">
                  <c:v>3560</c:v>
                </c:pt>
                <c:pt idx="3559">
                  <c:v>3561</c:v>
                </c:pt>
                <c:pt idx="3560">
                  <c:v>3562</c:v>
                </c:pt>
                <c:pt idx="3561">
                  <c:v>3563</c:v>
                </c:pt>
                <c:pt idx="3562">
                  <c:v>3564</c:v>
                </c:pt>
                <c:pt idx="3563">
                  <c:v>3565</c:v>
                </c:pt>
                <c:pt idx="3564">
                  <c:v>3566</c:v>
                </c:pt>
                <c:pt idx="3565">
                  <c:v>3567</c:v>
                </c:pt>
                <c:pt idx="3566">
                  <c:v>3568</c:v>
                </c:pt>
                <c:pt idx="3567">
                  <c:v>3569</c:v>
                </c:pt>
                <c:pt idx="3568">
                  <c:v>3570</c:v>
                </c:pt>
                <c:pt idx="3569">
                  <c:v>3571</c:v>
                </c:pt>
                <c:pt idx="3570">
                  <c:v>3572</c:v>
                </c:pt>
                <c:pt idx="3571">
                  <c:v>3573</c:v>
                </c:pt>
                <c:pt idx="3572">
                  <c:v>3574</c:v>
                </c:pt>
                <c:pt idx="3573">
                  <c:v>3575</c:v>
                </c:pt>
                <c:pt idx="3574">
                  <c:v>3576</c:v>
                </c:pt>
                <c:pt idx="3575">
                  <c:v>3577</c:v>
                </c:pt>
                <c:pt idx="3576">
                  <c:v>3578</c:v>
                </c:pt>
                <c:pt idx="3577">
                  <c:v>3579</c:v>
                </c:pt>
                <c:pt idx="3578">
                  <c:v>3580</c:v>
                </c:pt>
                <c:pt idx="3579">
                  <c:v>3581</c:v>
                </c:pt>
                <c:pt idx="3580">
                  <c:v>3582</c:v>
                </c:pt>
                <c:pt idx="3581">
                  <c:v>3583</c:v>
                </c:pt>
                <c:pt idx="3582">
                  <c:v>3584</c:v>
                </c:pt>
                <c:pt idx="3583">
                  <c:v>3585</c:v>
                </c:pt>
                <c:pt idx="3584">
                  <c:v>3586</c:v>
                </c:pt>
                <c:pt idx="3585">
                  <c:v>3587</c:v>
                </c:pt>
                <c:pt idx="3586">
                  <c:v>3588</c:v>
                </c:pt>
                <c:pt idx="3587">
                  <c:v>3589</c:v>
                </c:pt>
                <c:pt idx="3588">
                  <c:v>3590</c:v>
                </c:pt>
                <c:pt idx="3589">
                  <c:v>3591</c:v>
                </c:pt>
                <c:pt idx="3590">
                  <c:v>3592</c:v>
                </c:pt>
                <c:pt idx="3591">
                  <c:v>3593</c:v>
                </c:pt>
                <c:pt idx="3592">
                  <c:v>3594</c:v>
                </c:pt>
                <c:pt idx="3593">
                  <c:v>3595</c:v>
                </c:pt>
                <c:pt idx="3594">
                  <c:v>3596</c:v>
                </c:pt>
                <c:pt idx="3595">
                  <c:v>3597</c:v>
                </c:pt>
                <c:pt idx="3596">
                  <c:v>3598</c:v>
                </c:pt>
                <c:pt idx="3597">
                  <c:v>3599</c:v>
                </c:pt>
                <c:pt idx="3598">
                  <c:v>3600</c:v>
                </c:pt>
                <c:pt idx="3599">
                  <c:v>3601</c:v>
                </c:pt>
                <c:pt idx="3600">
                  <c:v>3602</c:v>
                </c:pt>
                <c:pt idx="3601">
                  <c:v>3603</c:v>
                </c:pt>
                <c:pt idx="3602">
                  <c:v>3604</c:v>
                </c:pt>
                <c:pt idx="3603">
                  <c:v>3605</c:v>
                </c:pt>
                <c:pt idx="3604">
                  <c:v>3606</c:v>
                </c:pt>
                <c:pt idx="3605">
                  <c:v>3607</c:v>
                </c:pt>
                <c:pt idx="3606">
                  <c:v>3608</c:v>
                </c:pt>
                <c:pt idx="3607">
                  <c:v>3609</c:v>
                </c:pt>
                <c:pt idx="3608">
                  <c:v>3610</c:v>
                </c:pt>
                <c:pt idx="3609">
                  <c:v>3611</c:v>
                </c:pt>
                <c:pt idx="3610">
                  <c:v>3612</c:v>
                </c:pt>
                <c:pt idx="3611">
                  <c:v>3613</c:v>
                </c:pt>
                <c:pt idx="3612">
                  <c:v>3614</c:v>
                </c:pt>
                <c:pt idx="3613">
                  <c:v>3615</c:v>
                </c:pt>
                <c:pt idx="3614">
                  <c:v>3616</c:v>
                </c:pt>
                <c:pt idx="3615">
                  <c:v>3617</c:v>
                </c:pt>
                <c:pt idx="3616">
                  <c:v>3618</c:v>
                </c:pt>
                <c:pt idx="3617">
                  <c:v>3619</c:v>
                </c:pt>
                <c:pt idx="3618">
                  <c:v>3620</c:v>
                </c:pt>
                <c:pt idx="3619">
                  <c:v>3621</c:v>
                </c:pt>
                <c:pt idx="3620">
                  <c:v>3622</c:v>
                </c:pt>
                <c:pt idx="3621">
                  <c:v>3623</c:v>
                </c:pt>
                <c:pt idx="3622">
                  <c:v>3624</c:v>
                </c:pt>
                <c:pt idx="3623">
                  <c:v>3625</c:v>
                </c:pt>
                <c:pt idx="3624">
                  <c:v>3626</c:v>
                </c:pt>
                <c:pt idx="3625">
                  <c:v>3627</c:v>
                </c:pt>
                <c:pt idx="3626">
                  <c:v>3628</c:v>
                </c:pt>
                <c:pt idx="3627">
                  <c:v>3629</c:v>
                </c:pt>
                <c:pt idx="3628">
                  <c:v>3630</c:v>
                </c:pt>
                <c:pt idx="3629">
                  <c:v>3631</c:v>
                </c:pt>
                <c:pt idx="3630">
                  <c:v>3632</c:v>
                </c:pt>
                <c:pt idx="3631">
                  <c:v>3633</c:v>
                </c:pt>
                <c:pt idx="3632">
                  <c:v>3634</c:v>
                </c:pt>
                <c:pt idx="3633">
                  <c:v>3635</c:v>
                </c:pt>
                <c:pt idx="3634">
                  <c:v>3636</c:v>
                </c:pt>
                <c:pt idx="3635">
                  <c:v>3637</c:v>
                </c:pt>
                <c:pt idx="3636">
                  <c:v>3638</c:v>
                </c:pt>
                <c:pt idx="3637">
                  <c:v>3639</c:v>
                </c:pt>
                <c:pt idx="3638">
                  <c:v>3640</c:v>
                </c:pt>
                <c:pt idx="3639">
                  <c:v>3641</c:v>
                </c:pt>
                <c:pt idx="3640">
                  <c:v>3642</c:v>
                </c:pt>
                <c:pt idx="3641">
                  <c:v>3643</c:v>
                </c:pt>
                <c:pt idx="3642">
                  <c:v>3644</c:v>
                </c:pt>
                <c:pt idx="3643">
                  <c:v>3645</c:v>
                </c:pt>
                <c:pt idx="3644">
                  <c:v>3646</c:v>
                </c:pt>
                <c:pt idx="3645">
                  <c:v>3647</c:v>
                </c:pt>
                <c:pt idx="3646">
                  <c:v>3648</c:v>
                </c:pt>
                <c:pt idx="3647">
                  <c:v>3649</c:v>
                </c:pt>
                <c:pt idx="3648">
                  <c:v>3650</c:v>
                </c:pt>
                <c:pt idx="3649">
                  <c:v>3651</c:v>
                </c:pt>
                <c:pt idx="3650">
                  <c:v>3652</c:v>
                </c:pt>
                <c:pt idx="3651">
                  <c:v>3653</c:v>
                </c:pt>
                <c:pt idx="3652">
                  <c:v>3654</c:v>
                </c:pt>
                <c:pt idx="3653">
                  <c:v>3655</c:v>
                </c:pt>
                <c:pt idx="3654">
                  <c:v>3656</c:v>
                </c:pt>
                <c:pt idx="3655">
                  <c:v>3657</c:v>
                </c:pt>
                <c:pt idx="3656">
                  <c:v>3658</c:v>
                </c:pt>
                <c:pt idx="3657">
                  <c:v>3659</c:v>
                </c:pt>
                <c:pt idx="3658">
                  <c:v>3660</c:v>
                </c:pt>
                <c:pt idx="3659">
                  <c:v>3661</c:v>
                </c:pt>
                <c:pt idx="3660">
                  <c:v>3662</c:v>
                </c:pt>
                <c:pt idx="3661">
                  <c:v>3663</c:v>
                </c:pt>
                <c:pt idx="3662">
                  <c:v>3664</c:v>
                </c:pt>
                <c:pt idx="3663">
                  <c:v>3665</c:v>
                </c:pt>
                <c:pt idx="3664">
                  <c:v>3666</c:v>
                </c:pt>
                <c:pt idx="3665">
                  <c:v>3667</c:v>
                </c:pt>
                <c:pt idx="3666">
                  <c:v>3668</c:v>
                </c:pt>
                <c:pt idx="3667">
                  <c:v>3669</c:v>
                </c:pt>
                <c:pt idx="3668">
                  <c:v>3670</c:v>
                </c:pt>
                <c:pt idx="3669">
                  <c:v>3671</c:v>
                </c:pt>
                <c:pt idx="3670">
                  <c:v>3672</c:v>
                </c:pt>
                <c:pt idx="3671">
                  <c:v>3673</c:v>
                </c:pt>
                <c:pt idx="3672">
                  <c:v>3674</c:v>
                </c:pt>
                <c:pt idx="3673">
                  <c:v>3675</c:v>
                </c:pt>
                <c:pt idx="3674">
                  <c:v>3676</c:v>
                </c:pt>
                <c:pt idx="3675">
                  <c:v>3677</c:v>
                </c:pt>
                <c:pt idx="3676">
                  <c:v>3678</c:v>
                </c:pt>
                <c:pt idx="3677">
                  <c:v>3679</c:v>
                </c:pt>
                <c:pt idx="3678">
                  <c:v>3680</c:v>
                </c:pt>
                <c:pt idx="3679">
                  <c:v>3681</c:v>
                </c:pt>
                <c:pt idx="3680">
                  <c:v>3682</c:v>
                </c:pt>
                <c:pt idx="3681">
                  <c:v>3683</c:v>
                </c:pt>
                <c:pt idx="3682">
                  <c:v>3684</c:v>
                </c:pt>
                <c:pt idx="3683">
                  <c:v>3685</c:v>
                </c:pt>
                <c:pt idx="3684">
                  <c:v>3686</c:v>
                </c:pt>
                <c:pt idx="3685">
                  <c:v>3687</c:v>
                </c:pt>
                <c:pt idx="3686">
                  <c:v>3688</c:v>
                </c:pt>
                <c:pt idx="3687">
                  <c:v>3689</c:v>
                </c:pt>
                <c:pt idx="3688">
                  <c:v>3690</c:v>
                </c:pt>
                <c:pt idx="3689">
                  <c:v>3691</c:v>
                </c:pt>
                <c:pt idx="3690">
                  <c:v>3692</c:v>
                </c:pt>
                <c:pt idx="3691">
                  <c:v>3693</c:v>
                </c:pt>
                <c:pt idx="3692">
                  <c:v>3694</c:v>
                </c:pt>
                <c:pt idx="3693">
                  <c:v>3695</c:v>
                </c:pt>
                <c:pt idx="3694">
                  <c:v>3696</c:v>
                </c:pt>
                <c:pt idx="3695">
                  <c:v>3697</c:v>
                </c:pt>
                <c:pt idx="3696">
                  <c:v>3698</c:v>
                </c:pt>
                <c:pt idx="3697">
                  <c:v>3699</c:v>
                </c:pt>
                <c:pt idx="3698">
                  <c:v>3700</c:v>
                </c:pt>
                <c:pt idx="3699">
                  <c:v>3701</c:v>
                </c:pt>
                <c:pt idx="3700">
                  <c:v>3702</c:v>
                </c:pt>
                <c:pt idx="3701">
                  <c:v>3703</c:v>
                </c:pt>
                <c:pt idx="3702">
                  <c:v>3704</c:v>
                </c:pt>
                <c:pt idx="3703">
                  <c:v>3705</c:v>
                </c:pt>
                <c:pt idx="3704">
                  <c:v>3706</c:v>
                </c:pt>
                <c:pt idx="3705">
                  <c:v>3707</c:v>
                </c:pt>
                <c:pt idx="3706">
                  <c:v>3708</c:v>
                </c:pt>
                <c:pt idx="3707">
                  <c:v>3709</c:v>
                </c:pt>
                <c:pt idx="3708">
                  <c:v>3710</c:v>
                </c:pt>
                <c:pt idx="3709">
                  <c:v>3711</c:v>
                </c:pt>
                <c:pt idx="3710">
                  <c:v>3712</c:v>
                </c:pt>
                <c:pt idx="3711">
                  <c:v>3713</c:v>
                </c:pt>
                <c:pt idx="3712">
                  <c:v>3714</c:v>
                </c:pt>
                <c:pt idx="3713">
                  <c:v>3715</c:v>
                </c:pt>
                <c:pt idx="3714">
                  <c:v>3716</c:v>
                </c:pt>
                <c:pt idx="3715">
                  <c:v>3717</c:v>
                </c:pt>
                <c:pt idx="3716">
                  <c:v>3718</c:v>
                </c:pt>
                <c:pt idx="3717">
                  <c:v>3719</c:v>
                </c:pt>
                <c:pt idx="3718">
                  <c:v>3720</c:v>
                </c:pt>
                <c:pt idx="3719">
                  <c:v>3721</c:v>
                </c:pt>
                <c:pt idx="3720">
                  <c:v>3722</c:v>
                </c:pt>
                <c:pt idx="3721">
                  <c:v>3723</c:v>
                </c:pt>
                <c:pt idx="3722">
                  <c:v>3724</c:v>
                </c:pt>
                <c:pt idx="3723">
                  <c:v>3725</c:v>
                </c:pt>
                <c:pt idx="3724">
                  <c:v>3726</c:v>
                </c:pt>
                <c:pt idx="3725">
                  <c:v>3727</c:v>
                </c:pt>
                <c:pt idx="3726">
                  <c:v>3728</c:v>
                </c:pt>
                <c:pt idx="3727">
                  <c:v>3729</c:v>
                </c:pt>
                <c:pt idx="3728">
                  <c:v>3730</c:v>
                </c:pt>
                <c:pt idx="3729">
                  <c:v>3731</c:v>
                </c:pt>
                <c:pt idx="3730">
                  <c:v>3732</c:v>
                </c:pt>
                <c:pt idx="3731">
                  <c:v>3733</c:v>
                </c:pt>
                <c:pt idx="3732">
                  <c:v>3734</c:v>
                </c:pt>
                <c:pt idx="3733">
                  <c:v>3735</c:v>
                </c:pt>
                <c:pt idx="3734">
                  <c:v>3736</c:v>
                </c:pt>
                <c:pt idx="3735">
                  <c:v>3737</c:v>
                </c:pt>
                <c:pt idx="3736">
                  <c:v>3738</c:v>
                </c:pt>
                <c:pt idx="3737">
                  <c:v>3739</c:v>
                </c:pt>
                <c:pt idx="3738">
                  <c:v>3740</c:v>
                </c:pt>
                <c:pt idx="3739">
                  <c:v>3741</c:v>
                </c:pt>
                <c:pt idx="3740">
                  <c:v>3742</c:v>
                </c:pt>
                <c:pt idx="3741">
                  <c:v>3743</c:v>
                </c:pt>
                <c:pt idx="3742">
                  <c:v>3744</c:v>
                </c:pt>
                <c:pt idx="3743">
                  <c:v>3745</c:v>
                </c:pt>
                <c:pt idx="3744">
                  <c:v>3746</c:v>
                </c:pt>
                <c:pt idx="3745">
                  <c:v>3747</c:v>
                </c:pt>
                <c:pt idx="3746">
                  <c:v>3748</c:v>
                </c:pt>
                <c:pt idx="3747">
                  <c:v>3749</c:v>
                </c:pt>
                <c:pt idx="3748">
                  <c:v>3750</c:v>
                </c:pt>
                <c:pt idx="3749">
                  <c:v>3751</c:v>
                </c:pt>
                <c:pt idx="3750">
                  <c:v>3752</c:v>
                </c:pt>
                <c:pt idx="3751">
                  <c:v>3753</c:v>
                </c:pt>
                <c:pt idx="3752">
                  <c:v>3754</c:v>
                </c:pt>
                <c:pt idx="3753">
                  <c:v>3755</c:v>
                </c:pt>
                <c:pt idx="3754">
                  <c:v>3756</c:v>
                </c:pt>
                <c:pt idx="3755">
                  <c:v>3757</c:v>
                </c:pt>
                <c:pt idx="3756">
                  <c:v>3758</c:v>
                </c:pt>
                <c:pt idx="3757">
                  <c:v>3759</c:v>
                </c:pt>
                <c:pt idx="3758">
                  <c:v>3760</c:v>
                </c:pt>
                <c:pt idx="3759">
                  <c:v>3761</c:v>
                </c:pt>
                <c:pt idx="3760">
                  <c:v>3762</c:v>
                </c:pt>
                <c:pt idx="3761">
                  <c:v>3763</c:v>
                </c:pt>
                <c:pt idx="3762">
                  <c:v>3764</c:v>
                </c:pt>
                <c:pt idx="3763">
                  <c:v>3765</c:v>
                </c:pt>
                <c:pt idx="3764">
                  <c:v>3766</c:v>
                </c:pt>
                <c:pt idx="3765">
                  <c:v>3767</c:v>
                </c:pt>
                <c:pt idx="3766">
                  <c:v>3768</c:v>
                </c:pt>
                <c:pt idx="3767">
                  <c:v>3769</c:v>
                </c:pt>
                <c:pt idx="3768">
                  <c:v>3770</c:v>
                </c:pt>
                <c:pt idx="3769">
                  <c:v>3771</c:v>
                </c:pt>
                <c:pt idx="3770">
                  <c:v>3772</c:v>
                </c:pt>
                <c:pt idx="3771">
                  <c:v>3773</c:v>
                </c:pt>
                <c:pt idx="3772">
                  <c:v>3774</c:v>
                </c:pt>
                <c:pt idx="3773">
                  <c:v>3775</c:v>
                </c:pt>
                <c:pt idx="3774">
                  <c:v>3776</c:v>
                </c:pt>
                <c:pt idx="3775">
                  <c:v>3777</c:v>
                </c:pt>
                <c:pt idx="3776">
                  <c:v>3778</c:v>
                </c:pt>
                <c:pt idx="3777">
                  <c:v>3779</c:v>
                </c:pt>
                <c:pt idx="3778">
                  <c:v>3780</c:v>
                </c:pt>
                <c:pt idx="3779">
                  <c:v>3781</c:v>
                </c:pt>
                <c:pt idx="3780">
                  <c:v>3782</c:v>
                </c:pt>
                <c:pt idx="3781">
                  <c:v>3783</c:v>
                </c:pt>
                <c:pt idx="3782">
                  <c:v>3784</c:v>
                </c:pt>
                <c:pt idx="3783">
                  <c:v>3785</c:v>
                </c:pt>
                <c:pt idx="3784">
                  <c:v>3786</c:v>
                </c:pt>
                <c:pt idx="3785">
                  <c:v>3787</c:v>
                </c:pt>
                <c:pt idx="3786">
                  <c:v>3788</c:v>
                </c:pt>
                <c:pt idx="3787">
                  <c:v>3789</c:v>
                </c:pt>
                <c:pt idx="3788">
                  <c:v>3790</c:v>
                </c:pt>
                <c:pt idx="3789">
                  <c:v>3791</c:v>
                </c:pt>
                <c:pt idx="3790">
                  <c:v>3792</c:v>
                </c:pt>
                <c:pt idx="3791">
                  <c:v>3793</c:v>
                </c:pt>
                <c:pt idx="3792">
                  <c:v>3794</c:v>
                </c:pt>
                <c:pt idx="3793">
                  <c:v>3795</c:v>
                </c:pt>
                <c:pt idx="3794">
                  <c:v>3796</c:v>
                </c:pt>
                <c:pt idx="3795">
                  <c:v>3797</c:v>
                </c:pt>
                <c:pt idx="3796">
                  <c:v>3798</c:v>
                </c:pt>
                <c:pt idx="3797">
                  <c:v>3799</c:v>
                </c:pt>
                <c:pt idx="3798">
                  <c:v>3800</c:v>
                </c:pt>
                <c:pt idx="3799">
                  <c:v>3801</c:v>
                </c:pt>
                <c:pt idx="3800">
                  <c:v>3802</c:v>
                </c:pt>
                <c:pt idx="3801">
                  <c:v>3803</c:v>
                </c:pt>
                <c:pt idx="3802">
                  <c:v>3804</c:v>
                </c:pt>
                <c:pt idx="3803">
                  <c:v>3805</c:v>
                </c:pt>
                <c:pt idx="3804">
                  <c:v>3806</c:v>
                </c:pt>
                <c:pt idx="3805">
                  <c:v>3807</c:v>
                </c:pt>
                <c:pt idx="3806">
                  <c:v>3808</c:v>
                </c:pt>
                <c:pt idx="3807">
                  <c:v>3809</c:v>
                </c:pt>
                <c:pt idx="3808">
                  <c:v>3810</c:v>
                </c:pt>
                <c:pt idx="3809">
                  <c:v>3811</c:v>
                </c:pt>
                <c:pt idx="3810">
                  <c:v>3812</c:v>
                </c:pt>
                <c:pt idx="3811">
                  <c:v>3813</c:v>
                </c:pt>
                <c:pt idx="3812">
                  <c:v>3814</c:v>
                </c:pt>
                <c:pt idx="3813">
                  <c:v>3815</c:v>
                </c:pt>
                <c:pt idx="3814">
                  <c:v>3816</c:v>
                </c:pt>
                <c:pt idx="3815">
                  <c:v>3817</c:v>
                </c:pt>
                <c:pt idx="3816">
                  <c:v>3818</c:v>
                </c:pt>
                <c:pt idx="3817">
                  <c:v>3819</c:v>
                </c:pt>
                <c:pt idx="3818">
                  <c:v>3820</c:v>
                </c:pt>
                <c:pt idx="3819">
                  <c:v>3821</c:v>
                </c:pt>
                <c:pt idx="3820">
                  <c:v>3822</c:v>
                </c:pt>
                <c:pt idx="3821">
                  <c:v>3823</c:v>
                </c:pt>
                <c:pt idx="3822">
                  <c:v>3824</c:v>
                </c:pt>
                <c:pt idx="3823">
                  <c:v>3825</c:v>
                </c:pt>
                <c:pt idx="3824">
                  <c:v>3826</c:v>
                </c:pt>
                <c:pt idx="3825">
                  <c:v>3827</c:v>
                </c:pt>
                <c:pt idx="3826">
                  <c:v>3828</c:v>
                </c:pt>
                <c:pt idx="3827">
                  <c:v>3829</c:v>
                </c:pt>
                <c:pt idx="3828">
                  <c:v>3830</c:v>
                </c:pt>
                <c:pt idx="3829">
                  <c:v>3831</c:v>
                </c:pt>
                <c:pt idx="3830">
                  <c:v>3832</c:v>
                </c:pt>
                <c:pt idx="3831">
                  <c:v>3833</c:v>
                </c:pt>
                <c:pt idx="3832">
                  <c:v>3834</c:v>
                </c:pt>
                <c:pt idx="3833">
                  <c:v>3835</c:v>
                </c:pt>
                <c:pt idx="3834">
                  <c:v>3836</c:v>
                </c:pt>
                <c:pt idx="3835">
                  <c:v>3837</c:v>
                </c:pt>
                <c:pt idx="3836">
                  <c:v>3838</c:v>
                </c:pt>
                <c:pt idx="3837">
                  <c:v>3839</c:v>
                </c:pt>
                <c:pt idx="3838">
                  <c:v>3840</c:v>
                </c:pt>
                <c:pt idx="3839">
                  <c:v>3841</c:v>
                </c:pt>
                <c:pt idx="3840">
                  <c:v>3842</c:v>
                </c:pt>
                <c:pt idx="3841">
                  <c:v>3843</c:v>
                </c:pt>
                <c:pt idx="3842">
                  <c:v>3844</c:v>
                </c:pt>
                <c:pt idx="3843">
                  <c:v>3845</c:v>
                </c:pt>
                <c:pt idx="3844">
                  <c:v>3846</c:v>
                </c:pt>
                <c:pt idx="3845">
                  <c:v>3847</c:v>
                </c:pt>
                <c:pt idx="3846">
                  <c:v>3848</c:v>
                </c:pt>
                <c:pt idx="3847">
                  <c:v>3849</c:v>
                </c:pt>
                <c:pt idx="3848">
                  <c:v>3850</c:v>
                </c:pt>
                <c:pt idx="3849">
                  <c:v>3851</c:v>
                </c:pt>
                <c:pt idx="3850">
                  <c:v>3852</c:v>
                </c:pt>
                <c:pt idx="3851">
                  <c:v>3853</c:v>
                </c:pt>
                <c:pt idx="3852">
                  <c:v>3854</c:v>
                </c:pt>
                <c:pt idx="3853">
                  <c:v>3855</c:v>
                </c:pt>
                <c:pt idx="3854">
                  <c:v>3856</c:v>
                </c:pt>
                <c:pt idx="3855">
                  <c:v>3857</c:v>
                </c:pt>
                <c:pt idx="3856">
                  <c:v>3858</c:v>
                </c:pt>
                <c:pt idx="3857">
                  <c:v>3859</c:v>
                </c:pt>
                <c:pt idx="3858">
                  <c:v>3860</c:v>
                </c:pt>
                <c:pt idx="3859">
                  <c:v>3861</c:v>
                </c:pt>
                <c:pt idx="3860">
                  <c:v>3862</c:v>
                </c:pt>
                <c:pt idx="3861">
                  <c:v>3863</c:v>
                </c:pt>
                <c:pt idx="3862">
                  <c:v>3864</c:v>
                </c:pt>
                <c:pt idx="3863">
                  <c:v>3865</c:v>
                </c:pt>
                <c:pt idx="3864">
                  <c:v>3866</c:v>
                </c:pt>
                <c:pt idx="3865">
                  <c:v>3867</c:v>
                </c:pt>
                <c:pt idx="3866">
                  <c:v>3868</c:v>
                </c:pt>
                <c:pt idx="3867">
                  <c:v>3869</c:v>
                </c:pt>
                <c:pt idx="3868">
                  <c:v>3870</c:v>
                </c:pt>
                <c:pt idx="3869">
                  <c:v>3871</c:v>
                </c:pt>
                <c:pt idx="3870">
                  <c:v>3872</c:v>
                </c:pt>
                <c:pt idx="3871">
                  <c:v>3873</c:v>
                </c:pt>
                <c:pt idx="3872">
                  <c:v>3874</c:v>
                </c:pt>
                <c:pt idx="3873">
                  <c:v>3875</c:v>
                </c:pt>
                <c:pt idx="3874">
                  <c:v>3876</c:v>
                </c:pt>
                <c:pt idx="3875">
                  <c:v>3877</c:v>
                </c:pt>
                <c:pt idx="3876">
                  <c:v>3878</c:v>
                </c:pt>
                <c:pt idx="3877">
                  <c:v>3879</c:v>
                </c:pt>
                <c:pt idx="3878">
                  <c:v>3880</c:v>
                </c:pt>
                <c:pt idx="3879">
                  <c:v>3881</c:v>
                </c:pt>
                <c:pt idx="3880">
                  <c:v>3882</c:v>
                </c:pt>
                <c:pt idx="3881">
                  <c:v>3883</c:v>
                </c:pt>
                <c:pt idx="3882">
                  <c:v>3884</c:v>
                </c:pt>
                <c:pt idx="3883">
                  <c:v>3885</c:v>
                </c:pt>
                <c:pt idx="3884">
                  <c:v>3886</c:v>
                </c:pt>
                <c:pt idx="3885">
                  <c:v>3887</c:v>
                </c:pt>
                <c:pt idx="3886">
                  <c:v>3888</c:v>
                </c:pt>
                <c:pt idx="3887">
                  <c:v>3889</c:v>
                </c:pt>
                <c:pt idx="3888">
                  <c:v>3890</c:v>
                </c:pt>
                <c:pt idx="3889">
                  <c:v>3891</c:v>
                </c:pt>
                <c:pt idx="3890">
                  <c:v>3892</c:v>
                </c:pt>
                <c:pt idx="3891">
                  <c:v>3893</c:v>
                </c:pt>
                <c:pt idx="3892">
                  <c:v>3894</c:v>
                </c:pt>
                <c:pt idx="3893">
                  <c:v>3895</c:v>
                </c:pt>
                <c:pt idx="3894">
                  <c:v>3896</c:v>
                </c:pt>
                <c:pt idx="3895">
                  <c:v>3897</c:v>
                </c:pt>
                <c:pt idx="3896">
                  <c:v>3898</c:v>
                </c:pt>
                <c:pt idx="3897">
                  <c:v>3899</c:v>
                </c:pt>
                <c:pt idx="3898">
                  <c:v>3900</c:v>
                </c:pt>
                <c:pt idx="3899">
                  <c:v>3901</c:v>
                </c:pt>
                <c:pt idx="3900">
                  <c:v>3902</c:v>
                </c:pt>
                <c:pt idx="3901">
                  <c:v>3903</c:v>
                </c:pt>
                <c:pt idx="3902">
                  <c:v>3904</c:v>
                </c:pt>
                <c:pt idx="3903">
                  <c:v>3905</c:v>
                </c:pt>
                <c:pt idx="3904">
                  <c:v>3906</c:v>
                </c:pt>
                <c:pt idx="3905">
                  <c:v>3907</c:v>
                </c:pt>
                <c:pt idx="3906">
                  <c:v>3908</c:v>
                </c:pt>
                <c:pt idx="3907">
                  <c:v>3909</c:v>
                </c:pt>
                <c:pt idx="3908">
                  <c:v>3910</c:v>
                </c:pt>
                <c:pt idx="3909">
                  <c:v>3911</c:v>
                </c:pt>
                <c:pt idx="3910">
                  <c:v>3912</c:v>
                </c:pt>
                <c:pt idx="3911">
                  <c:v>3913</c:v>
                </c:pt>
                <c:pt idx="3912">
                  <c:v>3914</c:v>
                </c:pt>
                <c:pt idx="3913">
                  <c:v>3915</c:v>
                </c:pt>
                <c:pt idx="3914">
                  <c:v>3916</c:v>
                </c:pt>
                <c:pt idx="3915">
                  <c:v>3917</c:v>
                </c:pt>
                <c:pt idx="3916">
                  <c:v>3918</c:v>
                </c:pt>
                <c:pt idx="3917">
                  <c:v>3919</c:v>
                </c:pt>
                <c:pt idx="3918">
                  <c:v>3920</c:v>
                </c:pt>
                <c:pt idx="3919">
                  <c:v>3921</c:v>
                </c:pt>
                <c:pt idx="3920">
                  <c:v>3922</c:v>
                </c:pt>
                <c:pt idx="3921">
                  <c:v>3923</c:v>
                </c:pt>
                <c:pt idx="3922">
                  <c:v>3924</c:v>
                </c:pt>
                <c:pt idx="3923">
                  <c:v>3925</c:v>
                </c:pt>
                <c:pt idx="3924">
                  <c:v>3926</c:v>
                </c:pt>
                <c:pt idx="3925">
                  <c:v>3927</c:v>
                </c:pt>
                <c:pt idx="3926">
                  <c:v>3928</c:v>
                </c:pt>
                <c:pt idx="3927">
                  <c:v>3929</c:v>
                </c:pt>
                <c:pt idx="3928">
                  <c:v>3930</c:v>
                </c:pt>
                <c:pt idx="3929">
                  <c:v>3931</c:v>
                </c:pt>
                <c:pt idx="3930">
                  <c:v>3932</c:v>
                </c:pt>
                <c:pt idx="3931">
                  <c:v>3933</c:v>
                </c:pt>
                <c:pt idx="3932">
                  <c:v>3934</c:v>
                </c:pt>
                <c:pt idx="3933">
                  <c:v>3935</c:v>
                </c:pt>
                <c:pt idx="3934">
                  <c:v>3936</c:v>
                </c:pt>
                <c:pt idx="3935">
                  <c:v>3937</c:v>
                </c:pt>
                <c:pt idx="3936">
                  <c:v>3938</c:v>
                </c:pt>
                <c:pt idx="3937">
                  <c:v>3939</c:v>
                </c:pt>
                <c:pt idx="3938">
                  <c:v>3940</c:v>
                </c:pt>
                <c:pt idx="3939">
                  <c:v>3941</c:v>
                </c:pt>
                <c:pt idx="3940">
                  <c:v>3942</c:v>
                </c:pt>
                <c:pt idx="3941">
                  <c:v>3943</c:v>
                </c:pt>
                <c:pt idx="3942">
                  <c:v>3944</c:v>
                </c:pt>
                <c:pt idx="3943">
                  <c:v>3945</c:v>
                </c:pt>
                <c:pt idx="3944">
                  <c:v>3946</c:v>
                </c:pt>
                <c:pt idx="3945">
                  <c:v>3947</c:v>
                </c:pt>
                <c:pt idx="3946">
                  <c:v>3948</c:v>
                </c:pt>
                <c:pt idx="3947">
                  <c:v>3949</c:v>
                </c:pt>
                <c:pt idx="3948">
                  <c:v>3950</c:v>
                </c:pt>
                <c:pt idx="3949">
                  <c:v>3951</c:v>
                </c:pt>
                <c:pt idx="3950">
                  <c:v>3952</c:v>
                </c:pt>
                <c:pt idx="3951">
                  <c:v>3953</c:v>
                </c:pt>
                <c:pt idx="3952">
                  <c:v>3954</c:v>
                </c:pt>
                <c:pt idx="3953">
                  <c:v>3955</c:v>
                </c:pt>
                <c:pt idx="3954">
                  <c:v>3956</c:v>
                </c:pt>
                <c:pt idx="3955">
                  <c:v>3957</c:v>
                </c:pt>
                <c:pt idx="3956">
                  <c:v>3958</c:v>
                </c:pt>
                <c:pt idx="3957">
                  <c:v>3959</c:v>
                </c:pt>
                <c:pt idx="3958">
                  <c:v>3960</c:v>
                </c:pt>
                <c:pt idx="3959">
                  <c:v>3961</c:v>
                </c:pt>
                <c:pt idx="3960">
                  <c:v>3962</c:v>
                </c:pt>
                <c:pt idx="3961">
                  <c:v>3963</c:v>
                </c:pt>
                <c:pt idx="3962">
                  <c:v>3964</c:v>
                </c:pt>
                <c:pt idx="3963">
                  <c:v>3965</c:v>
                </c:pt>
                <c:pt idx="3964">
                  <c:v>3966</c:v>
                </c:pt>
                <c:pt idx="3965">
                  <c:v>3967</c:v>
                </c:pt>
                <c:pt idx="3966">
                  <c:v>3968</c:v>
                </c:pt>
                <c:pt idx="3967">
                  <c:v>3969</c:v>
                </c:pt>
                <c:pt idx="3968">
                  <c:v>3970</c:v>
                </c:pt>
                <c:pt idx="3969">
                  <c:v>3971</c:v>
                </c:pt>
                <c:pt idx="3970">
                  <c:v>3972</c:v>
                </c:pt>
                <c:pt idx="3971">
                  <c:v>3973</c:v>
                </c:pt>
                <c:pt idx="3972">
                  <c:v>3974</c:v>
                </c:pt>
                <c:pt idx="3973">
                  <c:v>3975</c:v>
                </c:pt>
                <c:pt idx="3974">
                  <c:v>3976</c:v>
                </c:pt>
                <c:pt idx="3975">
                  <c:v>3977</c:v>
                </c:pt>
                <c:pt idx="3976">
                  <c:v>3978</c:v>
                </c:pt>
                <c:pt idx="3977">
                  <c:v>3979</c:v>
                </c:pt>
                <c:pt idx="3978">
                  <c:v>3980</c:v>
                </c:pt>
                <c:pt idx="3979">
                  <c:v>3981</c:v>
                </c:pt>
                <c:pt idx="3980">
                  <c:v>3982</c:v>
                </c:pt>
                <c:pt idx="3981">
                  <c:v>3983</c:v>
                </c:pt>
                <c:pt idx="3982">
                  <c:v>3984</c:v>
                </c:pt>
                <c:pt idx="3983">
                  <c:v>3985</c:v>
                </c:pt>
                <c:pt idx="3984">
                  <c:v>3986</c:v>
                </c:pt>
                <c:pt idx="3985">
                  <c:v>3987</c:v>
                </c:pt>
                <c:pt idx="3986">
                  <c:v>3988</c:v>
                </c:pt>
                <c:pt idx="3987">
                  <c:v>3989</c:v>
                </c:pt>
                <c:pt idx="3988">
                  <c:v>3990</c:v>
                </c:pt>
                <c:pt idx="3989">
                  <c:v>3991</c:v>
                </c:pt>
                <c:pt idx="3990">
                  <c:v>3992</c:v>
                </c:pt>
                <c:pt idx="3991">
                  <c:v>3993</c:v>
                </c:pt>
                <c:pt idx="3992">
                  <c:v>3994</c:v>
                </c:pt>
                <c:pt idx="3993">
                  <c:v>3995</c:v>
                </c:pt>
                <c:pt idx="3994">
                  <c:v>3996</c:v>
                </c:pt>
                <c:pt idx="3995">
                  <c:v>3997</c:v>
                </c:pt>
                <c:pt idx="3996">
                  <c:v>3998</c:v>
                </c:pt>
                <c:pt idx="3997">
                  <c:v>3999</c:v>
                </c:pt>
                <c:pt idx="3998">
                  <c:v>4000</c:v>
                </c:pt>
                <c:pt idx="3999">
                  <c:v>4001</c:v>
                </c:pt>
                <c:pt idx="4000">
                  <c:v>4002</c:v>
                </c:pt>
                <c:pt idx="4001">
                  <c:v>4003</c:v>
                </c:pt>
                <c:pt idx="4002">
                  <c:v>4004</c:v>
                </c:pt>
                <c:pt idx="4003">
                  <c:v>4005</c:v>
                </c:pt>
                <c:pt idx="4004">
                  <c:v>4006</c:v>
                </c:pt>
                <c:pt idx="4005">
                  <c:v>4007</c:v>
                </c:pt>
                <c:pt idx="4006">
                  <c:v>4008</c:v>
                </c:pt>
                <c:pt idx="4007">
                  <c:v>4009</c:v>
                </c:pt>
                <c:pt idx="4008">
                  <c:v>4010</c:v>
                </c:pt>
                <c:pt idx="4009">
                  <c:v>4011</c:v>
                </c:pt>
                <c:pt idx="4010">
                  <c:v>4012</c:v>
                </c:pt>
                <c:pt idx="4011">
                  <c:v>4013</c:v>
                </c:pt>
                <c:pt idx="4012">
                  <c:v>4014</c:v>
                </c:pt>
                <c:pt idx="4013">
                  <c:v>4015</c:v>
                </c:pt>
                <c:pt idx="4014">
                  <c:v>4016</c:v>
                </c:pt>
                <c:pt idx="4015">
                  <c:v>4017</c:v>
                </c:pt>
                <c:pt idx="4016">
                  <c:v>4018</c:v>
                </c:pt>
                <c:pt idx="4017">
                  <c:v>4019</c:v>
                </c:pt>
                <c:pt idx="4018">
                  <c:v>4020</c:v>
                </c:pt>
                <c:pt idx="4019">
                  <c:v>4021</c:v>
                </c:pt>
                <c:pt idx="4020">
                  <c:v>4022</c:v>
                </c:pt>
                <c:pt idx="4021">
                  <c:v>4023</c:v>
                </c:pt>
                <c:pt idx="4022">
                  <c:v>4024</c:v>
                </c:pt>
                <c:pt idx="4023">
                  <c:v>4025</c:v>
                </c:pt>
                <c:pt idx="4024">
                  <c:v>4026</c:v>
                </c:pt>
                <c:pt idx="4025">
                  <c:v>4027</c:v>
                </c:pt>
                <c:pt idx="4026">
                  <c:v>4028</c:v>
                </c:pt>
                <c:pt idx="4027">
                  <c:v>4029</c:v>
                </c:pt>
                <c:pt idx="4028">
                  <c:v>4030</c:v>
                </c:pt>
                <c:pt idx="4029">
                  <c:v>4031</c:v>
                </c:pt>
                <c:pt idx="4030">
                  <c:v>4032</c:v>
                </c:pt>
                <c:pt idx="4031">
                  <c:v>4033</c:v>
                </c:pt>
                <c:pt idx="4032">
                  <c:v>4034</c:v>
                </c:pt>
                <c:pt idx="4033">
                  <c:v>4035</c:v>
                </c:pt>
                <c:pt idx="4034">
                  <c:v>4036</c:v>
                </c:pt>
                <c:pt idx="4035">
                  <c:v>4037</c:v>
                </c:pt>
                <c:pt idx="4036">
                  <c:v>4038</c:v>
                </c:pt>
                <c:pt idx="4037">
                  <c:v>4039</c:v>
                </c:pt>
                <c:pt idx="4038">
                  <c:v>4040</c:v>
                </c:pt>
                <c:pt idx="4039">
                  <c:v>4041</c:v>
                </c:pt>
                <c:pt idx="4040">
                  <c:v>4042</c:v>
                </c:pt>
                <c:pt idx="4041">
                  <c:v>4043</c:v>
                </c:pt>
                <c:pt idx="4042">
                  <c:v>4044</c:v>
                </c:pt>
                <c:pt idx="4043">
                  <c:v>4045</c:v>
                </c:pt>
                <c:pt idx="4044">
                  <c:v>4046</c:v>
                </c:pt>
                <c:pt idx="4045">
                  <c:v>4047</c:v>
                </c:pt>
                <c:pt idx="4046">
                  <c:v>4048</c:v>
                </c:pt>
                <c:pt idx="4047">
                  <c:v>4049</c:v>
                </c:pt>
                <c:pt idx="4048">
                  <c:v>4050</c:v>
                </c:pt>
                <c:pt idx="4049">
                  <c:v>4051</c:v>
                </c:pt>
                <c:pt idx="4050">
                  <c:v>4052</c:v>
                </c:pt>
                <c:pt idx="4051">
                  <c:v>4053</c:v>
                </c:pt>
                <c:pt idx="4052">
                  <c:v>4054</c:v>
                </c:pt>
                <c:pt idx="4053">
                  <c:v>4055</c:v>
                </c:pt>
                <c:pt idx="4054">
                  <c:v>4056</c:v>
                </c:pt>
                <c:pt idx="4055">
                  <c:v>4057</c:v>
                </c:pt>
                <c:pt idx="4056">
                  <c:v>4058</c:v>
                </c:pt>
                <c:pt idx="4057">
                  <c:v>4059</c:v>
                </c:pt>
                <c:pt idx="4058">
                  <c:v>4060</c:v>
                </c:pt>
                <c:pt idx="4059">
                  <c:v>4061</c:v>
                </c:pt>
                <c:pt idx="4060">
                  <c:v>4062</c:v>
                </c:pt>
                <c:pt idx="4061">
                  <c:v>4063</c:v>
                </c:pt>
                <c:pt idx="4062">
                  <c:v>4064</c:v>
                </c:pt>
                <c:pt idx="4063">
                  <c:v>4065</c:v>
                </c:pt>
                <c:pt idx="4064">
                  <c:v>4066</c:v>
                </c:pt>
                <c:pt idx="4065">
                  <c:v>4067</c:v>
                </c:pt>
                <c:pt idx="4066">
                  <c:v>4068</c:v>
                </c:pt>
                <c:pt idx="4067">
                  <c:v>4069</c:v>
                </c:pt>
                <c:pt idx="4068">
                  <c:v>4070</c:v>
                </c:pt>
                <c:pt idx="4069">
                  <c:v>4071</c:v>
                </c:pt>
                <c:pt idx="4070">
                  <c:v>4072</c:v>
                </c:pt>
                <c:pt idx="4071">
                  <c:v>4073</c:v>
                </c:pt>
                <c:pt idx="4072">
                  <c:v>4074</c:v>
                </c:pt>
                <c:pt idx="4073">
                  <c:v>4075</c:v>
                </c:pt>
                <c:pt idx="4074">
                  <c:v>4076</c:v>
                </c:pt>
                <c:pt idx="4075">
                  <c:v>4077</c:v>
                </c:pt>
                <c:pt idx="4076">
                  <c:v>4078</c:v>
                </c:pt>
                <c:pt idx="4077">
                  <c:v>4079</c:v>
                </c:pt>
                <c:pt idx="4078">
                  <c:v>4080</c:v>
                </c:pt>
                <c:pt idx="4079">
                  <c:v>4081</c:v>
                </c:pt>
                <c:pt idx="4080">
                  <c:v>4082</c:v>
                </c:pt>
                <c:pt idx="4081">
                  <c:v>4083</c:v>
                </c:pt>
                <c:pt idx="4082">
                  <c:v>4084</c:v>
                </c:pt>
                <c:pt idx="4083">
                  <c:v>4085</c:v>
                </c:pt>
                <c:pt idx="4084">
                  <c:v>4086</c:v>
                </c:pt>
                <c:pt idx="4085">
                  <c:v>4087</c:v>
                </c:pt>
                <c:pt idx="4086">
                  <c:v>4088</c:v>
                </c:pt>
                <c:pt idx="4087">
                  <c:v>4089</c:v>
                </c:pt>
                <c:pt idx="4088">
                  <c:v>4090</c:v>
                </c:pt>
                <c:pt idx="4089">
                  <c:v>4091</c:v>
                </c:pt>
                <c:pt idx="4090">
                  <c:v>4092</c:v>
                </c:pt>
                <c:pt idx="4091">
                  <c:v>4093</c:v>
                </c:pt>
                <c:pt idx="4092">
                  <c:v>4094</c:v>
                </c:pt>
                <c:pt idx="4093">
                  <c:v>4095</c:v>
                </c:pt>
                <c:pt idx="4094">
                  <c:v>4096</c:v>
                </c:pt>
                <c:pt idx="4095">
                  <c:v>4097</c:v>
                </c:pt>
                <c:pt idx="4096">
                  <c:v>4098</c:v>
                </c:pt>
                <c:pt idx="4097">
                  <c:v>4099</c:v>
                </c:pt>
                <c:pt idx="4098">
                  <c:v>4100</c:v>
                </c:pt>
                <c:pt idx="4099">
                  <c:v>4101</c:v>
                </c:pt>
                <c:pt idx="4100">
                  <c:v>4102</c:v>
                </c:pt>
                <c:pt idx="4101">
                  <c:v>4103</c:v>
                </c:pt>
                <c:pt idx="4102">
                  <c:v>4104</c:v>
                </c:pt>
                <c:pt idx="4103">
                  <c:v>4105</c:v>
                </c:pt>
                <c:pt idx="4104">
                  <c:v>4106</c:v>
                </c:pt>
                <c:pt idx="4105">
                  <c:v>4107</c:v>
                </c:pt>
                <c:pt idx="4106">
                  <c:v>4108</c:v>
                </c:pt>
                <c:pt idx="4107">
                  <c:v>4109</c:v>
                </c:pt>
                <c:pt idx="4108">
                  <c:v>4110</c:v>
                </c:pt>
                <c:pt idx="4109">
                  <c:v>4111</c:v>
                </c:pt>
                <c:pt idx="4110">
                  <c:v>4112</c:v>
                </c:pt>
                <c:pt idx="4111">
                  <c:v>4113</c:v>
                </c:pt>
                <c:pt idx="4112">
                  <c:v>4114</c:v>
                </c:pt>
                <c:pt idx="4113">
                  <c:v>4115</c:v>
                </c:pt>
                <c:pt idx="4114">
                  <c:v>4116</c:v>
                </c:pt>
                <c:pt idx="4115">
                  <c:v>4117</c:v>
                </c:pt>
                <c:pt idx="4116">
                  <c:v>4118</c:v>
                </c:pt>
                <c:pt idx="4117">
                  <c:v>4119</c:v>
                </c:pt>
                <c:pt idx="4118">
                  <c:v>4120</c:v>
                </c:pt>
                <c:pt idx="4119">
                  <c:v>4121</c:v>
                </c:pt>
                <c:pt idx="4120">
                  <c:v>4122</c:v>
                </c:pt>
                <c:pt idx="4121">
                  <c:v>4123</c:v>
                </c:pt>
                <c:pt idx="4122">
                  <c:v>4124</c:v>
                </c:pt>
                <c:pt idx="4123">
                  <c:v>4125</c:v>
                </c:pt>
                <c:pt idx="4124">
                  <c:v>4126</c:v>
                </c:pt>
                <c:pt idx="4125">
                  <c:v>4127</c:v>
                </c:pt>
                <c:pt idx="4126">
                  <c:v>4128</c:v>
                </c:pt>
                <c:pt idx="4127">
                  <c:v>4129</c:v>
                </c:pt>
                <c:pt idx="4128">
                  <c:v>4130</c:v>
                </c:pt>
                <c:pt idx="4129">
                  <c:v>4131</c:v>
                </c:pt>
                <c:pt idx="4130">
                  <c:v>4132</c:v>
                </c:pt>
                <c:pt idx="4131">
                  <c:v>4133</c:v>
                </c:pt>
                <c:pt idx="4132">
                  <c:v>4134</c:v>
                </c:pt>
                <c:pt idx="4133">
                  <c:v>4135</c:v>
                </c:pt>
                <c:pt idx="4134">
                  <c:v>4136</c:v>
                </c:pt>
                <c:pt idx="4135">
                  <c:v>4137</c:v>
                </c:pt>
                <c:pt idx="4136">
                  <c:v>4138</c:v>
                </c:pt>
                <c:pt idx="4137">
                  <c:v>4139</c:v>
                </c:pt>
                <c:pt idx="4138">
                  <c:v>4140</c:v>
                </c:pt>
                <c:pt idx="4139">
                  <c:v>4141</c:v>
                </c:pt>
                <c:pt idx="4140">
                  <c:v>4142</c:v>
                </c:pt>
                <c:pt idx="4141">
                  <c:v>4143</c:v>
                </c:pt>
                <c:pt idx="4142">
                  <c:v>4144</c:v>
                </c:pt>
                <c:pt idx="4143">
                  <c:v>4145</c:v>
                </c:pt>
                <c:pt idx="4144">
                  <c:v>4146</c:v>
                </c:pt>
                <c:pt idx="4145">
                  <c:v>4147</c:v>
                </c:pt>
                <c:pt idx="4146">
                  <c:v>4148</c:v>
                </c:pt>
                <c:pt idx="4147">
                  <c:v>4149</c:v>
                </c:pt>
                <c:pt idx="4148">
                  <c:v>4150</c:v>
                </c:pt>
                <c:pt idx="4149">
                  <c:v>4151</c:v>
                </c:pt>
                <c:pt idx="4150">
                  <c:v>4152</c:v>
                </c:pt>
                <c:pt idx="4151">
                  <c:v>4153</c:v>
                </c:pt>
                <c:pt idx="4152">
                  <c:v>4154</c:v>
                </c:pt>
                <c:pt idx="4153">
                  <c:v>4155</c:v>
                </c:pt>
                <c:pt idx="4154">
                  <c:v>4156</c:v>
                </c:pt>
                <c:pt idx="4155">
                  <c:v>4157</c:v>
                </c:pt>
                <c:pt idx="4156">
                  <c:v>4158</c:v>
                </c:pt>
                <c:pt idx="4157">
                  <c:v>4159</c:v>
                </c:pt>
                <c:pt idx="4158">
                  <c:v>4160</c:v>
                </c:pt>
                <c:pt idx="4159">
                  <c:v>4161</c:v>
                </c:pt>
                <c:pt idx="4160">
                  <c:v>4162</c:v>
                </c:pt>
                <c:pt idx="4161">
                  <c:v>4163</c:v>
                </c:pt>
                <c:pt idx="4162">
                  <c:v>4164</c:v>
                </c:pt>
                <c:pt idx="4163">
                  <c:v>4165</c:v>
                </c:pt>
                <c:pt idx="4164">
                  <c:v>4166</c:v>
                </c:pt>
                <c:pt idx="4165">
                  <c:v>4167</c:v>
                </c:pt>
                <c:pt idx="4166">
                  <c:v>4168</c:v>
                </c:pt>
                <c:pt idx="4167">
                  <c:v>4169</c:v>
                </c:pt>
                <c:pt idx="4168">
                  <c:v>4170</c:v>
                </c:pt>
                <c:pt idx="4169">
                  <c:v>4171</c:v>
                </c:pt>
                <c:pt idx="4170">
                  <c:v>4172</c:v>
                </c:pt>
                <c:pt idx="4171">
                  <c:v>4173</c:v>
                </c:pt>
                <c:pt idx="4172">
                  <c:v>4174</c:v>
                </c:pt>
                <c:pt idx="4173">
                  <c:v>4175</c:v>
                </c:pt>
                <c:pt idx="4174">
                  <c:v>4176</c:v>
                </c:pt>
                <c:pt idx="4175">
                  <c:v>4177</c:v>
                </c:pt>
                <c:pt idx="4176">
                  <c:v>4178</c:v>
                </c:pt>
                <c:pt idx="4177">
                  <c:v>4179</c:v>
                </c:pt>
                <c:pt idx="4178">
                  <c:v>4180</c:v>
                </c:pt>
                <c:pt idx="4179">
                  <c:v>4181</c:v>
                </c:pt>
                <c:pt idx="4180">
                  <c:v>4182</c:v>
                </c:pt>
                <c:pt idx="4181">
                  <c:v>4183</c:v>
                </c:pt>
                <c:pt idx="4182">
                  <c:v>4184</c:v>
                </c:pt>
                <c:pt idx="4183">
                  <c:v>4185</c:v>
                </c:pt>
                <c:pt idx="4184">
                  <c:v>4186</c:v>
                </c:pt>
                <c:pt idx="4185">
                  <c:v>4187</c:v>
                </c:pt>
                <c:pt idx="4186">
                  <c:v>4188</c:v>
                </c:pt>
                <c:pt idx="4187">
                  <c:v>4189</c:v>
                </c:pt>
                <c:pt idx="4188">
                  <c:v>4190</c:v>
                </c:pt>
                <c:pt idx="4189">
                  <c:v>4191</c:v>
                </c:pt>
                <c:pt idx="4190">
                  <c:v>4192</c:v>
                </c:pt>
                <c:pt idx="4191">
                  <c:v>4193</c:v>
                </c:pt>
                <c:pt idx="4192">
                  <c:v>4194</c:v>
                </c:pt>
                <c:pt idx="4193">
                  <c:v>4195</c:v>
                </c:pt>
                <c:pt idx="4194">
                  <c:v>4196</c:v>
                </c:pt>
                <c:pt idx="4195">
                  <c:v>4197</c:v>
                </c:pt>
                <c:pt idx="4196">
                  <c:v>4198</c:v>
                </c:pt>
                <c:pt idx="4197">
                  <c:v>4199</c:v>
                </c:pt>
                <c:pt idx="4198">
                  <c:v>4200</c:v>
                </c:pt>
                <c:pt idx="4199">
                  <c:v>4201</c:v>
                </c:pt>
                <c:pt idx="4200">
                  <c:v>4202</c:v>
                </c:pt>
                <c:pt idx="4201">
                  <c:v>4203</c:v>
                </c:pt>
                <c:pt idx="4202">
                  <c:v>4204</c:v>
                </c:pt>
                <c:pt idx="4203">
                  <c:v>4205</c:v>
                </c:pt>
                <c:pt idx="4204">
                  <c:v>4206</c:v>
                </c:pt>
                <c:pt idx="4205">
                  <c:v>4207</c:v>
                </c:pt>
                <c:pt idx="4206">
                  <c:v>4208</c:v>
                </c:pt>
                <c:pt idx="4207">
                  <c:v>4209</c:v>
                </c:pt>
                <c:pt idx="4208">
                  <c:v>4210</c:v>
                </c:pt>
                <c:pt idx="4209">
                  <c:v>4211</c:v>
                </c:pt>
                <c:pt idx="4210">
                  <c:v>4212</c:v>
                </c:pt>
                <c:pt idx="4211">
                  <c:v>4213</c:v>
                </c:pt>
                <c:pt idx="4212">
                  <c:v>4214</c:v>
                </c:pt>
                <c:pt idx="4213">
                  <c:v>4215</c:v>
                </c:pt>
                <c:pt idx="4214">
                  <c:v>4216</c:v>
                </c:pt>
                <c:pt idx="4215">
                  <c:v>4217</c:v>
                </c:pt>
                <c:pt idx="4216">
                  <c:v>4218</c:v>
                </c:pt>
                <c:pt idx="4217">
                  <c:v>4219</c:v>
                </c:pt>
                <c:pt idx="4218">
                  <c:v>4220</c:v>
                </c:pt>
                <c:pt idx="4219">
                  <c:v>4221</c:v>
                </c:pt>
                <c:pt idx="4220">
                  <c:v>4222</c:v>
                </c:pt>
                <c:pt idx="4221">
                  <c:v>4223</c:v>
                </c:pt>
                <c:pt idx="4222">
                  <c:v>4224</c:v>
                </c:pt>
                <c:pt idx="4223">
                  <c:v>4225</c:v>
                </c:pt>
                <c:pt idx="4224">
                  <c:v>4226</c:v>
                </c:pt>
                <c:pt idx="4225">
                  <c:v>4227</c:v>
                </c:pt>
                <c:pt idx="4226">
                  <c:v>4228</c:v>
                </c:pt>
                <c:pt idx="4227">
                  <c:v>4229</c:v>
                </c:pt>
                <c:pt idx="4228">
                  <c:v>4230</c:v>
                </c:pt>
                <c:pt idx="4229">
                  <c:v>4231</c:v>
                </c:pt>
                <c:pt idx="4230">
                  <c:v>4232</c:v>
                </c:pt>
                <c:pt idx="4231">
                  <c:v>4233</c:v>
                </c:pt>
                <c:pt idx="4232">
                  <c:v>4234</c:v>
                </c:pt>
                <c:pt idx="4233">
                  <c:v>4235</c:v>
                </c:pt>
                <c:pt idx="4234">
                  <c:v>4236</c:v>
                </c:pt>
                <c:pt idx="4235">
                  <c:v>4237</c:v>
                </c:pt>
                <c:pt idx="4236">
                  <c:v>4238</c:v>
                </c:pt>
                <c:pt idx="4237">
                  <c:v>4239</c:v>
                </c:pt>
                <c:pt idx="4238">
                  <c:v>4240</c:v>
                </c:pt>
                <c:pt idx="4239">
                  <c:v>4241</c:v>
                </c:pt>
                <c:pt idx="4240">
                  <c:v>4242</c:v>
                </c:pt>
                <c:pt idx="4241">
                  <c:v>4243</c:v>
                </c:pt>
                <c:pt idx="4242">
                  <c:v>4244</c:v>
                </c:pt>
                <c:pt idx="4243">
                  <c:v>4245</c:v>
                </c:pt>
                <c:pt idx="4244">
                  <c:v>4246</c:v>
                </c:pt>
                <c:pt idx="4245">
                  <c:v>4247</c:v>
                </c:pt>
                <c:pt idx="4246">
                  <c:v>4248</c:v>
                </c:pt>
                <c:pt idx="4247">
                  <c:v>4249</c:v>
                </c:pt>
                <c:pt idx="4248">
                  <c:v>4250</c:v>
                </c:pt>
                <c:pt idx="4249">
                  <c:v>4251</c:v>
                </c:pt>
                <c:pt idx="4250">
                  <c:v>4252</c:v>
                </c:pt>
                <c:pt idx="4251">
                  <c:v>4253</c:v>
                </c:pt>
                <c:pt idx="4252">
                  <c:v>4254</c:v>
                </c:pt>
                <c:pt idx="4253">
                  <c:v>4255</c:v>
                </c:pt>
                <c:pt idx="4254">
                  <c:v>4256</c:v>
                </c:pt>
                <c:pt idx="4255">
                  <c:v>4257</c:v>
                </c:pt>
                <c:pt idx="4256">
                  <c:v>4258</c:v>
                </c:pt>
                <c:pt idx="4257">
                  <c:v>4259</c:v>
                </c:pt>
                <c:pt idx="4258">
                  <c:v>4260</c:v>
                </c:pt>
                <c:pt idx="4259">
                  <c:v>4261</c:v>
                </c:pt>
                <c:pt idx="4260">
                  <c:v>4262</c:v>
                </c:pt>
                <c:pt idx="4261">
                  <c:v>4263</c:v>
                </c:pt>
                <c:pt idx="4262">
                  <c:v>4264</c:v>
                </c:pt>
                <c:pt idx="4263">
                  <c:v>4265</c:v>
                </c:pt>
                <c:pt idx="4264">
                  <c:v>4266</c:v>
                </c:pt>
                <c:pt idx="4265">
                  <c:v>4267</c:v>
                </c:pt>
                <c:pt idx="4266">
                  <c:v>4268</c:v>
                </c:pt>
                <c:pt idx="4267">
                  <c:v>4269</c:v>
                </c:pt>
                <c:pt idx="4268">
                  <c:v>4270</c:v>
                </c:pt>
                <c:pt idx="4269">
                  <c:v>4271</c:v>
                </c:pt>
                <c:pt idx="4270">
                  <c:v>4272</c:v>
                </c:pt>
                <c:pt idx="4271">
                  <c:v>4273</c:v>
                </c:pt>
                <c:pt idx="4272">
                  <c:v>4274</c:v>
                </c:pt>
                <c:pt idx="4273">
                  <c:v>4275</c:v>
                </c:pt>
                <c:pt idx="4274">
                  <c:v>4276</c:v>
                </c:pt>
                <c:pt idx="4275">
                  <c:v>4277</c:v>
                </c:pt>
                <c:pt idx="4276">
                  <c:v>4278</c:v>
                </c:pt>
                <c:pt idx="4277">
                  <c:v>4279</c:v>
                </c:pt>
                <c:pt idx="4278">
                  <c:v>4280</c:v>
                </c:pt>
                <c:pt idx="4279">
                  <c:v>4281</c:v>
                </c:pt>
                <c:pt idx="4280">
                  <c:v>4282</c:v>
                </c:pt>
                <c:pt idx="4281">
                  <c:v>4283</c:v>
                </c:pt>
                <c:pt idx="4282">
                  <c:v>4284</c:v>
                </c:pt>
                <c:pt idx="4283">
                  <c:v>4285</c:v>
                </c:pt>
                <c:pt idx="4284">
                  <c:v>4286</c:v>
                </c:pt>
                <c:pt idx="4285">
                  <c:v>4287</c:v>
                </c:pt>
                <c:pt idx="4286">
                  <c:v>4288</c:v>
                </c:pt>
                <c:pt idx="4287">
                  <c:v>4289</c:v>
                </c:pt>
                <c:pt idx="4288">
                  <c:v>4290</c:v>
                </c:pt>
                <c:pt idx="4289">
                  <c:v>4291</c:v>
                </c:pt>
                <c:pt idx="4290">
                  <c:v>4292</c:v>
                </c:pt>
                <c:pt idx="4291">
                  <c:v>4293</c:v>
                </c:pt>
                <c:pt idx="4292">
                  <c:v>4294</c:v>
                </c:pt>
                <c:pt idx="4293">
                  <c:v>4295</c:v>
                </c:pt>
                <c:pt idx="4294">
                  <c:v>4296</c:v>
                </c:pt>
                <c:pt idx="4295">
                  <c:v>4297</c:v>
                </c:pt>
                <c:pt idx="4296">
                  <c:v>4298</c:v>
                </c:pt>
                <c:pt idx="4297">
                  <c:v>4299</c:v>
                </c:pt>
                <c:pt idx="4298">
                  <c:v>4300</c:v>
                </c:pt>
                <c:pt idx="4299">
                  <c:v>4301</c:v>
                </c:pt>
                <c:pt idx="4300">
                  <c:v>4302</c:v>
                </c:pt>
                <c:pt idx="4301">
                  <c:v>4303</c:v>
                </c:pt>
                <c:pt idx="4302">
                  <c:v>4304</c:v>
                </c:pt>
                <c:pt idx="4303">
                  <c:v>4305</c:v>
                </c:pt>
                <c:pt idx="4304">
                  <c:v>4306</c:v>
                </c:pt>
                <c:pt idx="4305">
                  <c:v>4307</c:v>
                </c:pt>
                <c:pt idx="4306">
                  <c:v>4308</c:v>
                </c:pt>
                <c:pt idx="4307">
                  <c:v>4309</c:v>
                </c:pt>
                <c:pt idx="4308">
                  <c:v>4310</c:v>
                </c:pt>
                <c:pt idx="4309">
                  <c:v>4311</c:v>
                </c:pt>
                <c:pt idx="4310">
                  <c:v>4312</c:v>
                </c:pt>
                <c:pt idx="4311">
                  <c:v>4313</c:v>
                </c:pt>
                <c:pt idx="4312">
                  <c:v>4314</c:v>
                </c:pt>
                <c:pt idx="4313">
                  <c:v>4315</c:v>
                </c:pt>
                <c:pt idx="4314">
                  <c:v>4316</c:v>
                </c:pt>
                <c:pt idx="4315">
                  <c:v>4317</c:v>
                </c:pt>
                <c:pt idx="4316">
                  <c:v>4318</c:v>
                </c:pt>
                <c:pt idx="4317">
                  <c:v>4319</c:v>
                </c:pt>
                <c:pt idx="4318">
                  <c:v>4320</c:v>
                </c:pt>
                <c:pt idx="4319">
                  <c:v>4321</c:v>
                </c:pt>
                <c:pt idx="4320">
                  <c:v>4322</c:v>
                </c:pt>
                <c:pt idx="4321">
                  <c:v>4323</c:v>
                </c:pt>
                <c:pt idx="4322">
                  <c:v>4324</c:v>
                </c:pt>
                <c:pt idx="4323">
                  <c:v>4325</c:v>
                </c:pt>
                <c:pt idx="4324">
                  <c:v>4326</c:v>
                </c:pt>
                <c:pt idx="4325">
                  <c:v>4327</c:v>
                </c:pt>
                <c:pt idx="4326">
                  <c:v>4328</c:v>
                </c:pt>
                <c:pt idx="4327">
                  <c:v>4329</c:v>
                </c:pt>
                <c:pt idx="4328">
                  <c:v>4330</c:v>
                </c:pt>
                <c:pt idx="4329">
                  <c:v>4331</c:v>
                </c:pt>
                <c:pt idx="4330">
                  <c:v>4332</c:v>
                </c:pt>
                <c:pt idx="4331">
                  <c:v>4333</c:v>
                </c:pt>
                <c:pt idx="4332">
                  <c:v>4334</c:v>
                </c:pt>
                <c:pt idx="4333">
                  <c:v>4335</c:v>
                </c:pt>
                <c:pt idx="4334">
                  <c:v>4336</c:v>
                </c:pt>
                <c:pt idx="4335">
                  <c:v>4337</c:v>
                </c:pt>
                <c:pt idx="4336">
                  <c:v>4338</c:v>
                </c:pt>
                <c:pt idx="4337">
                  <c:v>4339</c:v>
                </c:pt>
                <c:pt idx="4338">
                  <c:v>4340</c:v>
                </c:pt>
                <c:pt idx="4339">
                  <c:v>4341</c:v>
                </c:pt>
                <c:pt idx="4340">
                  <c:v>4342</c:v>
                </c:pt>
                <c:pt idx="4341">
                  <c:v>4343</c:v>
                </c:pt>
                <c:pt idx="4342">
                  <c:v>4344</c:v>
                </c:pt>
                <c:pt idx="4343">
                  <c:v>4345</c:v>
                </c:pt>
                <c:pt idx="4344">
                  <c:v>4346</c:v>
                </c:pt>
                <c:pt idx="4345">
                  <c:v>4347</c:v>
                </c:pt>
                <c:pt idx="4346">
                  <c:v>4348</c:v>
                </c:pt>
                <c:pt idx="4347">
                  <c:v>4349</c:v>
                </c:pt>
                <c:pt idx="4348">
                  <c:v>4350</c:v>
                </c:pt>
                <c:pt idx="4349">
                  <c:v>4351</c:v>
                </c:pt>
                <c:pt idx="4350">
                  <c:v>4352</c:v>
                </c:pt>
                <c:pt idx="4351">
                  <c:v>4353</c:v>
                </c:pt>
                <c:pt idx="4352">
                  <c:v>4354</c:v>
                </c:pt>
                <c:pt idx="4353">
                  <c:v>4355</c:v>
                </c:pt>
                <c:pt idx="4354">
                  <c:v>4356</c:v>
                </c:pt>
                <c:pt idx="4355">
                  <c:v>4357</c:v>
                </c:pt>
                <c:pt idx="4356">
                  <c:v>4358</c:v>
                </c:pt>
                <c:pt idx="4357">
                  <c:v>4359</c:v>
                </c:pt>
                <c:pt idx="4358">
                  <c:v>4360</c:v>
                </c:pt>
                <c:pt idx="4359">
                  <c:v>4361</c:v>
                </c:pt>
                <c:pt idx="4360">
                  <c:v>4362</c:v>
                </c:pt>
                <c:pt idx="4361">
                  <c:v>4363</c:v>
                </c:pt>
                <c:pt idx="4362">
                  <c:v>4364</c:v>
                </c:pt>
                <c:pt idx="4363">
                  <c:v>4365</c:v>
                </c:pt>
                <c:pt idx="4364">
                  <c:v>4366</c:v>
                </c:pt>
                <c:pt idx="4365">
                  <c:v>4367</c:v>
                </c:pt>
                <c:pt idx="4366">
                  <c:v>4368</c:v>
                </c:pt>
                <c:pt idx="4367">
                  <c:v>4369</c:v>
                </c:pt>
                <c:pt idx="4368">
                  <c:v>4370</c:v>
                </c:pt>
                <c:pt idx="4369">
                  <c:v>4371</c:v>
                </c:pt>
                <c:pt idx="4370">
                  <c:v>4372</c:v>
                </c:pt>
                <c:pt idx="4371">
                  <c:v>4373</c:v>
                </c:pt>
                <c:pt idx="4372">
                  <c:v>4374</c:v>
                </c:pt>
                <c:pt idx="4373">
                  <c:v>4375</c:v>
                </c:pt>
                <c:pt idx="4374">
                  <c:v>4376</c:v>
                </c:pt>
                <c:pt idx="4375">
                  <c:v>4377</c:v>
                </c:pt>
                <c:pt idx="4376">
                  <c:v>4378</c:v>
                </c:pt>
                <c:pt idx="4377">
                  <c:v>4379</c:v>
                </c:pt>
                <c:pt idx="4378">
                  <c:v>4380</c:v>
                </c:pt>
                <c:pt idx="4379">
                  <c:v>4381</c:v>
                </c:pt>
                <c:pt idx="4380">
                  <c:v>4382</c:v>
                </c:pt>
                <c:pt idx="4381">
                  <c:v>4383</c:v>
                </c:pt>
                <c:pt idx="4382">
                  <c:v>4384</c:v>
                </c:pt>
                <c:pt idx="4383">
                  <c:v>4385</c:v>
                </c:pt>
                <c:pt idx="4384">
                  <c:v>4386</c:v>
                </c:pt>
                <c:pt idx="4385">
                  <c:v>4387</c:v>
                </c:pt>
                <c:pt idx="4386">
                  <c:v>4388</c:v>
                </c:pt>
                <c:pt idx="4387">
                  <c:v>4389</c:v>
                </c:pt>
                <c:pt idx="4388">
                  <c:v>4390</c:v>
                </c:pt>
                <c:pt idx="4389">
                  <c:v>4391</c:v>
                </c:pt>
                <c:pt idx="4390">
                  <c:v>4392</c:v>
                </c:pt>
                <c:pt idx="4391">
                  <c:v>4393</c:v>
                </c:pt>
                <c:pt idx="4392">
                  <c:v>4394</c:v>
                </c:pt>
                <c:pt idx="4393">
                  <c:v>4395</c:v>
                </c:pt>
                <c:pt idx="4394">
                  <c:v>4396</c:v>
                </c:pt>
                <c:pt idx="4395">
                  <c:v>4397</c:v>
                </c:pt>
                <c:pt idx="4396">
                  <c:v>4398</c:v>
                </c:pt>
                <c:pt idx="4397">
                  <c:v>4399</c:v>
                </c:pt>
                <c:pt idx="4398">
                  <c:v>4400</c:v>
                </c:pt>
                <c:pt idx="4399">
                  <c:v>4401</c:v>
                </c:pt>
                <c:pt idx="4400">
                  <c:v>4402</c:v>
                </c:pt>
                <c:pt idx="4401">
                  <c:v>4403</c:v>
                </c:pt>
                <c:pt idx="4402">
                  <c:v>4404</c:v>
                </c:pt>
                <c:pt idx="4403">
                  <c:v>4405</c:v>
                </c:pt>
                <c:pt idx="4404">
                  <c:v>4406</c:v>
                </c:pt>
                <c:pt idx="4405">
                  <c:v>4407</c:v>
                </c:pt>
                <c:pt idx="4406">
                  <c:v>4408</c:v>
                </c:pt>
                <c:pt idx="4407">
                  <c:v>4409</c:v>
                </c:pt>
                <c:pt idx="4408">
                  <c:v>4410</c:v>
                </c:pt>
                <c:pt idx="4409">
                  <c:v>4411</c:v>
                </c:pt>
                <c:pt idx="4410">
                  <c:v>4412</c:v>
                </c:pt>
                <c:pt idx="4411">
                  <c:v>4413</c:v>
                </c:pt>
                <c:pt idx="4412">
                  <c:v>4414</c:v>
                </c:pt>
                <c:pt idx="4413">
                  <c:v>4415</c:v>
                </c:pt>
                <c:pt idx="4414">
                  <c:v>4416</c:v>
                </c:pt>
                <c:pt idx="4415">
                  <c:v>4417</c:v>
                </c:pt>
                <c:pt idx="4416">
                  <c:v>4418</c:v>
                </c:pt>
                <c:pt idx="4417">
                  <c:v>4419</c:v>
                </c:pt>
                <c:pt idx="4418">
                  <c:v>4420</c:v>
                </c:pt>
                <c:pt idx="4419">
                  <c:v>4421</c:v>
                </c:pt>
                <c:pt idx="4420">
                  <c:v>4422</c:v>
                </c:pt>
                <c:pt idx="4421">
                  <c:v>4423</c:v>
                </c:pt>
                <c:pt idx="4422">
                  <c:v>4424</c:v>
                </c:pt>
                <c:pt idx="4423">
                  <c:v>4425</c:v>
                </c:pt>
                <c:pt idx="4424">
                  <c:v>4426</c:v>
                </c:pt>
                <c:pt idx="4425">
                  <c:v>4427</c:v>
                </c:pt>
                <c:pt idx="4426">
                  <c:v>4428</c:v>
                </c:pt>
                <c:pt idx="4427">
                  <c:v>4429</c:v>
                </c:pt>
                <c:pt idx="4428">
                  <c:v>4430</c:v>
                </c:pt>
                <c:pt idx="4429">
                  <c:v>4431</c:v>
                </c:pt>
                <c:pt idx="4430">
                  <c:v>4432</c:v>
                </c:pt>
                <c:pt idx="4431">
                  <c:v>4433</c:v>
                </c:pt>
                <c:pt idx="4432">
                  <c:v>4434</c:v>
                </c:pt>
                <c:pt idx="4433">
                  <c:v>4435</c:v>
                </c:pt>
                <c:pt idx="4434">
                  <c:v>4436</c:v>
                </c:pt>
                <c:pt idx="4435">
                  <c:v>4437</c:v>
                </c:pt>
                <c:pt idx="4436">
                  <c:v>4438</c:v>
                </c:pt>
                <c:pt idx="4437">
                  <c:v>4439</c:v>
                </c:pt>
                <c:pt idx="4438">
                  <c:v>4440</c:v>
                </c:pt>
                <c:pt idx="4439">
                  <c:v>4441</c:v>
                </c:pt>
                <c:pt idx="4440">
                  <c:v>4442</c:v>
                </c:pt>
                <c:pt idx="4441">
                  <c:v>4443</c:v>
                </c:pt>
                <c:pt idx="4442">
                  <c:v>4444</c:v>
                </c:pt>
                <c:pt idx="4443">
                  <c:v>4445</c:v>
                </c:pt>
                <c:pt idx="4444">
                  <c:v>4446</c:v>
                </c:pt>
                <c:pt idx="4445">
                  <c:v>4447</c:v>
                </c:pt>
                <c:pt idx="4446">
                  <c:v>4448</c:v>
                </c:pt>
                <c:pt idx="4447">
                  <c:v>4449</c:v>
                </c:pt>
                <c:pt idx="4448">
                  <c:v>4450</c:v>
                </c:pt>
                <c:pt idx="4449">
                  <c:v>4451</c:v>
                </c:pt>
                <c:pt idx="4450">
                  <c:v>4452</c:v>
                </c:pt>
                <c:pt idx="4451">
                  <c:v>4453</c:v>
                </c:pt>
                <c:pt idx="4452">
                  <c:v>4454</c:v>
                </c:pt>
                <c:pt idx="4453">
                  <c:v>4455</c:v>
                </c:pt>
                <c:pt idx="4454">
                  <c:v>4456</c:v>
                </c:pt>
                <c:pt idx="4455">
                  <c:v>4457</c:v>
                </c:pt>
                <c:pt idx="4456">
                  <c:v>4458</c:v>
                </c:pt>
                <c:pt idx="4457">
                  <c:v>4459</c:v>
                </c:pt>
                <c:pt idx="4458">
                  <c:v>4460</c:v>
                </c:pt>
                <c:pt idx="4459">
                  <c:v>4461</c:v>
                </c:pt>
                <c:pt idx="4460">
                  <c:v>4462</c:v>
                </c:pt>
                <c:pt idx="4461">
                  <c:v>4463</c:v>
                </c:pt>
                <c:pt idx="4462">
                  <c:v>4464</c:v>
                </c:pt>
                <c:pt idx="4463">
                  <c:v>4465</c:v>
                </c:pt>
                <c:pt idx="4464">
                  <c:v>4466</c:v>
                </c:pt>
                <c:pt idx="4465">
                  <c:v>4467</c:v>
                </c:pt>
                <c:pt idx="4466">
                  <c:v>4468</c:v>
                </c:pt>
                <c:pt idx="4467">
                  <c:v>4469</c:v>
                </c:pt>
                <c:pt idx="4468">
                  <c:v>4470</c:v>
                </c:pt>
                <c:pt idx="4469">
                  <c:v>4471</c:v>
                </c:pt>
                <c:pt idx="4470">
                  <c:v>4472</c:v>
                </c:pt>
                <c:pt idx="4471">
                  <c:v>4473</c:v>
                </c:pt>
                <c:pt idx="4472">
                  <c:v>4474</c:v>
                </c:pt>
                <c:pt idx="4473">
                  <c:v>4475</c:v>
                </c:pt>
                <c:pt idx="4474">
                  <c:v>4476</c:v>
                </c:pt>
                <c:pt idx="4475">
                  <c:v>4477</c:v>
                </c:pt>
                <c:pt idx="4476">
                  <c:v>4478</c:v>
                </c:pt>
                <c:pt idx="4477">
                  <c:v>4479</c:v>
                </c:pt>
                <c:pt idx="4478">
                  <c:v>4480</c:v>
                </c:pt>
                <c:pt idx="4479">
                  <c:v>4481</c:v>
                </c:pt>
                <c:pt idx="4480">
                  <c:v>4482</c:v>
                </c:pt>
                <c:pt idx="4481">
                  <c:v>4483</c:v>
                </c:pt>
                <c:pt idx="4482">
                  <c:v>4484</c:v>
                </c:pt>
                <c:pt idx="4483">
                  <c:v>4485</c:v>
                </c:pt>
                <c:pt idx="4484">
                  <c:v>4486</c:v>
                </c:pt>
                <c:pt idx="4485">
                  <c:v>4487</c:v>
                </c:pt>
                <c:pt idx="4486">
                  <c:v>4488</c:v>
                </c:pt>
                <c:pt idx="4487">
                  <c:v>4489</c:v>
                </c:pt>
                <c:pt idx="4488">
                  <c:v>4490</c:v>
                </c:pt>
                <c:pt idx="4489">
                  <c:v>4491</c:v>
                </c:pt>
                <c:pt idx="4490">
                  <c:v>4492</c:v>
                </c:pt>
                <c:pt idx="4491">
                  <c:v>4493</c:v>
                </c:pt>
                <c:pt idx="4492">
                  <c:v>4494</c:v>
                </c:pt>
                <c:pt idx="4493">
                  <c:v>4495</c:v>
                </c:pt>
                <c:pt idx="4494">
                  <c:v>4496</c:v>
                </c:pt>
                <c:pt idx="4495">
                  <c:v>4497</c:v>
                </c:pt>
                <c:pt idx="4496">
                  <c:v>4498</c:v>
                </c:pt>
                <c:pt idx="4497">
                  <c:v>4499</c:v>
                </c:pt>
                <c:pt idx="4498">
                  <c:v>4500</c:v>
                </c:pt>
                <c:pt idx="4499">
                  <c:v>4501</c:v>
                </c:pt>
                <c:pt idx="4500">
                  <c:v>4502</c:v>
                </c:pt>
                <c:pt idx="4501">
                  <c:v>4503</c:v>
                </c:pt>
                <c:pt idx="4502">
                  <c:v>4504</c:v>
                </c:pt>
                <c:pt idx="4503">
                  <c:v>4505</c:v>
                </c:pt>
                <c:pt idx="4504">
                  <c:v>4506</c:v>
                </c:pt>
                <c:pt idx="4505">
                  <c:v>4507</c:v>
                </c:pt>
                <c:pt idx="4506">
                  <c:v>4508</c:v>
                </c:pt>
                <c:pt idx="4507">
                  <c:v>4509</c:v>
                </c:pt>
                <c:pt idx="4508">
                  <c:v>4510</c:v>
                </c:pt>
                <c:pt idx="4509">
                  <c:v>4511</c:v>
                </c:pt>
                <c:pt idx="4510">
                  <c:v>4512</c:v>
                </c:pt>
                <c:pt idx="4511">
                  <c:v>4513</c:v>
                </c:pt>
                <c:pt idx="4512">
                  <c:v>4514</c:v>
                </c:pt>
                <c:pt idx="4513">
                  <c:v>4515</c:v>
                </c:pt>
                <c:pt idx="4514">
                  <c:v>4516</c:v>
                </c:pt>
                <c:pt idx="4515">
                  <c:v>4517</c:v>
                </c:pt>
                <c:pt idx="4516">
                  <c:v>4518</c:v>
                </c:pt>
                <c:pt idx="4517">
                  <c:v>4519</c:v>
                </c:pt>
                <c:pt idx="4518">
                  <c:v>4520</c:v>
                </c:pt>
                <c:pt idx="4519">
                  <c:v>4521</c:v>
                </c:pt>
                <c:pt idx="4520">
                  <c:v>4522</c:v>
                </c:pt>
                <c:pt idx="4521">
                  <c:v>4523</c:v>
                </c:pt>
                <c:pt idx="4522">
                  <c:v>4524</c:v>
                </c:pt>
                <c:pt idx="4523">
                  <c:v>4525</c:v>
                </c:pt>
                <c:pt idx="4524">
                  <c:v>4526</c:v>
                </c:pt>
                <c:pt idx="4525">
                  <c:v>4527</c:v>
                </c:pt>
                <c:pt idx="4526">
                  <c:v>4528</c:v>
                </c:pt>
                <c:pt idx="4527">
                  <c:v>4529</c:v>
                </c:pt>
                <c:pt idx="4528">
                  <c:v>4530</c:v>
                </c:pt>
                <c:pt idx="4529">
                  <c:v>4531</c:v>
                </c:pt>
                <c:pt idx="4530">
                  <c:v>4532</c:v>
                </c:pt>
                <c:pt idx="4531">
                  <c:v>4533</c:v>
                </c:pt>
                <c:pt idx="4532">
                  <c:v>4534</c:v>
                </c:pt>
                <c:pt idx="4533">
                  <c:v>4535</c:v>
                </c:pt>
                <c:pt idx="4534">
                  <c:v>4536</c:v>
                </c:pt>
                <c:pt idx="4535">
                  <c:v>4537</c:v>
                </c:pt>
                <c:pt idx="4536">
                  <c:v>4538</c:v>
                </c:pt>
                <c:pt idx="4537">
                  <c:v>4539</c:v>
                </c:pt>
                <c:pt idx="4538">
                  <c:v>4540</c:v>
                </c:pt>
                <c:pt idx="4539">
                  <c:v>4541</c:v>
                </c:pt>
                <c:pt idx="4540">
                  <c:v>4542</c:v>
                </c:pt>
                <c:pt idx="4541">
                  <c:v>4543</c:v>
                </c:pt>
                <c:pt idx="4542">
                  <c:v>4544</c:v>
                </c:pt>
                <c:pt idx="4543">
                  <c:v>4545</c:v>
                </c:pt>
                <c:pt idx="4544">
                  <c:v>4546</c:v>
                </c:pt>
                <c:pt idx="4545">
                  <c:v>4547</c:v>
                </c:pt>
                <c:pt idx="4546">
                  <c:v>4548</c:v>
                </c:pt>
                <c:pt idx="4547">
                  <c:v>4549</c:v>
                </c:pt>
                <c:pt idx="4548">
                  <c:v>4550</c:v>
                </c:pt>
                <c:pt idx="4549">
                  <c:v>4551</c:v>
                </c:pt>
                <c:pt idx="4550">
                  <c:v>4552</c:v>
                </c:pt>
                <c:pt idx="4551">
                  <c:v>4553</c:v>
                </c:pt>
                <c:pt idx="4552">
                  <c:v>4554</c:v>
                </c:pt>
                <c:pt idx="4553">
                  <c:v>4555</c:v>
                </c:pt>
                <c:pt idx="4554">
                  <c:v>4556</c:v>
                </c:pt>
                <c:pt idx="4555">
                  <c:v>4557</c:v>
                </c:pt>
                <c:pt idx="4556">
                  <c:v>4558</c:v>
                </c:pt>
                <c:pt idx="4557">
                  <c:v>4559</c:v>
                </c:pt>
                <c:pt idx="4558">
                  <c:v>4560</c:v>
                </c:pt>
                <c:pt idx="4559">
                  <c:v>4561</c:v>
                </c:pt>
                <c:pt idx="4560">
                  <c:v>4562</c:v>
                </c:pt>
                <c:pt idx="4561">
                  <c:v>4563</c:v>
                </c:pt>
                <c:pt idx="4562">
                  <c:v>4564</c:v>
                </c:pt>
                <c:pt idx="4563">
                  <c:v>4565</c:v>
                </c:pt>
                <c:pt idx="4564">
                  <c:v>4566</c:v>
                </c:pt>
                <c:pt idx="4565">
                  <c:v>4567</c:v>
                </c:pt>
                <c:pt idx="4566">
                  <c:v>4568</c:v>
                </c:pt>
                <c:pt idx="4567">
                  <c:v>4569</c:v>
                </c:pt>
                <c:pt idx="4568">
                  <c:v>4570</c:v>
                </c:pt>
                <c:pt idx="4569">
                  <c:v>4571</c:v>
                </c:pt>
                <c:pt idx="4570">
                  <c:v>4572</c:v>
                </c:pt>
                <c:pt idx="4571">
                  <c:v>4573</c:v>
                </c:pt>
                <c:pt idx="4572">
                  <c:v>4574</c:v>
                </c:pt>
                <c:pt idx="4573">
                  <c:v>4575</c:v>
                </c:pt>
                <c:pt idx="4574">
                  <c:v>4576</c:v>
                </c:pt>
                <c:pt idx="4575">
                  <c:v>4577</c:v>
                </c:pt>
                <c:pt idx="4576">
                  <c:v>4578</c:v>
                </c:pt>
                <c:pt idx="4577">
                  <c:v>4579</c:v>
                </c:pt>
                <c:pt idx="4578">
                  <c:v>4580</c:v>
                </c:pt>
                <c:pt idx="4579">
                  <c:v>4581</c:v>
                </c:pt>
                <c:pt idx="4580">
                  <c:v>4582</c:v>
                </c:pt>
                <c:pt idx="4581">
                  <c:v>4583</c:v>
                </c:pt>
                <c:pt idx="4582">
                  <c:v>4584</c:v>
                </c:pt>
                <c:pt idx="4583">
                  <c:v>4585</c:v>
                </c:pt>
                <c:pt idx="4584">
                  <c:v>4586</c:v>
                </c:pt>
                <c:pt idx="4585">
                  <c:v>4587</c:v>
                </c:pt>
                <c:pt idx="4586">
                  <c:v>4588</c:v>
                </c:pt>
                <c:pt idx="4587">
                  <c:v>4589</c:v>
                </c:pt>
                <c:pt idx="4588">
                  <c:v>4590</c:v>
                </c:pt>
                <c:pt idx="4589">
                  <c:v>4591</c:v>
                </c:pt>
                <c:pt idx="4590">
                  <c:v>4592</c:v>
                </c:pt>
                <c:pt idx="4591">
                  <c:v>4593</c:v>
                </c:pt>
                <c:pt idx="4592">
                  <c:v>4594</c:v>
                </c:pt>
                <c:pt idx="4593">
                  <c:v>4595</c:v>
                </c:pt>
                <c:pt idx="4594">
                  <c:v>4596</c:v>
                </c:pt>
                <c:pt idx="4595">
                  <c:v>4597</c:v>
                </c:pt>
                <c:pt idx="4596">
                  <c:v>4598</c:v>
                </c:pt>
                <c:pt idx="4597">
                  <c:v>4599</c:v>
                </c:pt>
                <c:pt idx="4598">
                  <c:v>4600</c:v>
                </c:pt>
                <c:pt idx="4599">
                  <c:v>4601</c:v>
                </c:pt>
                <c:pt idx="4600">
                  <c:v>4602</c:v>
                </c:pt>
                <c:pt idx="4601">
                  <c:v>4603</c:v>
                </c:pt>
                <c:pt idx="4602">
                  <c:v>4604</c:v>
                </c:pt>
                <c:pt idx="4603">
                  <c:v>4605</c:v>
                </c:pt>
                <c:pt idx="4604">
                  <c:v>4606</c:v>
                </c:pt>
                <c:pt idx="4605">
                  <c:v>4607</c:v>
                </c:pt>
                <c:pt idx="4606">
                  <c:v>4608</c:v>
                </c:pt>
                <c:pt idx="4607">
                  <c:v>4609</c:v>
                </c:pt>
                <c:pt idx="4608">
                  <c:v>4610</c:v>
                </c:pt>
                <c:pt idx="4609">
                  <c:v>4611</c:v>
                </c:pt>
                <c:pt idx="4610">
                  <c:v>4612</c:v>
                </c:pt>
                <c:pt idx="4611">
                  <c:v>4613</c:v>
                </c:pt>
                <c:pt idx="4612">
                  <c:v>4614</c:v>
                </c:pt>
                <c:pt idx="4613">
                  <c:v>4615</c:v>
                </c:pt>
                <c:pt idx="4614">
                  <c:v>4616</c:v>
                </c:pt>
                <c:pt idx="4615">
                  <c:v>4617</c:v>
                </c:pt>
                <c:pt idx="4616">
                  <c:v>4618</c:v>
                </c:pt>
                <c:pt idx="4617">
                  <c:v>4619</c:v>
                </c:pt>
                <c:pt idx="4618">
                  <c:v>4620</c:v>
                </c:pt>
                <c:pt idx="4619">
                  <c:v>4621</c:v>
                </c:pt>
                <c:pt idx="4620">
                  <c:v>4622</c:v>
                </c:pt>
                <c:pt idx="4621">
                  <c:v>4623</c:v>
                </c:pt>
                <c:pt idx="4622">
                  <c:v>4624</c:v>
                </c:pt>
                <c:pt idx="4623">
                  <c:v>4625</c:v>
                </c:pt>
                <c:pt idx="4624">
                  <c:v>4626</c:v>
                </c:pt>
                <c:pt idx="4625">
                  <c:v>4627</c:v>
                </c:pt>
                <c:pt idx="4626">
                  <c:v>4628</c:v>
                </c:pt>
                <c:pt idx="4627">
                  <c:v>4629</c:v>
                </c:pt>
                <c:pt idx="4628">
                  <c:v>4630</c:v>
                </c:pt>
                <c:pt idx="4629">
                  <c:v>4631</c:v>
                </c:pt>
                <c:pt idx="4630">
                  <c:v>4632</c:v>
                </c:pt>
                <c:pt idx="4631">
                  <c:v>4633</c:v>
                </c:pt>
                <c:pt idx="4632">
                  <c:v>4634</c:v>
                </c:pt>
                <c:pt idx="4633">
                  <c:v>4635</c:v>
                </c:pt>
                <c:pt idx="4634">
                  <c:v>4636</c:v>
                </c:pt>
                <c:pt idx="4635">
                  <c:v>4637</c:v>
                </c:pt>
                <c:pt idx="4636">
                  <c:v>4638</c:v>
                </c:pt>
                <c:pt idx="4637">
                  <c:v>4639</c:v>
                </c:pt>
                <c:pt idx="4638">
                  <c:v>4640</c:v>
                </c:pt>
                <c:pt idx="4639">
                  <c:v>4641</c:v>
                </c:pt>
                <c:pt idx="4640">
                  <c:v>4642</c:v>
                </c:pt>
                <c:pt idx="4641">
                  <c:v>4643</c:v>
                </c:pt>
                <c:pt idx="4642">
                  <c:v>4644</c:v>
                </c:pt>
                <c:pt idx="4643">
                  <c:v>4645</c:v>
                </c:pt>
                <c:pt idx="4644">
                  <c:v>4646</c:v>
                </c:pt>
                <c:pt idx="4645">
                  <c:v>4647</c:v>
                </c:pt>
                <c:pt idx="4646">
                  <c:v>4648</c:v>
                </c:pt>
                <c:pt idx="4647">
                  <c:v>4649</c:v>
                </c:pt>
                <c:pt idx="4648">
                  <c:v>4650</c:v>
                </c:pt>
                <c:pt idx="4649">
                  <c:v>4651</c:v>
                </c:pt>
                <c:pt idx="4650">
                  <c:v>4652</c:v>
                </c:pt>
                <c:pt idx="4651">
                  <c:v>4653</c:v>
                </c:pt>
                <c:pt idx="4652">
                  <c:v>4654</c:v>
                </c:pt>
                <c:pt idx="4653">
                  <c:v>4655</c:v>
                </c:pt>
                <c:pt idx="4654">
                  <c:v>4656</c:v>
                </c:pt>
                <c:pt idx="4655">
                  <c:v>4657</c:v>
                </c:pt>
                <c:pt idx="4656">
                  <c:v>4658</c:v>
                </c:pt>
                <c:pt idx="4657">
                  <c:v>4659</c:v>
                </c:pt>
                <c:pt idx="4658">
                  <c:v>4660</c:v>
                </c:pt>
                <c:pt idx="4659">
                  <c:v>4661</c:v>
                </c:pt>
                <c:pt idx="4660">
                  <c:v>4662</c:v>
                </c:pt>
                <c:pt idx="4661">
                  <c:v>4663</c:v>
                </c:pt>
                <c:pt idx="4662">
                  <c:v>4664</c:v>
                </c:pt>
                <c:pt idx="4663">
                  <c:v>4665</c:v>
                </c:pt>
                <c:pt idx="4664">
                  <c:v>4666</c:v>
                </c:pt>
                <c:pt idx="4665">
                  <c:v>4667</c:v>
                </c:pt>
                <c:pt idx="4666">
                  <c:v>4668</c:v>
                </c:pt>
                <c:pt idx="4667">
                  <c:v>4669</c:v>
                </c:pt>
                <c:pt idx="4668">
                  <c:v>4670</c:v>
                </c:pt>
                <c:pt idx="4669">
                  <c:v>4671</c:v>
                </c:pt>
                <c:pt idx="4670">
                  <c:v>4672</c:v>
                </c:pt>
                <c:pt idx="4671">
                  <c:v>4673</c:v>
                </c:pt>
                <c:pt idx="4672">
                  <c:v>4674</c:v>
                </c:pt>
                <c:pt idx="4673">
                  <c:v>4675</c:v>
                </c:pt>
                <c:pt idx="4674">
                  <c:v>4676</c:v>
                </c:pt>
                <c:pt idx="4675">
                  <c:v>4677</c:v>
                </c:pt>
                <c:pt idx="4676">
                  <c:v>4678</c:v>
                </c:pt>
                <c:pt idx="4677">
                  <c:v>4679</c:v>
                </c:pt>
                <c:pt idx="4678">
                  <c:v>4680</c:v>
                </c:pt>
                <c:pt idx="4679">
                  <c:v>4681</c:v>
                </c:pt>
                <c:pt idx="4680">
                  <c:v>4682</c:v>
                </c:pt>
                <c:pt idx="4681">
                  <c:v>4683</c:v>
                </c:pt>
                <c:pt idx="4682">
                  <c:v>4684</c:v>
                </c:pt>
                <c:pt idx="4683">
                  <c:v>4685</c:v>
                </c:pt>
                <c:pt idx="4684">
                  <c:v>4686</c:v>
                </c:pt>
                <c:pt idx="4685">
                  <c:v>4687</c:v>
                </c:pt>
                <c:pt idx="4686">
                  <c:v>4688</c:v>
                </c:pt>
                <c:pt idx="4687">
                  <c:v>4689</c:v>
                </c:pt>
                <c:pt idx="4688">
                  <c:v>4690</c:v>
                </c:pt>
                <c:pt idx="4689">
                  <c:v>4691</c:v>
                </c:pt>
                <c:pt idx="4690">
                  <c:v>4692</c:v>
                </c:pt>
                <c:pt idx="4691">
                  <c:v>4693</c:v>
                </c:pt>
                <c:pt idx="4692">
                  <c:v>4694</c:v>
                </c:pt>
                <c:pt idx="4693">
                  <c:v>4695</c:v>
                </c:pt>
                <c:pt idx="4694">
                  <c:v>4696</c:v>
                </c:pt>
                <c:pt idx="4695">
                  <c:v>4697</c:v>
                </c:pt>
                <c:pt idx="4696">
                  <c:v>4698</c:v>
                </c:pt>
                <c:pt idx="4697">
                  <c:v>4699</c:v>
                </c:pt>
                <c:pt idx="4698">
                  <c:v>4700</c:v>
                </c:pt>
                <c:pt idx="4699">
                  <c:v>4701</c:v>
                </c:pt>
                <c:pt idx="4700">
                  <c:v>4702</c:v>
                </c:pt>
                <c:pt idx="4701">
                  <c:v>4703</c:v>
                </c:pt>
                <c:pt idx="4702">
                  <c:v>4704</c:v>
                </c:pt>
                <c:pt idx="4703">
                  <c:v>4705</c:v>
                </c:pt>
                <c:pt idx="4704">
                  <c:v>4706</c:v>
                </c:pt>
                <c:pt idx="4705">
                  <c:v>4707</c:v>
                </c:pt>
                <c:pt idx="4706">
                  <c:v>4708</c:v>
                </c:pt>
                <c:pt idx="4707">
                  <c:v>4709</c:v>
                </c:pt>
                <c:pt idx="4708">
                  <c:v>4710</c:v>
                </c:pt>
                <c:pt idx="4709">
                  <c:v>4711</c:v>
                </c:pt>
                <c:pt idx="4710">
                  <c:v>4712</c:v>
                </c:pt>
                <c:pt idx="4711">
                  <c:v>4713</c:v>
                </c:pt>
                <c:pt idx="4712">
                  <c:v>4714</c:v>
                </c:pt>
                <c:pt idx="4713">
                  <c:v>4715</c:v>
                </c:pt>
                <c:pt idx="4714">
                  <c:v>4716</c:v>
                </c:pt>
                <c:pt idx="4715">
                  <c:v>4717</c:v>
                </c:pt>
                <c:pt idx="4716">
                  <c:v>4718</c:v>
                </c:pt>
                <c:pt idx="4717">
                  <c:v>4719</c:v>
                </c:pt>
                <c:pt idx="4718">
                  <c:v>4720</c:v>
                </c:pt>
                <c:pt idx="4719">
                  <c:v>4721</c:v>
                </c:pt>
                <c:pt idx="4720">
                  <c:v>4722</c:v>
                </c:pt>
                <c:pt idx="4721">
                  <c:v>4723</c:v>
                </c:pt>
                <c:pt idx="4722">
                  <c:v>4724</c:v>
                </c:pt>
                <c:pt idx="4723">
                  <c:v>4725</c:v>
                </c:pt>
                <c:pt idx="4724">
                  <c:v>4726</c:v>
                </c:pt>
                <c:pt idx="4725">
                  <c:v>4727</c:v>
                </c:pt>
                <c:pt idx="4726">
                  <c:v>4728</c:v>
                </c:pt>
                <c:pt idx="4727">
                  <c:v>4729</c:v>
                </c:pt>
                <c:pt idx="4728">
                  <c:v>4730</c:v>
                </c:pt>
                <c:pt idx="4729">
                  <c:v>4731</c:v>
                </c:pt>
                <c:pt idx="4730">
                  <c:v>4732</c:v>
                </c:pt>
                <c:pt idx="4731">
                  <c:v>4733</c:v>
                </c:pt>
                <c:pt idx="4732">
                  <c:v>4734</c:v>
                </c:pt>
                <c:pt idx="4733">
                  <c:v>4735</c:v>
                </c:pt>
                <c:pt idx="4734">
                  <c:v>4736</c:v>
                </c:pt>
                <c:pt idx="4735">
                  <c:v>4737</c:v>
                </c:pt>
                <c:pt idx="4736">
                  <c:v>4738</c:v>
                </c:pt>
                <c:pt idx="4737">
                  <c:v>4739</c:v>
                </c:pt>
                <c:pt idx="4738">
                  <c:v>4740</c:v>
                </c:pt>
                <c:pt idx="4739">
                  <c:v>4741</c:v>
                </c:pt>
                <c:pt idx="4740">
                  <c:v>4742</c:v>
                </c:pt>
                <c:pt idx="4741">
                  <c:v>4743</c:v>
                </c:pt>
                <c:pt idx="4742">
                  <c:v>4744</c:v>
                </c:pt>
                <c:pt idx="4743">
                  <c:v>4745</c:v>
                </c:pt>
                <c:pt idx="4744">
                  <c:v>4746</c:v>
                </c:pt>
                <c:pt idx="4745">
                  <c:v>4747</c:v>
                </c:pt>
                <c:pt idx="4746">
                  <c:v>4748</c:v>
                </c:pt>
                <c:pt idx="4747">
                  <c:v>4749</c:v>
                </c:pt>
                <c:pt idx="4748">
                  <c:v>4750</c:v>
                </c:pt>
                <c:pt idx="4749">
                  <c:v>4751</c:v>
                </c:pt>
                <c:pt idx="4750">
                  <c:v>4752</c:v>
                </c:pt>
                <c:pt idx="4751">
                  <c:v>4753</c:v>
                </c:pt>
                <c:pt idx="4752">
                  <c:v>4754</c:v>
                </c:pt>
                <c:pt idx="4753">
                  <c:v>4755</c:v>
                </c:pt>
                <c:pt idx="4754">
                  <c:v>4756</c:v>
                </c:pt>
                <c:pt idx="4755">
                  <c:v>4757</c:v>
                </c:pt>
                <c:pt idx="4756">
                  <c:v>4758</c:v>
                </c:pt>
                <c:pt idx="4757">
                  <c:v>4759</c:v>
                </c:pt>
                <c:pt idx="4758">
                  <c:v>4760</c:v>
                </c:pt>
                <c:pt idx="4759">
                  <c:v>4761</c:v>
                </c:pt>
                <c:pt idx="4760">
                  <c:v>4762</c:v>
                </c:pt>
                <c:pt idx="4761">
                  <c:v>4763</c:v>
                </c:pt>
                <c:pt idx="4762">
                  <c:v>4764</c:v>
                </c:pt>
                <c:pt idx="4763">
                  <c:v>4765</c:v>
                </c:pt>
                <c:pt idx="4764">
                  <c:v>4766</c:v>
                </c:pt>
                <c:pt idx="4765">
                  <c:v>4767</c:v>
                </c:pt>
                <c:pt idx="4766">
                  <c:v>4768</c:v>
                </c:pt>
                <c:pt idx="4767">
                  <c:v>4769</c:v>
                </c:pt>
                <c:pt idx="4768">
                  <c:v>4770</c:v>
                </c:pt>
                <c:pt idx="4769">
                  <c:v>4771</c:v>
                </c:pt>
                <c:pt idx="4770">
                  <c:v>4772</c:v>
                </c:pt>
                <c:pt idx="4771">
                  <c:v>4773</c:v>
                </c:pt>
                <c:pt idx="4772">
                  <c:v>4774</c:v>
                </c:pt>
                <c:pt idx="4773">
                  <c:v>4775</c:v>
                </c:pt>
                <c:pt idx="4774">
                  <c:v>4776</c:v>
                </c:pt>
                <c:pt idx="4775">
                  <c:v>4777</c:v>
                </c:pt>
                <c:pt idx="4776">
                  <c:v>4778</c:v>
                </c:pt>
                <c:pt idx="4777">
                  <c:v>4779</c:v>
                </c:pt>
                <c:pt idx="4778">
                  <c:v>4780</c:v>
                </c:pt>
                <c:pt idx="4779">
                  <c:v>4781</c:v>
                </c:pt>
                <c:pt idx="4780">
                  <c:v>4782</c:v>
                </c:pt>
                <c:pt idx="4781">
                  <c:v>4783</c:v>
                </c:pt>
                <c:pt idx="4782">
                  <c:v>4784</c:v>
                </c:pt>
                <c:pt idx="4783">
                  <c:v>4785</c:v>
                </c:pt>
                <c:pt idx="4784">
                  <c:v>4786</c:v>
                </c:pt>
                <c:pt idx="4785">
                  <c:v>4787</c:v>
                </c:pt>
                <c:pt idx="4786">
                  <c:v>4788</c:v>
                </c:pt>
                <c:pt idx="4787">
                  <c:v>4789</c:v>
                </c:pt>
                <c:pt idx="4788">
                  <c:v>4790</c:v>
                </c:pt>
                <c:pt idx="4789">
                  <c:v>4791</c:v>
                </c:pt>
                <c:pt idx="4790">
                  <c:v>4792</c:v>
                </c:pt>
                <c:pt idx="4791">
                  <c:v>4793</c:v>
                </c:pt>
                <c:pt idx="4792">
                  <c:v>4794</c:v>
                </c:pt>
                <c:pt idx="4793">
                  <c:v>4795</c:v>
                </c:pt>
                <c:pt idx="4794">
                  <c:v>4796</c:v>
                </c:pt>
                <c:pt idx="4795">
                  <c:v>4797</c:v>
                </c:pt>
                <c:pt idx="4796">
                  <c:v>4798</c:v>
                </c:pt>
                <c:pt idx="4797">
                  <c:v>4799</c:v>
                </c:pt>
                <c:pt idx="4798">
                  <c:v>4800</c:v>
                </c:pt>
                <c:pt idx="4799">
                  <c:v>4801</c:v>
                </c:pt>
                <c:pt idx="4800">
                  <c:v>4802</c:v>
                </c:pt>
                <c:pt idx="4801">
                  <c:v>4803</c:v>
                </c:pt>
                <c:pt idx="4802">
                  <c:v>4804</c:v>
                </c:pt>
                <c:pt idx="4803">
                  <c:v>4805</c:v>
                </c:pt>
                <c:pt idx="4804">
                  <c:v>4806</c:v>
                </c:pt>
                <c:pt idx="4805">
                  <c:v>4807</c:v>
                </c:pt>
                <c:pt idx="4806">
                  <c:v>4808</c:v>
                </c:pt>
                <c:pt idx="4807">
                  <c:v>4809</c:v>
                </c:pt>
                <c:pt idx="4808">
                  <c:v>4810</c:v>
                </c:pt>
                <c:pt idx="4809">
                  <c:v>4811</c:v>
                </c:pt>
                <c:pt idx="4810">
                  <c:v>4812</c:v>
                </c:pt>
                <c:pt idx="4811">
                  <c:v>4813</c:v>
                </c:pt>
                <c:pt idx="4812">
                  <c:v>4814</c:v>
                </c:pt>
                <c:pt idx="4813">
                  <c:v>4815</c:v>
                </c:pt>
                <c:pt idx="4814">
                  <c:v>4816</c:v>
                </c:pt>
              </c:numCache>
            </c:numRef>
          </c:xVal>
          <c:yVal>
            <c:numRef>
              <c:f>Sheet1!$C$3:$C$4817</c:f>
              <c:numCache>
                <c:formatCode>General</c:formatCode>
                <c:ptCount val="4815"/>
                <c:pt idx="0">
                  <c:v>2.232036500933591</c:v>
                </c:pt>
                <c:pt idx="1">
                  <c:v>2.926159048659942</c:v>
                </c:pt>
                <c:pt idx="2">
                  <c:v>3.6784255601954201</c:v>
                </c:pt>
                <c:pt idx="3">
                  <c:v>4.3913541765931994</c:v>
                </c:pt>
                <c:pt idx="4">
                  <c:v>6.4125991234321296</c:v>
                </c:pt>
                <c:pt idx="5">
                  <c:v>8.3043624263002087</c:v>
                </c:pt>
                <c:pt idx="6">
                  <c:v>9.3369699130607291</c:v>
                </c:pt>
                <c:pt idx="7">
                  <c:v>10.532298986355618</c:v>
                </c:pt>
                <c:pt idx="8">
                  <c:v>10.264525941023628</c:v>
                </c:pt>
                <c:pt idx="9">
                  <c:v>12.196056465192358</c:v>
                </c:pt>
                <c:pt idx="10">
                  <c:v>13.886968269363617</c:v>
                </c:pt>
                <c:pt idx="11">
                  <c:v>15.689615601888256</c:v>
                </c:pt>
                <c:pt idx="12">
                  <c:v>16.125124776350599</c:v>
                </c:pt>
                <c:pt idx="13">
                  <c:v>19.95832250085066</c:v>
                </c:pt>
                <c:pt idx="14">
                  <c:v>23.521498166006431</c:v>
                </c:pt>
                <c:pt idx="15">
                  <c:v>23.449335692396353</c:v>
                </c:pt>
                <c:pt idx="16">
                  <c:v>23.45446292708051</c:v>
                </c:pt>
                <c:pt idx="17">
                  <c:v>24.185247314736227</c:v>
                </c:pt>
                <c:pt idx="18">
                  <c:v>24.662101766153214</c:v>
                </c:pt>
                <c:pt idx="19">
                  <c:v>27.254892399092494</c:v>
                </c:pt>
                <c:pt idx="20">
                  <c:v>28.539325058774093</c:v>
                </c:pt>
                <c:pt idx="21">
                  <c:v>29.919308998749091</c:v>
                </c:pt>
                <c:pt idx="22">
                  <c:v>30.466046934170297</c:v>
                </c:pt>
                <c:pt idx="23">
                  <c:v>31.382657352279821</c:v>
                </c:pt>
                <c:pt idx="24">
                  <c:v>33.28427967211654</c:v>
                </c:pt>
                <c:pt idx="25">
                  <c:v>34.102559367710214</c:v>
                </c:pt>
                <c:pt idx="26">
                  <c:v>35.408785079036093</c:v>
                </c:pt>
                <c:pt idx="27">
                  <c:v>35.999886860422407</c:v>
                </c:pt>
                <c:pt idx="28">
                  <c:v>36.484332752219807</c:v>
                </c:pt>
                <c:pt idx="29">
                  <c:v>36.716941069921717</c:v>
                </c:pt>
                <c:pt idx="30">
                  <c:v>36.445853792258802</c:v>
                </c:pt>
                <c:pt idx="31">
                  <c:v>36.495378834722317</c:v>
                </c:pt>
                <c:pt idx="32">
                  <c:v>36.241100721235831</c:v>
                </c:pt>
                <c:pt idx="33">
                  <c:v>36.168460189045199</c:v>
                </c:pt>
                <c:pt idx="34">
                  <c:v>38.371442703040131</c:v>
                </c:pt>
                <c:pt idx="35">
                  <c:v>41.332093132191972</c:v>
                </c:pt>
                <c:pt idx="36">
                  <c:v>41.211628043917145</c:v>
                </c:pt>
                <c:pt idx="37">
                  <c:v>42.173170242511986</c:v>
                </c:pt>
                <c:pt idx="38">
                  <c:v>43.328333791071508</c:v>
                </c:pt>
                <c:pt idx="39">
                  <c:v>43.139726621024856</c:v>
                </c:pt>
                <c:pt idx="40">
                  <c:v>43.101916077986971</c:v>
                </c:pt>
                <c:pt idx="41">
                  <c:v>43.086077220637051</c:v>
                </c:pt>
                <c:pt idx="42">
                  <c:v>43.083592555947476</c:v>
                </c:pt>
                <c:pt idx="43">
                  <c:v>44.942942234591428</c:v>
                </c:pt>
                <c:pt idx="44">
                  <c:v>46.462851068560276</c:v>
                </c:pt>
                <c:pt idx="45">
                  <c:v>51.278101212181156</c:v>
                </c:pt>
                <c:pt idx="46">
                  <c:v>55.198727706341849</c:v>
                </c:pt>
                <c:pt idx="47">
                  <c:v>55.118991241441755</c:v>
                </c:pt>
                <c:pt idx="48">
                  <c:v>55.010393120290644</c:v>
                </c:pt>
                <c:pt idx="49">
                  <c:v>55.210552915481799</c:v>
                </c:pt>
                <c:pt idx="50">
                  <c:v>55.152734487011131</c:v>
                </c:pt>
                <c:pt idx="51">
                  <c:v>55.342220423765397</c:v>
                </c:pt>
                <c:pt idx="52">
                  <c:v>58.476525646510417</c:v>
                </c:pt>
                <c:pt idx="53">
                  <c:v>64.198935834197911</c:v>
                </c:pt>
                <c:pt idx="54">
                  <c:v>64.751883600770071</c:v>
                </c:pt>
                <c:pt idx="55">
                  <c:v>64.682404944788644</c:v>
                </c:pt>
                <c:pt idx="56">
                  <c:v>67.711406883899144</c:v>
                </c:pt>
                <c:pt idx="57">
                  <c:v>69.262926663034705</c:v>
                </c:pt>
                <c:pt idx="58">
                  <c:v>73.883250539027614</c:v>
                </c:pt>
                <c:pt idx="59">
                  <c:v>75.545889931954363</c:v>
                </c:pt>
                <c:pt idx="60">
                  <c:v>79.75659190719783</c:v>
                </c:pt>
                <c:pt idx="61">
                  <c:v>79.443185463651147</c:v>
                </c:pt>
                <c:pt idx="62">
                  <c:v>79.496741712644621</c:v>
                </c:pt>
                <c:pt idx="63">
                  <c:v>79.876099124159936</c:v>
                </c:pt>
                <c:pt idx="64">
                  <c:v>79.847627871115193</c:v>
                </c:pt>
                <c:pt idx="65">
                  <c:v>79.842049884868715</c:v>
                </c:pt>
                <c:pt idx="66">
                  <c:v>79.840949490402537</c:v>
                </c:pt>
                <c:pt idx="67">
                  <c:v>81.353485976812507</c:v>
                </c:pt>
                <c:pt idx="68">
                  <c:v>82.941981666612662</c:v>
                </c:pt>
                <c:pt idx="69">
                  <c:v>86.67163573507149</c:v>
                </c:pt>
                <c:pt idx="70">
                  <c:v>88.792169797983547</c:v>
                </c:pt>
                <c:pt idx="71">
                  <c:v>90.032835584151201</c:v>
                </c:pt>
                <c:pt idx="72">
                  <c:v>91.960979092381322</c:v>
                </c:pt>
                <c:pt idx="73">
                  <c:v>95.901966704148151</c:v>
                </c:pt>
                <c:pt idx="74">
                  <c:v>96.279063273951465</c:v>
                </c:pt>
                <c:pt idx="75">
                  <c:v>96.190738988104812</c:v>
                </c:pt>
                <c:pt idx="76">
                  <c:v>96.130691029522723</c:v>
                </c:pt>
                <c:pt idx="77">
                  <c:v>98.208845460855059</c:v>
                </c:pt>
                <c:pt idx="78">
                  <c:v>100.25871265633182</c:v>
                </c:pt>
                <c:pt idx="79">
                  <c:v>102.710108999325</c:v>
                </c:pt>
                <c:pt idx="80">
                  <c:v>109.91299240167271</c:v>
                </c:pt>
                <c:pt idx="81">
                  <c:v>113.44098139098101</c:v>
                </c:pt>
                <c:pt idx="82">
                  <c:v>118.59173064851464</c:v>
                </c:pt>
                <c:pt idx="83">
                  <c:v>124.1051356568011</c:v>
                </c:pt>
                <c:pt idx="84">
                  <c:v>128.81422595502676</c:v>
                </c:pt>
                <c:pt idx="85">
                  <c:v>132.12611563921951</c:v>
                </c:pt>
                <c:pt idx="86">
                  <c:v>137.08600602689947</c:v>
                </c:pt>
                <c:pt idx="87">
                  <c:v>136.98551616620472</c:v>
                </c:pt>
                <c:pt idx="88">
                  <c:v>138.07249689902179</c:v>
                </c:pt>
                <c:pt idx="89">
                  <c:v>137.89051380271403</c:v>
                </c:pt>
                <c:pt idx="90">
                  <c:v>137.85256651537065</c:v>
                </c:pt>
                <c:pt idx="91">
                  <c:v>139.30612352976203</c:v>
                </c:pt>
                <c:pt idx="92">
                  <c:v>145.03760233098672</c:v>
                </c:pt>
                <c:pt idx="93">
                  <c:v>150.46057211903323</c:v>
                </c:pt>
                <c:pt idx="94">
                  <c:v>153.75697576128803</c:v>
                </c:pt>
                <c:pt idx="95">
                  <c:v>160.74354617981325</c:v>
                </c:pt>
                <c:pt idx="96">
                  <c:v>163.35091504255314</c:v>
                </c:pt>
                <c:pt idx="97">
                  <c:v>164.20364311111584</c:v>
                </c:pt>
                <c:pt idx="98">
                  <c:v>164.90046837796135</c:v>
                </c:pt>
                <c:pt idx="99">
                  <c:v>165.19389382417356</c:v>
                </c:pt>
                <c:pt idx="100">
                  <c:v>165.13703224846671</c:v>
                </c:pt>
                <c:pt idx="101">
                  <c:v>168.98297182902169</c:v>
                </c:pt>
                <c:pt idx="102">
                  <c:v>169.35359518350086</c:v>
                </c:pt>
                <c:pt idx="103">
                  <c:v>168.98695386757407</c:v>
                </c:pt>
                <c:pt idx="104">
                  <c:v>170.87354831962483</c:v>
                </c:pt>
                <c:pt idx="105">
                  <c:v>170.60102761935346</c:v>
                </c:pt>
                <c:pt idx="106">
                  <c:v>170.54765265450999</c:v>
                </c:pt>
                <c:pt idx="107">
                  <c:v>174.05425590730104</c:v>
                </c:pt>
                <c:pt idx="108">
                  <c:v>177.01413207774019</c:v>
                </c:pt>
                <c:pt idx="109">
                  <c:v>178.42880430156487</c:v>
                </c:pt>
                <c:pt idx="110">
                  <c:v>182.68407796606326</c:v>
                </c:pt>
                <c:pt idx="111">
                  <c:v>182.44656162692166</c:v>
                </c:pt>
                <c:pt idx="112">
                  <c:v>182.39428773872856</c:v>
                </c:pt>
                <c:pt idx="113">
                  <c:v>182.37054753741845</c:v>
                </c:pt>
                <c:pt idx="114">
                  <c:v>182.36832480132142</c:v>
                </c:pt>
                <c:pt idx="115">
                  <c:v>182.36788249439269</c:v>
                </c:pt>
                <c:pt idx="116">
                  <c:v>183.3075827505323</c:v>
                </c:pt>
                <c:pt idx="117">
                  <c:v>186.47714447801803</c:v>
                </c:pt>
                <c:pt idx="118">
                  <c:v>189.97761791636486</c:v>
                </c:pt>
                <c:pt idx="119">
                  <c:v>190.47743584498389</c:v>
                </c:pt>
                <c:pt idx="120">
                  <c:v>191.09928933672438</c:v>
                </c:pt>
                <c:pt idx="121">
                  <c:v>194.58055771741476</c:v>
                </c:pt>
                <c:pt idx="122">
                  <c:v>198.99630709734279</c:v>
                </c:pt>
                <c:pt idx="123">
                  <c:v>203.08600271141611</c:v>
                </c:pt>
                <c:pt idx="124">
                  <c:v>211.17583682268295</c:v>
                </c:pt>
                <c:pt idx="125">
                  <c:v>219.58179302952345</c:v>
                </c:pt>
                <c:pt idx="126">
                  <c:v>225.92285910505302</c:v>
                </c:pt>
                <c:pt idx="127">
                  <c:v>228.72391267754591</c:v>
                </c:pt>
                <c:pt idx="128">
                  <c:v>228.22688673465956</c:v>
                </c:pt>
                <c:pt idx="129">
                  <c:v>237.16181031731708</c:v>
                </c:pt>
                <c:pt idx="130">
                  <c:v>269.1295798388511</c:v>
                </c:pt>
                <c:pt idx="131">
                  <c:v>275.88032145505963</c:v>
                </c:pt>
                <c:pt idx="132">
                  <c:v>283.26058201562796</c:v>
                </c:pt>
                <c:pt idx="133">
                  <c:v>288.57430112828206</c:v>
                </c:pt>
                <c:pt idx="134">
                  <c:v>292.29462141695728</c:v>
                </c:pt>
                <c:pt idx="135">
                  <c:v>293.60300136938474</c:v>
                </c:pt>
                <c:pt idx="136">
                  <c:v>313.84318908383136</c:v>
                </c:pt>
                <c:pt idx="137">
                  <c:v>316.67074743941362</c:v>
                </c:pt>
                <c:pt idx="138">
                  <c:v>328.11033204206211</c:v>
                </c:pt>
                <c:pt idx="139">
                  <c:v>331.65094642263546</c:v>
                </c:pt>
                <c:pt idx="140">
                  <c:v>342.96495581441178</c:v>
                </c:pt>
                <c:pt idx="141">
                  <c:v>348.97503196663843</c:v>
                </c:pt>
                <c:pt idx="142">
                  <c:v>354.63384415439293</c:v>
                </c:pt>
                <c:pt idx="143">
                  <c:v>358.85973113436472</c:v>
                </c:pt>
                <c:pt idx="144">
                  <c:v>378.92890330321052</c:v>
                </c:pt>
                <c:pt idx="145">
                  <c:v>382.16665856987282</c:v>
                </c:pt>
                <c:pt idx="146">
                  <c:v>385.94881842097897</c:v>
                </c:pt>
                <c:pt idx="147">
                  <c:v>419.04722316318964</c:v>
                </c:pt>
                <c:pt idx="148">
                  <c:v>459.49643809240456</c:v>
                </c:pt>
                <c:pt idx="149">
                  <c:v>462.79474356694084</c:v>
                </c:pt>
                <c:pt idx="150">
                  <c:v>466.81227041227902</c:v>
                </c:pt>
                <c:pt idx="151">
                  <c:v>472.62978981656306</c:v>
                </c:pt>
                <c:pt idx="152">
                  <c:v>477.82857579407124</c:v>
                </c:pt>
                <c:pt idx="153">
                  <c:v>486.38470665271416</c:v>
                </c:pt>
                <c:pt idx="154">
                  <c:v>493.53142989049132</c:v>
                </c:pt>
                <c:pt idx="155">
                  <c:v>501.95504222416389</c:v>
                </c:pt>
                <c:pt idx="156">
                  <c:v>514.52002005374413</c:v>
                </c:pt>
                <c:pt idx="157">
                  <c:v>518.86074509640594</c:v>
                </c:pt>
                <c:pt idx="158">
                  <c:v>535.57647885754238</c:v>
                </c:pt>
                <c:pt idx="159">
                  <c:v>568.56615674274212</c:v>
                </c:pt>
                <c:pt idx="160">
                  <c:v>584.71188225480478</c:v>
                </c:pt>
                <c:pt idx="161">
                  <c:v>621.04953283801512</c:v>
                </c:pt>
                <c:pt idx="162">
                  <c:v>652.17811061958867</c:v>
                </c:pt>
                <c:pt idx="163">
                  <c:v>660.57712800193553</c:v>
                </c:pt>
                <c:pt idx="164">
                  <c:v>711.34632646532509</c:v>
                </c:pt>
                <c:pt idx="165">
                  <c:v>743.33956327356191</c:v>
                </c:pt>
                <c:pt idx="166">
                  <c:v>768.58615383777078</c:v>
                </c:pt>
                <c:pt idx="167">
                  <c:v>775.96058074010932</c:v>
                </c:pt>
                <c:pt idx="168">
                  <c:v>788.68876864582694</c:v>
                </c:pt>
                <c:pt idx="169">
                  <c:v>798.57217531652009</c:v>
                </c:pt>
                <c:pt idx="170">
                  <c:v>808.58137013877138</c:v>
                </c:pt>
                <c:pt idx="171">
                  <c:v>833.63285054602682</c:v>
                </c:pt>
                <c:pt idx="172">
                  <c:v>879.09921553876586</c:v>
                </c:pt>
                <c:pt idx="173">
                  <c:v>904.17980364502876</c:v>
                </c:pt>
                <c:pt idx="174">
                  <c:v>961.19227468749978</c:v>
                </c:pt>
                <c:pt idx="175">
                  <c:v>984.61464604800619</c:v>
                </c:pt>
                <c:pt idx="176">
                  <c:v>1007.7967117578299</c:v>
                </c:pt>
                <c:pt idx="177">
                  <c:v>1030.0717340467472</c:v>
                </c:pt>
                <c:pt idx="178">
                  <c:v>1031.8588468818607</c:v>
                </c:pt>
                <c:pt idx="179">
                  <c:v>1062.9522635621811</c:v>
                </c:pt>
                <c:pt idx="180">
                  <c:v>1080.7687360384718</c:v>
                </c:pt>
                <c:pt idx="181">
                  <c:v>1107.7490462344263</c:v>
                </c:pt>
                <c:pt idx="182">
                  <c:v>1120.1169569017522</c:v>
                </c:pt>
                <c:pt idx="183">
                  <c:v>1138.6458240440779</c:v>
                </c:pt>
                <c:pt idx="184">
                  <c:v>1147.1399388844807</c:v>
                </c:pt>
                <c:pt idx="185">
                  <c:v>1146.7532882759745</c:v>
                </c:pt>
                <c:pt idx="186">
                  <c:v>1150.538943496344</c:v>
                </c:pt>
                <c:pt idx="187">
                  <c:v>1151.6952342113605</c:v>
                </c:pt>
                <c:pt idx="188">
                  <c:v>1158.3613834714397</c:v>
                </c:pt>
                <c:pt idx="189">
                  <c:v>1171.0882061090194</c:v>
                </c:pt>
                <c:pt idx="190">
                  <c:v>1187.5035470445036</c:v>
                </c:pt>
                <c:pt idx="191">
                  <c:v>1192.4091865903431</c:v>
                </c:pt>
                <c:pt idx="192">
                  <c:v>1225.0581728382124</c:v>
                </c:pt>
                <c:pt idx="193">
                  <c:v>1226.9014176248786</c:v>
                </c:pt>
                <c:pt idx="194">
                  <c:v>1229.1740070726671</c:v>
                </c:pt>
                <c:pt idx="195">
                  <c:v>1231.2487059625128</c:v>
                </c:pt>
                <c:pt idx="196">
                  <c:v>1231.183711890608</c:v>
                </c:pt>
                <c:pt idx="197">
                  <c:v>1231.3482929129018</c:v>
                </c:pt>
                <c:pt idx="198">
                  <c:v>1232.6880300130497</c:v>
                </c:pt>
                <c:pt idx="199">
                  <c:v>1232.4137083704925</c:v>
                </c:pt>
                <c:pt idx="200">
                  <c:v>1232.3400361710223</c:v>
                </c:pt>
                <c:pt idx="201">
                  <c:v>1232.7038130751903</c:v>
                </c:pt>
                <c:pt idx="202">
                  <c:v>1232.6882396234862</c:v>
                </c:pt>
                <c:pt idx="203">
                  <c:v>1232.6852646115835</c:v>
                </c:pt>
                <c:pt idx="204">
                  <c:v>1232.6846732990309</c:v>
                </c:pt>
                <c:pt idx="205">
                  <c:v>1232.8501097309404</c:v>
                </c:pt>
                <c:pt idx="206">
                  <c:v>1233.1001202293651</c:v>
                </c:pt>
                <c:pt idx="207">
                  <c:v>1233.2379987532058</c:v>
                </c:pt>
                <c:pt idx="208">
                  <c:v>1233.3378460371723</c:v>
                </c:pt>
                <c:pt idx="209">
                  <c:v>1233.3346464139229</c:v>
                </c:pt>
                <c:pt idx="210">
                  <c:v>1233.6287321328271</c:v>
                </c:pt>
                <c:pt idx="211">
                  <c:v>1234.9499266294927</c:v>
                </c:pt>
                <c:pt idx="212">
                  <c:v>1235.0848842543603</c:v>
                </c:pt>
                <c:pt idx="213">
                  <c:v>1235.0710432616079</c:v>
                </c:pt>
                <c:pt idx="214">
                  <c:v>1235.7959305784309</c:v>
                </c:pt>
                <c:pt idx="215">
                  <c:v>1235.8844731472655</c:v>
                </c:pt>
                <c:pt idx="216">
                  <c:v>1236.0044905642319</c:v>
                </c:pt>
                <c:pt idx="217">
                  <c:v>1236.006545991627</c:v>
                </c:pt>
                <c:pt idx="218">
                  <c:v>1236.0048841830003</c:v>
                </c:pt>
                <c:pt idx="219">
                  <c:v>1236.0055514751418</c:v>
                </c:pt>
                <c:pt idx="220">
                  <c:v>1236.0037072162106</c:v>
                </c:pt>
                <c:pt idx="221">
                  <c:v>1236.0033161641386</c:v>
                </c:pt>
                <c:pt idx="222">
                  <c:v>1236.0032237677494</c:v>
                </c:pt>
                <c:pt idx="223">
                  <c:v>1236.2138635010645</c:v>
                </c:pt>
                <c:pt idx="224">
                  <c:v>1236.2605810746627</c:v>
                </c:pt>
                <c:pt idx="225">
                  <c:v>1236.2558650413014</c:v>
                </c:pt>
                <c:pt idx="226">
                  <c:v>1236.4483575260278</c:v>
                </c:pt>
                <c:pt idx="227">
                  <c:v>1236.4295356662446</c:v>
                </c:pt>
                <c:pt idx="228">
                  <c:v>1236.4841922877549</c:v>
                </c:pt>
                <c:pt idx="229">
                  <c:v>1236.4799048126545</c:v>
                </c:pt>
                <c:pt idx="230">
                  <c:v>1236.4793281803707</c:v>
                </c:pt>
                <c:pt idx="231">
                  <c:v>1236.4791195084108</c:v>
                </c:pt>
                <c:pt idx="232">
                  <c:v>1236.7081801191775</c:v>
                </c:pt>
                <c:pt idx="233">
                  <c:v>1236.6938414191686</c:v>
                </c:pt>
                <c:pt idx="234">
                  <c:v>1237.3368694032279</c:v>
                </c:pt>
                <c:pt idx="235">
                  <c:v>1238.8277795958272</c:v>
                </c:pt>
                <c:pt idx="236">
                  <c:v>1238.7542451532133</c:v>
                </c:pt>
                <c:pt idx="237">
                  <c:v>1238.7438856141805</c:v>
                </c:pt>
                <c:pt idx="238">
                  <c:v>1239.1403927942015</c:v>
                </c:pt>
                <c:pt idx="239">
                  <c:v>1239.706026360026</c:v>
                </c:pt>
                <c:pt idx="240">
                  <c:v>1241.3398861144221</c:v>
                </c:pt>
                <c:pt idx="241">
                  <c:v>1241.454667953931</c:v>
                </c:pt>
                <c:pt idx="242">
                  <c:v>1246.7611500724609</c:v>
                </c:pt>
                <c:pt idx="243">
                  <c:v>1246.7169772625748</c:v>
                </c:pt>
                <c:pt idx="244">
                  <c:v>1246.7031521206604</c:v>
                </c:pt>
                <c:pt idx="245">
                  <c:v>1247.0296465605875</c:v>
                </c:pt>
                <c:pt idx="246">
                  <c:v>1247.0834974647321</c:v>
                </c:pt>
                <c:pt idx="247">
                  <c:v>1247.0786835477552</c:v>
                </c:pt>
                <c:pt idx="248">
                  <c:v>1247.3542458920522</c:v>
                </c:pt>
                <c:pt idx="249">
                  <c:v>1247.466124597717</c:v>
                </c:pt>
                <c:pt idx="250">
                  <c:v>1247.4483496282112</c:v>
                </c:pt>
                <c:pt idx="251">
                  <c:v>1247.4577431845826</c:v>
                </c:pt>
                <c:pt idx="252">
                  <c:v>1247.6041341251887</c:v>
                </c:pt>
                <c:pt idx="253">
                  <c:v>1247.6775684482793</c:v>
                </c:pt>
                <c:pt idx="254">
                  <c:v>1247.8499619954189</c:v>
                </c:pt>
                <c:pt idx="255">
                  <c:v>1247.8438405213553</c:v>
                </c:pt>
                <c:pt idx="256">
                  <c:v>1247.8425930294768</c:v>
                </c:pt>
                <c:pt idx="257">
                  <c:v>1247.8784665258377</c:v>
                </c:pt>
                <c:pt idx="258">
                  <c:v>1247.8718944953962</c:v>
                </c:pt>
                <c:pt idx="259">
                  <c:v>1247.9520048902041</c:v>
                </c:pt>
                <c:pt idx="260">
                  <c:v>1248.6477079115375</c:v>
                </c:pt>
                <c:pt idx="261">
                  <c:v>1248.9720214719862</c:v>
                </c:pt>
                <c:pt idx="262">
                  <c:v>1249.4763062732086</c:v>
                </c:pt>
                <c:pt idx="263">
                  <c:v>1249.4620694054433</c:v>
                </c:pt>
                <c:pt idx="264">
                  <c:v>1249.5835630325389</c:v>
                </c:pt>
                <c:pt idx="265">
                  <c:v>1250.3723691945529</c:v>
                </c:pt>
                <c:pt idx="266">
                  <c:v>1251.9704039980663</c:v>
                </c:pt>
                <c:pt idx="267">
                  <c:v>1252.3865963272306</c:v>
                </c:pt>
                <c:pt idx="268">
                  <c:v>1252.7947403942071</c:v>
                </c:pt>
                <c:pt idx="269">
                  <c:v>1253.6447542001902</c:v>
                </c:pt>
                <c:pt idx="270">
                  <c:v>1254.4000034324688</c:v>
                </c:pt>
                <c:pt idx="271">
                  <c:v>1254.579461278686</c:v>
                </c:pt>
                <c:pt idx="272">
                  <c:v>1254.5216863054266</c:v>
                </c:pt>
                <c:pt idx="273">
                  <c:v>1254.69286031141</c:v>
                </c:pt>
                <c:pt idx="274">
                  <c:v>1254.6806399603815</c:v>
                </c:pt>
                <c:pt idx="275">
                  <c:v>1255.6142710398547</c:v>
                </c:pt>
                <c:pt idx="276">
                  <c:v>1256.2270707231578</c:v>
                </c:pt>
                <c:pt idx="277">
                  <c:v>1256.1775585668731</c:v>
                </c:pt>
                <c:pt idx="278">
                  <c:v>1256.1709633535136</c:v>
                </c:pt>
                <c:pt idx="279">
                  <c:v>1257.3293927622717</c:v>
                </c:pt>
                <c:pt idx="280">
                  <c:v>1257.275499914042</c:v>
                </c:pt>
                <c:pt idx="281">
                  <c:v>1257.4554395677553</c:v>
                </c:pt>
                <c:pt idx="282">
                  <c:v>1257.6391779845892</c:v>
                </c:pt>
                <c:pt idx="283">
                  <c:v>1259.351599740389</c:v>
                </c:pt>
                <c:pt idx="284">
                  <c:v>1259.281864059936</c:v>
                </c:pt>
                <c:pt idx="285">
                  <c:v>1259.2711445686998</c:v>
                </c:pt>
                <c:pt idx="286">
                  <c:v>1260.0423374719931</c:v>
                </c:pt>
                <c:pt idx="287">
                  <c:v>1260.0643009025207</c:v>
                </c:pt>
                <c:pt idx="288">
                  <c:v>1260.2985598568432</c:v>
                </c:pt>
                <c:pt idx="289">
                  <c:v>1262.1079043892564</c:v>
                </c:pt>
                <c:pt idx="290">
                  <c:v>1262.5657598553323</c:v>
                </c:pt>
                <c:pt idx="291">
                  <c:v>1262.7159275479696</c:v>
                </c:pt>
                <c:pt idx="292">
                  <c:v>1263.6361935490631</c:v>
                </c:pt>
                <c:pt idx="293">
                  <c:v>1264.4531793222545</c:v>
                </c:pt>
                <c:pt idx="294">
                  <c:v>1265.7196171964354</c:v>
                </c:pt>
                <c:pt idx="295">
                  <c:v>1265.6595880756438</c:v>
                </c:pt>
                <c:pt idx="296">
                  <c:v>1266.1048576260946</c:v>
                </c:pt>
                <c:pt idx="297">
                  <c:v>1267.5624340565275</c:v>
                </c:pt>
                <c:pt idx="298">
                  <c:v>1268.4878758414857</c:v>
                </c:pt>
                <c:pt idx="299">
                  <c:v>1268.8827041468651</c:v>
                </c:pt>
                <c:pt idx="300">
                  <c:v>1268.8264072559471</c:v>
                </c:pt>
                <c:pt idx="301">
                  <c:v>1269.9632455582507</c:v>
                </c:pt>
                <c:pt idx="302">
                  <c:v>1270.7230901673879</c:v>
                </c:pt>
                <c:pt idx="303">
                  <c:v>1274.3929147160482</c:v>
                </c:pt>
                <c:pt idx="304">
                  <c:v>1277.0294538178484</c:v>
                </c:pt>
                <c:pt idx="305">
                  <c:v>1279.3929597310575</c:v>
                </c:pt>
                <c:pt idx="306">
                  <c:v>1279.2640859754033</c:v>
                </c:pt>
                <c:pt idx="307">
                  <c:v>1279.2386439065426</c:v>
                </c:pt>
                <c:pt idx="308">
                  <c:v>1279.8076513711198</c:v>
                </c:pt>
                <c:pt idx="309">
                  <c:v>1280.3733375465138</c:v>
                </c:pt>
                <c:pt idx="310">
                  <c:v>1281.1540584506904</c:v>
                </c:pt>
                <c:pt idx="311">
                  <c:v>1281.1408112912331</c:v>
                </c:pt>
                <c:pt idx="312">
                  <c:v>1281.2659633425319</c:v>
                </c:pt>
                <c:pt idx="313">
                  <c:v>1281.6936804340651</c:v>
                </c:pt>
                <c:pt idx="314">
                  <c:v>1282.2296038072579</c:v>
                </c:pt>
                <c:pt idx="315">
                  <c:v>1283.1216264803813</c:v>
                </c:pt>
                <c:pt idx="316">
                  <c:v>1284.4355121861006</c:v>
                </c:pt>
                <c:pt idx="317">
                  <c:v>1323.3042780792491</c:v>
                </c:pt>
                <c:pt idx="318">
                  <c:v>1329.4553144939905</c:v>
                </c:pt>
                <c:pt idx="319">
                  <c:v>1329.4840723399561</c:v>
                </c:pt>
                <c:pt idx="320">
                  <c:v>1333.3413572988018</c:v>
                </c:pt>
                <c:pt idx="321">
                  <c:v>1367.6150653423033</c:v>
                </c:pt>
                <c:pt idx="322">
                  <c:v>1369.0959073372896</c:v>
                </c:pt>
                <c:pt idx="323">
                  <c:v>1369.6797108177902</c:v>
                </c:pt>
                <c:pt idx="324">
                  <c:v>1369.5631420404636</c:v>
                </c:pt>
                <c:pt idx="325">
                  <c:v>1369.5403652373911</c:v>
                </c:pt>
                <c:pt idx="326">
                  <c:v>1369.5373032670641</c:v>
                </c:pt>
                <c:pt idx="327">
                  <c:v>1370.7884256119571</c:v>
                </c:pt>
                <c:pt idx="328">
                  <c:v>1370.7285830134142</c:v>
                </c:pt>
                <c:pt idx="329">
                  <c:v>1372.4182629579359</c:v>
                </c:pt>
                <c:pt idx="330">
                  <c:v>1372.7559182644127</c:v>
                </c:pt>
                <c:pt idx="331">
                  <c:v>1372.9422017262866</c:v>
                </c:pt>
                <c:pt idx="332">
                  <c:v>1390.7697228053414</c:v>
                </c:pt>
                <c:pt idx="333">
                  <c:v>1391.139909409869</c:v>
                </c:pt>
                <c:pt idx="334">
                  <c:v>1391.3955787291889</c:v>
                </c:pt>
                <c:pt idx="335">
                  <c:v>1391.3722899580159</c:v>
                </c:pt>
                <c:pt idx="336">
                  <c:v>1391.3677700419037</c:v>
                </c:pt>
                <c:pt idx="337">
                  <c:v>1391.8412922189068</c:v>
                </c:pt>
                <c:pt idx="338">
                  <c:v>1392.0951868289708</c:v>
                </c:pt>
                <c:pt idx="339">
                  <c:v>1392.4753179085899</c:v>
                </c:pt>
                <c:pt idx="340">
                  <c:v>1394.3774109680319</c:v>
                </c:pt>
                <c:pt idx="341">
                  <c:v>1395.3566488907372</c:v>
                </c:pt>
                <c:pt idx="342">
                  <c:v>1396.905476095832</c:v>
                </c:pt>
                <c:pt idx="343">
                  <c:v>1397.8456503082425</c:v>
                </c:pt>
                <c:pt idx="344">
                  <c:v>1397.7637364005373</c:v>
                </c:pt>
                <c:pt idx="345">
                  <c:v>1398.586070359637</c:v>
                </c:pt>
                <c:pt idx="346">
                  <c:v>1399.1756212012378</c:v>
                </c:pt>
                <c:pt idx="347">
                  <c:v>1399.1260148726624</c:v>
                </c:pt>
                <c:pt idx="348">
                  <c:v>1399.4499635717978</c:v>
                </c:pt>
                <c:pt idx="349">
                  <c:v>1399.8186971218036</c:v>
                </c:pt>
                <c:pt idx="350">
                  <c:v>1399.7937508035661</c:v>
                </c:pt>
                <c:pt idx="351">
                  <c:v>1399.7887401212033</c:v>
                </c:pt>
                <c:pt idx="352">
                  <c:v>1399.7960256044296</c:v>
                </c:pt>
                <c:pt idx="353">
                  <c:v>1399.7951252132293</c:v>
                </c:pt>
                <c:pt idx="354">
                  <c:v>1399.861884565473</c:v>
                </c:pt>
                <c:pt idx="355">
                  <c:v>1400.273414286507</c:v>
                </c:pt>
                <c:pt idx="356">
                  <c:v>1401.0500322843711</c:v>
                </c:pt>
                <c:pt idx="357">
                  <c:v>1401.3155136942021</c:v>
                </c:pt>
                <c:pt idx="358">
                  <c:v>1401.4835172185656</c:v>
                </c:pt>
                <c:pt idx="359">
                  <c:v>1401.7961210979001</c:v>
                </c:pt>
                <c:pt idx="360">
                  <c:v>1401.7867823228023</c:v>
                </c:pt>
                <c:pt idx="361">
                  <c:v>1402.7365242750113</c:v>
                </c:pt>
                <c:pt idx="362">
                  <c:v>1403.0854878293783</c:v>
                </c:pt>
                <c:pt idx="363">
                  <c:v>1403.0695220731241</c:v>
                </c:pt>
                <c:pt idx="364">
                  <c:v>1403.5316797646233</c:v>
                </c:pt>
                <c:pt idx="365">
                  <c:v>1403.7884886771083</c:v>
                </c:pt>
                <c:pt idx="366">
                  <c:v>1407.0240313773961</c:v>
                </c:pt>
                <c:pt idx="367">
                  <c:v>1406.8895916668891</c:v>
                </c:pt>
                <c:pt idx="368">
                  <c:v>1406.9278689262003</c:v>
                </c:pt>
                <c:pt idx="369">
                  <c:v>1406.9150672244616</c:v>
                </c:pt>
                <c:pt idx="370">
                  <c:v>1406.9107742329015</c:v>
                </c:pt>
                <c:pt idx="371">
                  <c:v>1407.3608066767902</c:v>
                </c:pt>
                <c:pt idx="372">
                  <c:v>1407.3311920435522</c:v>
                </c:pt>
                <c:pt idx="373">
                  <c:v>1407.3253954866163</c:v>
                </c:pt>
                <c:pt idx="374">
                  <c:v>1407.7758287057479</c:v>
                </c:pt>
                <c:pt idx="375">
                  <c:v>1407.9067316607707</c:v>
                </c:pt>
                <c:pt idx="376">
                  <c:v>1407.8958257341371</c:v>
                </c:pt>
                <c:pt idx="377">
                  <c:v>1407.9699772686527</c:v>
                </c:pt>
                <c:pt idx="378">
                  <c:v>1407.963214665172</c:v>
                </c:pt>
                <c:pt idx="379">
                  <c:v>1408.3712167980752</c:v>
                </c:pt>
                <c:pt idx="380">
                  <c:v>1408.4313157595116</c:v>
                </c:pt>
                <c:pt idx="381">
                  <c:v>1408.4253106059743</c:v>
                </c:pt>
                <c:pt idx="382">
                  <c:v>1408.4241505435352</c:v>
                </c:pt>
                <c:pt idx="383">
                  <c:v>1409.1881579153235</c:v>
                </c:pt>
                <c:pt idx="384">
                  <c:v>1410.5054418227876</c:v>
                </c:pt>
                <c:pt idx="385">
                  <c:v>1413.8241574811661</c:v>
                </c:pt>
                <c:pt idx="386">
                  <c:v>1414.8128342215623</c:v>
                </c:pt>
                <c:pt idx="387">
                  <c:v>1415.8031450486412</c:v>
                </c:pt>
                <c:pt idx="388">
                  <c:v>1417.2021784732738</c:v>
                </c:pt>
                <c:pt idx="389">
                  <c:v>1419.3535125802703</c:v>
                </c:pt>
                <c:pt idx="390">
                  <c:v>1419.246839664311</c:v>
                </c:pt>
                <c:pt idx="391">
                  <c:v>1419.31766384308</c:v>
                </c:pt>
                <c:pt idx="392">
                  <c:v>1419.5574797313359</c:v>
                </c:pt>
                <c:pt idx="393">
                  <c:v>1419.5276797948161</c:v>
                </c:pt>
                <c:pt idx="394">
                  <c:v>1419.9184711545181</c:v>
                </c:pt>
                <c:pt idx="395">
                  <c:v>1419.8869543186224</c:v>
                </c:pt>
                <c:pt idx="396">
                  <c:v>1421.4131889976134</c:v>
                </c:pt>
                <c:pt idx="397">
                  <c:v>1422.6515940043614</c:v>
                </c:pt>
                <c:pt idx="398">
                  <c:v>1422.8965186071732</c:v>
                </c:pt>
                <c:pt idx="399">
                  <c:v>1423.7328125981664</c:v>
                </c:pt>
                <c:pt idx="400">
                  <c:v>1423.6883989558355</c:v>
                </c:pt>
                <c:pt idx="401">
                  <c:v>1423.6795167087168</c:v>
                </c:pt>
                <c:pt idx="402">
                  <c:v>1424.2339775282512</c:v>
                </c:pt>
                <c:pt idx="403">
                  <c:v>1424.207094466663</c:v>
                </c:pt>
                <c:pt idx="404">
                  <c:v>1424.72359479793</c:v>
                </c:pt>
                <c:pt idx="405">
                  <c:v>1425.5607822206453</c:v>
                </c:pt>
                <c:pt idx="406">
                  <c:v>1426.3439865441082</c:v>
                </c:pt>
                <c:pt idx="407">
                  <c:v>1426.9965810737667</c:v>
                </c:pt>
                <c:pt idx="408">
                  <c:v>1429.6560804072831</c:v>
                </c:pt>
                <c:pt idx="409">
                  <c:v>1430.4085433861749</c:v>
                </c:pt>
                <c:pt idx="410">
                  <c:v>1431.7348633940187</c:v>
                </c:pt>
                <c:pt idx="411">
                  <c:v>1433.1302561991772</c:v>
                </c:pt>
                <c:pt idx="412">
                  <c:v>1433.0873982656813</c:v>
                </c:pt>
                <c:pt idx="413">
                  <c:v>1433.4153924952896</c:v>
                </c:pt>
                <c:pt idx="414">
                  <c:v>1433.4866112353202</c:v>
                </c:pt>
                <c:pt idx="415">
                  <c:v>1433.9625202830798</c:v>
                </c:pt>
                <c:pt idx="416">
                  <c:v>1433.9226330431793</c:v>
                </c:pt>
                <c:pt idx="417">
                  <c:v>1433.9147667880541</c:v>
                </c:pt>
                <c:pt idx="418">
                  <c:v>1433.9132024831567</c:v>
                </c:pt>
                <c:pt idx="419">
                  <c:v>1434.1837624300595</c:v>
                </c:pt>
                <c:pt idx="420">
                  <c:v>1434.8896873510103</c:v>
                </c:pt>
                <c:pt idx="421">
                  <c:v>1434.8396061503047</c:v>
                </c:pt>
                <c:pt idx="422">
                  <c:v>1436.1873353518149</c:v>
                </c:pt>
                <c:pt idx="423">
                  <c:v>1436.7343109225465</c:v>
                </c:pt>
                <c:pt idx="424">
                  <c:v>1436.9465499536761</c:v>
                </c:pt>
                <c:pt idx="425">
                  <c:v>1436.9422425107518</c:v>
                </c:pt>
                <c:pt idx="426">
                  <c:v>1437.0596556251774</c:v>
                </c:pt>
                <c:pt idx="427">
                  <c:v>1437.2597064841427</c:v>
                </c:pt>
                <c:pt idx="428">
                  <c:v>1437.8937639819121</c:v>
                </c:pt>
                <c:pt idx="429">
                  <c:v>1437.8740438983436</c:v>
                </c:pt>
                <c:pt idx="430">
                  <c:v>1438.8490004448056</c:v>
                </c:pt>
                <c:pt idx="431">
                  <c:v>1438.8255441682495</c:v>
                </c:pt>
                <c:pt idx="432">
                  <c:v>1439.0987271531621</c:v>
                </c:pt>
                <c:pt idx="433">
                  <c:v>1439.3558128431637</c:v>
                </c:pt>
                <c:pt idx="434">
                  <c:v>1439.8364655828727</c:v>
                </c:pt>
                <c:pt idx="435">
                  <c:v>1440.2907486230824</c:v>
                </c:pt>
                <c:pt idx="436">
                  <c:v>1440.2593591847153</c:v>
                </c:pt>
                <c:pt idx="437">
                  <c:v>1440.4256886993169</c:v>
                </c:pt>
                <c:pt idx="438">
                  <c:v>1440.7951500547824</c:v>
                </c:pt>
                <c:pt idx="439">
                  <c:v>1440.8539097755195</c:v>
                </c:pt>
                <c:pt idx="440">
                  <c:v>1440.8351544944921</c:v>
                </c:pt>
                <c:pt idx="441">
                  <c:v>1440.8738088817311</c:v>
                </c:pt>
                <c:pt idx="442">
                  <c:v>1440.8702873398759</c:v>
                </c:pt>
                <c:pt idx="443">
                  <c:v>1440.869385648489</c:v>
                </c:pt>
                <c:pt idx="444">
                  <c:v>1440.9303195046632</c:v>
                </c:pt>
                <c:pt idx="445">
                  <c:v>1441.3290265993007</c:v>
                </c:pt>
                <c:pt idx="446">
                  <c:v>1441.3143607635373</c:v>
                </c:pt>
                <c:pt idx="447">
                  <c:v>1441.5383466632027</c:v>
                </c:pt>
                <c:pt idx="448">
                  <c:v>1444.2594415073575</c:v>
                </c:pt>
                <c:pt idx="449">
                  <c:v>1444.1136970664224</c:v>
                </c:pt>
                <c:pt idx="450">
                  <c:v>1444.1525330182292</c:v>
                </c:pt>
                <c:pt idx="451">
                  <c:v>1444.1438997858686</c:v>
                </c:pt>
                <c:pt idx="452">
                  <c:v>1444.7427902385298</c:v>
                </c:pt>
                <c:pt idx="453">
                  <c:v>1445.1143183464947</c:v>
                </c:pt>
                <c:pt idx="454">
                  <c:v>1445.3744853257572</c:v>
                </c:pt>
                <c:pt idx="455">
                  <c:v>1445.5648498299374</c:v>
                </c:pt>
                <c:pt idx="456">
                  <c:v>1445.5545387143993</c:v>
                </c:pt>
                <c:pt idx="457">
                  <c:v>1445.6422489919687</c:v>
                </c:pt>
                <c:pt idx="458">
                  <c:v>1445.6393439611636</c:v>
                </c:pt>
                <c:pt idx="459">
                  <c:v>1448.8229880340728</c:v>
                </c:pt>
                <c:pt idx="460">
                  <c:v>1448.7045935105955</c:v>
                </c:pt>
                <c:pt idx="461">
                  <c:v>1452.4028936080099</c:v>
                </c:pt>
                <c:pt idx="462">
                  <c:v>1463.1169506014244</c:v>
                </c:pt>
                <c:pt idx="463">
                  <c:v>1463.171739822423</c:v>
                </c:pt>
                <c:pt idx="464">
                  <c:v>1463.2411210633379</c:v>
                </c:pt>
                <c:pt idx="465">
                  <c:v>1463.2137071544137</c:v>
                </c:pt>
                <c:pt idx="466">
                  <c:v>1463.5793147800141</c:v>
                </c:pt>
                <c:pt idx="467">
                  <c:v>1463.8537925434655</c:v>
                </c:pt>
                <c:pt idx="468">
                  <c:v>1463.8306340293975</c:v>
                </c:pt>
                <c:pt idx="469">
                  <c:v>1464.2784231764811</c:v>
                </c:pt>
                <c:pt idx="470">
                  <c:v>1464.9499411179249</c:v>
                </c:pt>
                <c:pt idx="471">
                  <c:v>1465.0942524348941</c:v>
                </c:pt>
                <c:pt idx="472">
                  <c:v>1465.1996236139194</c:v>
                </c:pt>
                <c:pt idx="473">
                  <c:v>1465.2949596336096</c:v>
                </c:pt>
                <c:pt idx="474">
                  <c:v>1465.3217636540999</c:v>
                </c:pt>
                <c:pt idx="475">
                  <c:v>1465.4520835254352</c:v>
                </c:pt>
                <c:pt idx="476">
                  <c:v>1465.9976074825777</c:v>
                </c:pt>
                <c:pt idx="477">
                  <c:v>1466.67013625665</c:v>
                </c:pt>
                <c:pt idx="478">
                  <c:v>1467.245367910396</c:v>
                </c:pt>
                <c:pt idx="479">
                  <c:v>1467.3292836349433</c:v>
                </c:pt>
                <c:pt idx="480">
                  <c:v>1467.3193890308348</c:v>
                </c:pt>
                <c:pt idx="481">
                  <c:v>1467.3177575788661</c:v>
                </c:pt>
                <c:pt idx="482">
                  <c:v>1467.3177575788661</c:v>
                </c:pt>
                <c:pt idx="483">
                  <c:v>1467.3177575788661</c:v>
                </c:pt>
                <c:pt idx="484">
                  <c:v>1467.5355104399212</c:v>
                </c:pt>
                <c:pt idx="485">
                  <c:v>1467.52881607825</c:v>
                </c:pt>
                <c:pt idx="486">
                  <c:v>1467.5253586013209</c:v>
                </c:pt>
                <c:pt idx="487">
                  <c:v>1467.5906934266447</c:v>
                </c:pt>
                <c:pt idx="488">
                  <c:v>1467.6580331286241</c:v>
                </c:pt>
                <c:pt idx="489">
                  <c:v>1468.2133896799548</c:v>
                </c:pt>
                <c:pt idx="490">
                  <c:v>1468.2181927986378</c:v>
                </c:pt>
                <c:pt idx="491">
                  <c:v>1468.2053638674565</c:v>
                </c:pt>
                <c:pt idx="492">
                  <c:v>1468.4733162651801</c:v>
                </c:pt>
                <c:pt idx="493">
                  <c:v>1468.4629806422593</c:v>
                </c:pt>
                <c:pt idx="494">
                  <c:v>1468.5537606309817</c:v>
                </c:pt>
                <c:pt idx="495">
                  <c:v>1468.6876235789391</c:v>
                </c:pt>
                <c:pt idx="496">
                  <c:v>1468.8741334875672</c:v>
                </c:pt>
                <c:pt idx="497">
                  <c:v>1468.8644250206501</c:v>
                </c:pt>
                <c:pt idx="498">
                  <c:v>1468.8893135742096</c:v>
                </c:pt>
                <c:pt idx="499">
                  <c:v>1469.2438624743597</c:v>
                </c:pt>
                <c:pt idx="500">
                  <c:v>1469.7712472339599</c:v>
                </c:pt>
                <c:pt idx="501">
                  <c:v>1470.4030791642788</c:v>
                </c:pt>
                <c:pt idx="502">
                  <c:v>1470.5966528739855</c:v>
                </c:pt>
                <c:pt idx="503">
                  <c:v>1470.9481475445095</c:v>
                </c:pt>
                <c:pt idx="504">
                  <c:v>1471.0748859350911</c:v>
                </c:pt>
                <c:pt idx="505">
                  <c:v>1471.161544132246</c:v>
                </c:pt>
                <c:pt idx="506">
                  <c:v>1471.2625709451959</c:v>
                </c:pt>
                <c:pt idx="507">
                  <c:v>1471.7864345199712</c:v>
                </c:pt>
                <c:pt idx="508">
                  <c:v>1473.4740417766955</c:v>
                </c:pt>
                <c:pt idx="509">
                  <c:v>1473.4787444994063</c:v>
                </c:pt>
                <c:pt idx="510">
                  <c:v>1482.0350095654194</c:v>
                </c:pt>
                <c:pt idx="511">
                  <c:v>1482.1154916665789</c:v>
                </c:pt>
                <c:pt idx="512">
                  <c:v>1482.2119009720639</c:v>
                </c:pt>
                <c:pt idx="513">
                  <c:v>1482.8519256757208</c:v>
                </c:pt>
                <c:pt idx="514">
                  <c:v>1482.7902770926187</c:v>
                </c:pt>
                <c:pt idx="515">
                  <c:v>1482.9122537545129</c:v>
                </c:pt>
                <c:pt idx="516">
                  <c:v>1483.123170111113</c:v>
                </c:pt>
                <c:pt idx="517">
                  <c:v>1483.0999772955486</c:v>
                </c:pt>
                <c:pt idx="518">
                  <c:v>1483.2930030567977</c:v>
                </c:pt>
                <c:pt idx="519">
                  <c:v>1483.408641018759</c:v>
                </c:pt>
                <c:pt idx="520">
                  <c:v>1487.1599463923199</c:v>
                </c:pt>
                <c:pt idx="521">
                  <c:v>1487.076202049876</c:v>
                </c:pt>
                <c:pt idx="522">
                  <c:v>1487.2930436858032</c:v>
                </c:pt>
                <c:pt idx="523">
                  <c:v>1487.8444421093193</c:v>
                </c:pt>
                <c:pt idx="524">
                  <c:v>1488.2714070994082</c:v>
                </c:pt>
                <c:pt idx="525">
                  <c:v>1490.1529017388082</c:v>
                </c:pt>
                <c:pt idx="526">
                  <c:v>1490.6999123168996</c:v>
                </c:pt>
                <c:pt idx="527">
                  <c:v>1490.8263662882489</c:v>
                </c:pt>
                <c:pt idx="528">
                  <c:v>1490.8166368249231</c:v>
                </c:pt>
                <c:pt idx="529">
                  <c:v>1491.0743001317003</c:v>
                </c:pt>
                <c:pt idx="530">
                  <c:v>1491.150553440687</c:v>
                </c:pt>
                <c:pt idx="531">
                  <c:v>1491.2704160442659</c:v>
                </c:pt>
                <c:pt idx="532">
                  <c:v>1491.2609920312382</c:v>
                </c:pt>
                <c:pt idx="533">
                  <c:v>1492.7717466319198</c:v>
                </c:pt>
                <c:pt idx="534">
                  <c:v>1492.8022330809181</c:v>
                </c:pt>
                <c:pt idx="535">
                  <c:v>1492.9092189354974</c:v>
                </c:pt>
                <c:pt idx="536">
                  <c:v>1492.8878862343809</c:v>
                </c:pt>
                <c:pt idx="537">
                  <c:v>1492.9933474235318</c:v>
                </c:pt>
                <c:pt idx="538">
                  <c:v>1492.9889825244404</c:v>
                </c:pt>
                <c:pt idx="539">
                  <c:v>1492.9865201755722</c:v>
                </c:pt>
                <c:pt idx="540">
                  <c:v>1493.2750125539069</c:v>
                </c:pt>
                <c:pt idx="541">
                  <c:v>1493.4948189293361</c:v>
                </c:pt>
                <c:pt idx="542">
                  <c:v>1493.6009091135124</c:v>
                </c:pt>
                <c:pt idx="543">
                  <c:v>1493.6730328128942</c:v>
                </c:pt>
                <c:pt idx="544">
                  <c:v>1493.794899444672</c:v>
                </c:pt>
                <c:pt idx="545">
                  <c:v>1493.8432495918466</c:v>
                </c:pt>
                <c:pt idx="546">
                  <c:v>1494.4391656040282</c:v>
                </c:pt>
                <c:pt idx="547">
                  <c:v>1494.4115361070762</c:v>
                </c:pt>
                <c:pt idx="548">
                  <c:v>1494.4937514945414</c:v>
                </c:pt>
                <c:pt idx="549">
                  <c:v>1495.137809381323</c:v>
                </c:pt>
                <c:pt idx="550">
                  <c:v>1495.127245931443</c:v>
                </c:pt>
                <c:pt idx="551">
                  <c:v>1496.0075799126828</c:v>
                </c:pt>
                <c:pt idx="552">
                  <c:v>1496.215416678298</c:v>
                </c:pt>
                <c:pt idx="553">
                  <c:v>1496.4556666621463</c:v>
                </c:pt>
                <c:pt idx="554">
                  <c:v>1497.6683466048394</c:v>
                </c:pt>
                <c:pt idx="555">
                  <c:v>1497.8518512687122</c:v>
                </c:pt>
                <c:pt idx="556">
                  <c:v>1497.8300360351282</c:v>
                </c:pt>
                <c:pt idx="557">
                  <c:v>1498.1062737014051</c:v>
                </c:pt>
                <c:pt idx="558">
                  <c:v>1498.4178767005831</c:v>
                </c:pt>
                <c:pt idx="559">
                  <c:v>1499.0443346888853</c:v>
                </c:pt>
                <c:pt idx="560">
                  <c:v>1501.0575259747347</c:v>
                </c:pt>
                <c:pt idx="561">
                  <c:v>1501.9616796813202</c:v>
                </c:pt>
                <c:pt idx="562">
                  <c:v>1502.7006606617022</c:v>
                </c:pt>
                <c:pt idx="563">
                  <c:v>1502.5933957559616</c:v>
                </c:pt>
                <c:pt idx="564">
                  <c:v>1502.5719851833205</c:v>
                </c:pt>
                <c:pt idx="565">
                  <c:v>1502.5760806644485</c:v>
                </c:pt>
                <c:pt idx="566">
                  <c:v>1502.5860730045554</c:v>
                </c:pt>
                <c:pt idx="567">
                  <c:v>1502.5855382764134</c:v>
                </c:pt>
                <c:pt idx="568">
                  <c:v>1502.7984811597264</c:v>
                </c:pt>
                <c:pt idx="569">
                  <c:v>1502.7912244664872</c:v>
                </c:pt>
                <c:pt idx="570">
                  <c:v>1502.789783704231</c:v>
                </c:pt>
                <c:pt idx="571">
                  <c:v>1503.2595628779566</c:v>
                </c:pt>
                <c:pt idx="572">
                  <c:v>1504.0922328436695</c:v>
                </c:pt>
                <c:pt idx="573">
                  <c:v>1504.7604577333286</c:v>
                </c:pt>
                <c:pt idx="574">
                  <c:v>1505.0520230457371</c:v>
                </c:pt>
                <c:pt idx="575">
                  <c:v>1505.0355037125601</c:v>
                </c:pt>
                <c:pt idx="576">
                  <c:v>1505.3875710714269</c:v>
                </c:pt>
                <c:pt idx="577">
                  <c:v>1506.9490198417766</c:v>
                </c:pt>
                <c:pt idx="578">
                  <c:v>1506.8916971534206</c:v>
                </c:pt>
                <c:pt idx="579">
                  <c:v>1506.879838849836</c:v>
                </c:pt>
                <c:pt idx="580">
                  <c:v>1507.5834140940824</c:v>
                </c:pt>
                <c:pt idx="581">
                  <c:v>1508.7703346190131</c:v>
                </c:pt>
                <c:pt idx="582">
                  <c:v>1508.7158282322862</c:v>
                </c:pt>
                <c:pt idx="583">
                  <c:v>1508.9743575026394</c:v>
                </c:pt>
                <c:pt idx="584">
                  <c:v>1509.7494665947584</c:v>
                </c:pt>
                <c:pt idx="585">
                  <c:v>1509.6910866831943</c:v>
                </c:pt>
                <c:pt idx="586">
                  <c:v>1510.3031864283028</c:v>
                </c:pt>
                <c:pt idx="587">
                  <c:v>1510.5010085919723</c:v>
                </c:pt>
                <c:pt idx="588">
                  <c:v>1511.0860650060504</c:v>
                </c:pt>
                <c:pt idx="589">
                  <c:v>1511.0376567980909</c:v>
                </c:pt>
                <c:pt idx="590">
                  <c:v>1511.0336799951428</c:v>
                </c:pt>
                <c:pt idx="591">
                  <c:v>1511.032238695675</c:v>
                </c:pt>
                <c:pt idx="592">
                  <c:v>1511.2504762405838</c:v>
                </c:pt>
                <c:pt idx="593">
                  <c:v>1511.3620328674597</c:v>
                </c:pt>
                <c:pt idx="594">
                  <c:v>1512.4880183658504</c:v>
                </c:pt>
                <c:pt idx="595">
                  <c:v>1512.4812955579025</c:v>
                </c:pt>
                <c:pt idx="596">
                  <c:v>1512.4669149671051</c:v>
                </c:pt>
                <c:pt idx="597">
                  <c:v>1513.4997908052933</c:v>
                </c:pt>
                <c:pt idx="598">
                  <c:v>1513.4735171042048</c:v>
                </c:pt>
                <c:pt idx="599">
                  <c:v>1513.6131599098101</c:v>
                </c:pt>
                <c:pt idx="600">
                  <c:v>1513.7997230480069</c:v>
                </c:pt>
                <c:pt idx="601">
                  <c:v>1513.8784900640237</c:v>
                </c:pt>
                <c:pt idx="602">
                  <c:v>1514.3541457218514</c:v>
                </c:pt>
                <c:pt idx="603">
                  <c:v>1514.7652317675215</c:v>
                </c:pt>
                <c:pt idx="604">
                  <c:v>1516.432707422457</c:v>
                </c:pt>
                <c:pt idx="605">
                  <c:v>1516.3600549775952</c:v>
                </c:pt>
                <c:pt idx="606">
                  <c:v>1516.3449116338943</c:v>
                </c:pt>
                <c:pt idx="607">
                  <c:v>1516.746191287185</c:v>
                </c:pt>
                <c:pt idx="608">
                  <c:v>1518.1711972369897</c:v>
                </c:pt>
                <c:pt idx="609">
                  <c:v>1522.1806461002436</c:v>
                </c:pt>
                <c:pt idx="610">
                  <c:v>1521.9819633676032</c:v>
                </c:pt>
                <c:pt idx="611">
                  <c:v>1525.8830687032685</c:v>
                </c:pt>
                <c:pt idx="612">
                  <c:v>1536.3482805067827</c:v>
                </c:pt>
                <c:pt idx="613">
                  <c:v>1536.6181666570224</c:v>
                </c:pt>
                <c:pt idx="614">
                  <c:v>1539.2573007061778</c:v>
                </c:pt>
                <c:pt idx="615">
                  <c:v>1539.825842462039</c:v>
                </c:pt>
                <c:pt idx="616">
                  <c:v>1545.0901531582761</c:v>
                </c:pt>
                <c:pt idx="617">
                  <c:v>1544.851885851994</c:v>
                </c:pt>
                <c:pt idx="618">
                  <c:v>1545.969410809894</c:v>
                </c:pt>
                <c:pt idx="619">
                  <c:v>1546.8038315764716</c:v>
                </c:pt>
                <c:pt idx="620">
                  <c:v>1548.5044696353098</c:v>
                </c:pt>
                <c:pt idx="621">
                  <c:v>1549.3707452718202</c:v>
                </c:pt>
                <c:pt idx="622">
                  <c:v>1549.7365584745814</c:v>
                </c:pt>
                <c:pt idx="623">
                  <c:v>1551.5428882057508</c:v>
                </c:pt>
                <c:pt idx="624">
                  <c:v>1551.7604327169049</c:v>
                </c:pt>
                <c:pt idx="625">
                  <c:v>1551.7244299916758</c:v>
                </c:pt>
                <c:pt idx="626">
                  <c:v>1551.7914231952557</c:v>
                </c:pt>
                <c:pt idx="627">
                  <c:v>1551.7879089083949</c:v>
                </c:pt>
                <c:pt idx="628">
                  <c:v>1551.786846664683</c:v>
                </c:pt>
                <c:pt idx="629">
                  <c:v>1551.8928689109516</c:v>
                </c:pt>
                <c:pt idx="630">
                  <c:v>1551.8871476897239</c:v>
                </c:pt>
                <c:pt idx="631">
                  <c:v>1551.8862095774564</c:v>
                </c:pt>
                <c:pt idx="632">
                  <c:v>1551.9078571584043</c:v>
                </c:pt>
                <c:pt idx="633">
                  <c:v>1551.9042696720651</c:v>
                </c:pt>
                <c:pt idx="634">
                  <c:v>1551.9088466081887</c:v>
                </c:pt>
                <c:pt idx="635">
                  <c:v>1551.9144392722651</c:v>
                </c:pt>
                <c:pt idx="636">
                  <c:v>1551.9151391279431</c:v>
                </c:pt>
                <c:pt idx="637">
                  <c:v>1551.9150071424167</c:v>
                </c:pt>
                <c:pt idx="638">
                  <c:v>1551.9149799420727</c:v>
                </c:pt>
                <c:pt idx="639">
                  <c:v>1551.9149638676004</c:v>
                </c:pt>
                <c:pt idx="640">
                  <c:v>1553.8941134826109</c:v>
                </c:pt>
                <c:pt idx="641">
                  <c:v>1553.7971310445132</c:v>
                </c:pt>
                <c:pt idx="642">
                  <c:v>1553.7793226427896</c:v>
                </c:pt>
                <c:pt idx="643">
                  <c:v>1555.4324466207588</c:v>
                </c:pt>
                <c:pt idx="644">
                  <c:v>1555.437401235919</c:v>
                </c:pt>
                <c:pt idx="645">
                  <c:v>1555.761247716456</c:v>
                </c:pt>
                <c:pt idx="646">
                  <c:v>1556.1811504351522</c:v>
                </c:pt>
                <c:pt idx="647">
                  <c:v>1556.167020615811</c:v>
                </c:pt>
                <c:pt idx="648">
                  <c:v>1556.2556502180573</c:v>
                </c:pt>
                <c:pt idx="649">
                  <c:v>1556.4043429951112</c:v>
                </c:pt>
                <c:pt idx="650">
                  <c:v>1557.5404918398692</c:v>
                </c:pt>
                <c:pt idx="651">
                  <c:v>1557.8338498769438</c:v>
                </c:pt>
                <c:pt idx="652">
                  <c:v>1558.1606152276127</c:v>
                </c:pt>
                <c:pt idx="653">
                  <c:v>1570.4364400942532</c:v>
                </c:pt>
                <c:pt idx="654">
                  <c:v>1580.6075044369695</c:v>
                </c:pt>
                <c:pt idx="655">
                  <c:v>1580.45128858762</c:v>
                </c:pt>
                <c:pt idx="656">
                  <c:v>1580.3136147781395</c:v>
                </c:pt>
                <c:pt idx="657">
                  <c:v>1580.2871079632707</c:v>
                </c:pt>
                <c:pt idx="658">
                  <c:v>1580.6164181438417</c:v>
                </c:pt>
                <c:pt idx="659">
                  <c:v>1580.9946632676097</c:v>
                </c:pt>
                <c:pt idx="660">
                  <c:v>1580.9593626885878</c:v>
                </c:pt>
                <c:pt idx="661">
                  <c:v>1580.9524120978626</c:v>
                </c:pt>
                <c:pt idx="662">
                  <c:v>1580.9514897053359</c:v>
                </c:pt>
                <c:pt idx="663">
                  <c:v>1581.058702268637</c:v>
                </c:pt>
                <c:pt idx="664">
                  <c:v>1581.7501987109183</c:v>
                </c:pt>
                <c:pt idx="665">
                  <c:v>1581.7232330850015</c:v>
                </c:pt>
                <c:pt idx="666">
                  <c:v>1581.8282008598628</c:v>
                </c:pt>
                <c:pt idx="667">
                  <c:v>1581.8178722697173</c:v>
                </c:pt>
                <c:pt idx="668">
                  <c:v>1582.4289759057522</c:v>
                </c:pt>
                <c:pt idx="669">
                  <c:v>1583.4271341790577</c:v>
                </c:pt>
                <c:pt idx="670">
                  <c:v>1583.6529945847649</c:v>
                </c:pt>
                <c:pt idx="671">
                  <c:v>1583.8906379301689</c:v>
                </c:pt>
                <c:pt idx="672">
                  <c:v>1583.9881891586203</c:v>
                </c:pt>
                <c:pt idx="673">
                  <c:v>1583.9909224754372</c:v>
                </c:pt>
                <c:pt idx="674">
                  <c:v>1584.4644140043008</c:v>
                </c:pt>
                <c:pt idx="675">
                  <c:v>1584.9423254286769</c:v>
                </c:pt>
                <c:pt idx="676">
                  <c:v>1584.9202703119934</c:v>
                </c:pt>
                <c:pt idx="677">
                  <c:v>1594.8928850963161</c:v>
                </c:pt>
                <c:pt idx="678">
                  <c:v>1599.1032590900879</c:v>
                </c:pt>
                <c:pt idx="679">
                  <c:v>1599.2063512861375</c:v>
                </c:pt>
                <c:pt idx="680">
                  <c:v>1599.4343517586744</c:v>
                </c:pt>
                <c:pt idx="681">
                  <c:v>1599.3893054848018</c:v>
                </c:pt>
                <c:pt idx="682">
                  <c:v>1601.7481500369536</c:v>
                </c:pt>
                <c:pt idx="683">
                  <c:v>1602.0518053452856</c:v>
                </c:pt>
                <c:pt idx="684">
                  <c:v>1602.3012738091318</c:v>
                </c:pt>
                <c:pt idx="685">
                  <c:v>1602.7481965756651</c:v>
                </c:pt>
                <c:pt idx="686">
                  <c:v>1602.7939798273053</c:v>
                </c:pt>
                <c:pt idx="687">
                  <c:v>1602.785830798482</c:v>
                </c:pt>
                <c:pt idx="688">
                  <c:v>1603.9544813893942</c:v>
                </c:pt>
                <c:pt idx="689">
                  <c:v>1604.0709996467331</c:v>
                </c:pt>
                <c:pt idx="690">
                  <c:v>1604.1238105410278</c:v>
                </c:pt>
                <c:pt idx="691">
                  <c:v>1604.1611343346858</c:v>
                </c:pt>
                <c:pt idx="692">
                  <c:v>1604.4935198490302</c:v>
                </c:pt>
                <c:pt idx="693">
                  <c:v>1604.9232966915113</c:v>
                </c:pt>
                <c:pt idx="694">
                  <c:v>1606.31762762679</c:v>
                </c:pt>
                <c:pt idx="695">
                  <c:v>1606.938230725274</c:v>
                </c:pt>
                <c:pt idx="696">
                  <c:v>1607.6145291835894</c:v>
                </c:pt>
                <c:pt idx="697">
                  <c:v>1607.7919441092038</c:v>
                </c:pt>
                <c:pt idx="698">
                  <c:v>1607.7823156960283</c:v>
                </c:pt>
                <c:pt idx="699">
                  <c:v>1608.068489525597</c:v>
                </c:pt>
                <c:pt idx="700">
                  <c:v>1608.0517895908624</c:v>
                </c:pt>
                <c:pt idx="701">
                  <c:v>1608.2260429161508</c:v>
                </c:pt>
                <c:pt idx="702">
                  <c:v>1608.2198257468858</c:v>
                </c:pt>
                <c:pt idx="703">
                  <c:v>1608.3233576210359</c:v>
                </c:pt>
                <c:pt idx="704">
                  <c:v>1608.3062718534436</c:v>
                </c:pt>
                <c:pt idx="705">
                  <c:v>1609.4060516673098</c:v>
                </c:pt>
                <c:pt idx="706">
                  <c:v>1610.8341728399625</c:v>
                </c:pt>
                <c:pt idx="707">
                  <c:v>1610.7891328959222</c:v>
                </c:pt>
                <c:pt idx="708">
                  <c:v>1610.742072550202</c:v>
                </c:pt>
                <c:pt idx="709">
                  <c:v>1610.7352535047023</c:v>
                </c:pt>
                <c:pt idx="710">
                  <c:v>1610.7343464814269</c:v>
                </c:pt>
                <c:pt idx="711">
                  <c:v>1610.7341559357349</c:v>
                </c:pt>
                <c:pt idx="712">
                  <c:v>1611.0116539237595</c:v>
                </c:pt>
                <c:pt idx="713">
                  <c:v>1611.7266380073643</c:v>
                </c:pt>
                <c:pt idx="714">
                  <c:v>1620.3072602398543</c:v>
                </c:pt>
                <c:pt idx="715">
                  <c:v>1622.3462918576856</c:v>
                </c:pt>
                <c:pt idx="716">
                  <c:v>1623.69327759373</c:v>
                </c:pt>
                <c:pt idx="717">
                  <c:v>1626.1260536257764</c:v>
                </c:pt>
                <c:pt idx="718">
                  <c:v>1627.1037860721865</c:v>
                </c:pt>
                <c:pt idx="719">
                  <c:v>1627.5717248216595</c:v>
                </c:pt>
                <c:pt idx="720">
                  <c:v>1628.0936872079899</c:v>
                </c:pt>
                <c:pt idx="721">
                  <c:v>1628.3385984470895</c:v>
                </c:pt>
                <c:pt idx="722">
                  <c:v>1628.9403941383532</c:v>
                </c:pt>
                <c:pt idx="723">
                  <c:v>1629.7422554049467</c:v>
                </c:pt>
                <c:pt idx="724">
                  <c:v>1629.7042482383968</c:v>
                </c:pt>
                <c:pt idx="725">
                  <c:v>1634.8577710733175</c:v>
                </c:pt>
                <c:pt idx="726">
                  <c:v>1636.9267119233457</c:v>
                </c:pt>
                <c:pt idx="727">
                  <c:v>1637.6113189633711</c:v>
                </c:pt>
                <c:pt idx="728">
                  <c:v>1644.0856287542706</c:v>
                </c:pt>
                <c:pt idx="729">
                  <c:v>1643.5492889189961</c:v>
                </c:pt>
                <c:pt idx="730">
                  <c:v>1644.6143069078496</c:v>
                </c:pt>
                <c:pt idx="731">
                  <c:v>1645.8822131236204</c:v>
                </c:pt>
                <c:pt idx="732">
                  <c:v>1645.7987151107591</c:v>
                </c:pt>
                <c:pt idx="733">
                  <c:v>1645.7823787900461</c:v>
                </c:pt>
                <c:pt idx="734">
                  <c:v>1645.7808027664248</c:v>
                </c:pt>
                <c:pt idx="735">
                  <c:v>1645.8516418340841</c:v>
                </c:pt>
                <c:pt idx="736">
                  <c:v>1648.7240962809283</c:v>
                </c:pt>
                <c:pt idx="737">
                  <c:v>1648.6960130330822</c:v>
                </c:pt>
                <c:pt idx="738">
                  <c:v>1648.8054200302845</c:v>
                </c:pt>
                <c:pt idx="739">
                  <c:v>1649.5364356869432</c:v>
                </c:pt>
                <c:pt idx="740">
                  <c:v>1650.1672420997793</c:v>
                </c:pt>
                <c:pt idx="741">
                  <c:v>1651.0055179208584</c:v>
                </c:pt>
                <c:pt idx="742">
                  <c:v>1651.2084254327826</c:v>
                </c:pt>
                <c:pt idx="743">
                  <c:v>1652.381457899527</c:v>
                </c:pt>
                <c:pt idx="744">
                  <c:v>1653.9827662752086</c:v>
                </c:pt>
                <c:pt idx="745">
                  <c:v>1655.438589620137</c:v>
                </c:pt>
                <c:pt idx="746">
                  <c:v>1655.8713864118615</c:v>
                </c:pt>
                <c:pt idx="747">
                  <c:v>1656.5475524117123</c:v>
                </c:pt>
                <c:pt idx="748">
                  <c:v>1656.9935246871362</c:v>
                </c:pt>
                <c:pt idx="749">
                  <c:v>1660.4192396301742</c:v>
                </c:pt>
                <c:pt idx="750">
                  <c:v>1661.6194197166353</c:v>
                </c:pt>
                <c:pt idx="751">
                  <c:v>1673.113940063675</c:v>
                </c:pt>
                <c:pt idx="752">
                  <c:v>1672.461547525045</c:v>
                </c:pt>
                <c:pt idx="753">
                  <c:v>1675.8215368463013</c:v>
                </c:pt>
                <c:pt idx="754">
                  <c:v>1675.6111071271096</c:v>
                </c:pt>
                <c:pt idx="755">
                  <c:v>1675.5692259030693</c:v>
                </c:pt>
                <c:pt idx="756">
                  <c:v>1676.4057497141653</c:v>
                </c:pt>
                <c:pt idx="757">
                  <c:v>1678.5535623711471</c:v>
                </c:pt>
                <c:pt idx="758">
                  <c:v>1679.4680909562603</c:v>
                </c:pt>
                <c:pt idx="759">
                  <c:v>1680.359444477622</c:v>
                </c:pt>
                <c:pt idx="760">
                  <c:v>1682.4986126008082</c:v>
                </c:pt>
                <c:pt idx="761">
                  <c:v>1682.3963334719961</c:v>
                </c:pt>
                <c:pt idx="762">
                  <c:v>1683.3007233339431</c:v>
                </c:pt>
                <c:pt idx="763">
                  <c:v>1684.4670734099063</c:v>
                </c:pt>
                <c:pt idx="764">
                  <c:v>1685.2582107596406</c:v>
                </c:pt>
                <c:pt idx="765">
                  <c:v>1686.1967061606947</c:v>
                </c:pt>
                <c:pt idx="766">
                  <c:v>1687.0779619787586</c:v>
                </c:pt>
                <c:pt idx="767">
                  <c:v>1687.6316279725133</c:v>
                </c:pt>
                <c:pt idx="768">
                  <c:v>1688.8122520035745</c:v>
                </c:pt>
                <c:pt idx="769">
                  <c:v>1689.1881331578286</c:v>
                </c:pt>
                <c:pt idx="770">
                  <c:v>1689.7463788057287</c:v>
                </c:pt>
                <c:pt idx="771">
                  <c:v>1689.7222585327233</c:v>
                </c:pt>
                <c:pt idx="772">
                  <c:v>1689.7148340372005</c:v>
                </c:pt>
                <c:pt idx="773">
                  <c:v>1689.8841994601937</c:v>
                </c:pt>
                <c:pt idx="774">
                  <c:v>1690.1705673622989</c:v>
                </c:pt>
                <c:pt idx="775">
                  <c:v>1690.3926381504239</c:v>
                </c:pt>
                <c:pt idx="776">
                  <c:v>1690.3634427204131</c:v>
                </c:pt>
                <c:pt idx="777">
                  <c:v>1690.4269996146013</c:v>
                </c:pt>
                <c:pt idx="778">
                  <c:v>1690.3982054687253</c:v>
                </c:pt>
                <c:pt idx="779">
                  <c:v>1691.2002444730306</c:v>
                </c:pt>
                <c:pt idx="780">
                  <c:v>1692.1181474265666</c:v>
                </c:pt>
                <c:pt idx="781">
                  <c:v>1693.5142159666059</c:v>
                </c:pt>
                <c:pt idx="782">
                  <c:v>1693.7690874864388</c:v>
                </c:pt>
                <c:pt idx="783">
                  <c:v>1693.7391998763633</c:v>
                </c:pt>
                <c:pt idx="784">
                  <c:v>1702.9263901791714</c:v>
                </c:pt>
                <c:pt idx="785">
                  <c:v>1723.3796363155914</c:v>
                </c:pt>
                <c:pt idx="786">
                  <c:v>1723.6648608512501</c:v>
                </c:pt>
                <c:pt idx="787">
                  <c:v>1734.1312956800227</c:v>
                </c:pt>
                <c:pt idx="788">
                  <c:v>1735.8529341594669</c:v>
                </c:pt>
                <c:pt idx="789">
                  <c:v>1737.6939956650729</c:v>
                </c:pt>
                <c:pt idx="790">
                  <c:v>1742.1929165154183</c:v>
                </c:pt>
                <c:pt idx="791">
                  <c:v>1742.4057971387028</c:v>
                </c:pt>
                <c:pt idx="792">
                  <c:v>1743.1868482847556</c:v>
                </c:pt>
                <c:pt idx="793">
                  <c:v>1743.688000097949</c:v>
                </c:pt>
                <c:pt idx="794">
                  <c:v>1744.7468354102321</c:v>
                </c:pt>
                <c:pt idx="795">
                  <c:v>1744.7224441837375</c:v>
                </c:pt>
                <c:pt idx="796">
                  <c:v>1744.710186272476</c:v>
                </c:pt>
                <c:pt idx="797">
                  <c:v>1744.7071975831684</c:v>
                </c:pt>
                <c:pt idx="798">
                  <c:v>1745.5744162311735</c:v>
                </c:pt>
                <c:pt idx="799">
                  <c:v>1746.1528755048971</c:v>
                </c:pt>
                <c:pt idx="800">
                  <c:v>1746.1962059184846</c:v>
                </c:pt>
                <c:pt idx="801">
                  <c:v>1746.1726575617404</c:v>
                </c:pt>
                <c:pt idx="802">
                  <c:v>1746.1683033485085</c:v>
                </c:pt>
                <c:pt idx="803">
                  <c:v>1746.5262465564335</c:v>
                </c:pt>
                <c:pt idx="804">
                  <c:v>1746.8875149426922</c:v>
                </c:pt>
                <c:pt idx="805">
                  <c:v>1746.8519847489947</c:v>
                </c:pt>
                <c:pt idx="806">
                  <c:v>1746.8475279634777</c:v>
                </c:pt>
                <c:pt idx="807">
                  <c:v>1746.9799580140334</c:v>
                </c:pt>
                <c:pt idx="808">
                  <c:v>1747.0527841184692</c:v>
                </c:pt>
                <c:pt idx="809">
                  <c:v>1747.5642250090843</c:v>
                </c:pt>
                <c:pt idx="810">
                  <c:v>1748.2600103210636</c:v>
                </c:pt>
                <c:pt idx="811">
                  <c:v>1753.6597866309235</c:v>
                </c:pt>
                <c:pt idx="812">
                  <c:v>1755.027429677303</c:v>
                </c:pt>
                <c:pt idx="813">
                  <c:v>1755.5580025275642</c:v>
                </c:pt>
                <c:pt idx="814">
                  <c:v>1755.9538841400986</c:v>
                </c:pt>
                <c:pt idx="815">
                  <c:v>1757.1922817501516</c:v>
                </c:pt>
                <c:pt idx="816">
                  <c:v>1757.0802870713417</c:v>
                </c:pt>
                <c:pt idx="817">
                  <c:v>1757.0617912214914</c:v>
                </c:pt>
                <c:pt idx="818">
                  <c:v>1757.3386468754434</c:v>
                </c:pt>
                <c:pt idx="819">
                  <c:v>1757.4959372483595</c:v>
                </c:pt>
                <c:pt idx="820">
                  <c:v>1757.8882922991452</c:v>
                </c:pt>
                <c:pt idx="821">
                  <c:v>1757.8727758491254</c:v>
                </c:pt>
                <c:pt idx="822">
                  <c:v>1761.0983965442035</c:v>
                </c:pt>
                <c:pt idx="823">
                  <c:v>1761.1819152172332</c:v>
                </c:pt>
                <c:pt idx="824">
                  <c:v>1761.5404173332051</c:v>
                </c:pt>
                <c:pt idx="825">
                  <c:v>1761.4989466708307</c:v>
                </c:pt>
                <c:pt idx="826">
                  <c:v>1764.3624653281529</c:v>
                </c:pt>
                <c:pt idx="827">
                  <c:v>1766.2632028723083</c:v>
                </c:pt>
                <c:pt idx="828">
                  <c:v>1767.289425320711</c:v>
                </c:pt>
                <c:pt idx="829">
                  <c:v>1768.0718345129737</c:v>
                </c:pt>
                <c:pt idx="830">
                  <c:v>1768.6951545513305</c:v>
                </c:pt>
                <c:pt idx="831">
                  <c:v>1769.7912182328666</c:v>
                </c:pt>
                <c:pt idx="832">
                  <c:v>1770.7238820008952</c:v>
                </c:pt>
                <c:pt idx="833">
                  <c:v>1770.6762904713275</c:v>
                </c:pt>
                <c:pt idx="834">
                  <c:v>1771.2190460466149</c:v>
                </c:pt>
                <c:pt idx="835">
                  <c:v>1772.2451236938462</c:v>
                </c:pt>
                <c:pt idx="836">
                  <c:v>1772.5349775734412</c:v>
                </c:pt>
                <c:pt idx="837">
                  <c:v>1773.947036073961</c:v>
                </c:pt>
                <c:pt idx="838">
                  <c:v>1774.0879698640829</c:v>
                </c:pt>
                <c:pt idx="839">
                  <c:v>1786.0542056818927</c:v>
                </c:pt>
                <c:pt idx="840">
                  <c:v>1797.4302126902601</c:v>
                </c:pt>
                <c:pt idx="841">
                  <c:v>1802.4012109135465</c:v>
                </c:pt>
                <c:pt idx="842">
                  <c:v>1802.2239944353184</c:v>
                </c:pt>
                <c:pt idx="843">
                  <c:v>1803.9543452821181</c:v>
                </c:pt>
                <c:pt idx="844">
                  <c:v>1805.4999134620875</c:v>
                </c:pt>
                <c:pt idx="845">
                  <c:v>1807.7036896748798</c:v>
                </c:pt>
                <c:pt idx="846">
                  <c:v>1807.7627533945372</c:v>
                </c:pt>
                <c:pt idx="847">
                  <c:v>1808.0349669150685</c:v>
                </c:pt>
                <c:pt idx="848">
                  <c:v>1807.9947918089024</c:v>
                </c:pt>
                <c:pt idx="849">
                  <c:v>1807.984663160832</c:v>
                </c:pt>
                <c:pt idx="850">
                  <c:v>1808.3540252575947</c:v>
                </c:pt>
                <c:pt idx="851">
                  <c:v>1809.0642282047449</c:v>
                </c:pt>
                <c:pt idx="852">
                  <c:v>1812.3241364874389</c:v>
                </c:pt>
                <c:pt idx="853">
                  <c:v>1811.9429507453015</c:v>
                </c:pt>
                <c:pt idx="854">
                  <c:v>1812.5095443894488</c:v>
                </c:pt>
                <c:pt idx="855">
                  <c:v>1813.5432866959027</c:v>
                </c:pt>
                <c:pt idx="856">
                  <c:v>1824.5134771991784</c:v>
                </c:pt>
                <c:pt idx="857">
                  <c:v>1826.1507874118161</c:v>
                </c:pt>
                <c:pt idx="858">
                  <c:v>1831.1877372094275</c:v>
                </c:pt>
                <c:pt idx="859">
                  <c:v>1831.4663884650727</c:v>
                </c:pt>
                <c:pt idx="860">
                  <c:v>1832.3180272481072</c:v>
                </c:pt>
                <c:pt idx="861">
                  <c:v>1834.6043689785367</c:v>
                </c:pt>
                <c:pt idx="862">
                  <c:v>1834.5362931872862</c:v>
                </c:pt>
                <c:pt idx="863">
                  <c:v>1834.9829173736819</c:v>
                </c:pt>
                <c:pt idx="864">
                  <c:v>1834.9698016140112</c:v>
                </c:pt>
                <c:pt idx="865">
                  <c:v>1835.2057203576094</c:v>
                </c:pt>
                <c:pt idx="866">
                  <c:v>1835.5510509161875</c:v>
                </c:pt>
                <c:pt idx="867">
                  <c:v>1835.8852206005586</c:v>
                </c:pt>
                <c:pt idx="868">
                  <c:v>1836.324474520447</c:v>
                </c:pt>
                <c:pt idx="869">
                  <c:v>1850.147551828429</c:v>
                </c:pt>
                <c:pt idx="870">
                  <c:v>1856.6296131768363</c:v>
                </c:pt>
                <c:pt idx="871">
                  <c:v>1858.0878720974083</c:v>
                </c:pt>
                <c:pt idx="872">
                  <c:v>1857.9165284675455</c:v>
                </c:pt>
                <c:pt idx="873">
                  <c:v>1857.8828707416485</c:v>
                </c:pt>
                <c:pt idx="874">
                  <c:v>1857.8745345580296</c:v>
                </c:pt>
                <c:pt idx="875">
                  <c:v>1858.52859219895</c:v>
                </c:pt>
                <c:pt idx="876">
                  <c:v>1858.477562183243</c:v>
                </c:pt>
                <c:pt idx="877">
                  <c:v>1858.990871622849</c:v>
                </c:pt>
                <c:pt idx="878">
                  <c:v>1859.1625371928249</c:v>
                </c:pt>
                <c:pt idx="879">
                  <c:v>1859.4084073489503</c:v>
                </c:pt>
                <c:pt idx="880">
                  <c:v>1859.4909288070571</c:v>
                </c:pt>
                <c:pt idx="881">
                  <c:v>1859.4820401484164</c:v>
                </c:pt>
                <c:pt idx="882">
                  <c:v>1860.108292175664</c:v>
                </c:pt>
                <c:pt idx="883">
                  <c:v>1860.080379768151</c:v>
                </c:pt>
                <c:pt idx="884">
                  <c:v>1860.4926913962918</c:v>
                </c:pt>
                <c:pt idx="885">
                  <c:v>1861.1737922711329</c:v>
                </c:pt>
                <c:pt idx="886">
                  <c:v>1861.7497643418146</c:v>
                </c:pt>
                <c:pt idx="887">
                  <c:v>1862.0142233307611</c:v>
                </c:pt>
                <c:pt idx="888">
                  <c:v>1862.0047080520405</c:v>
                </c:pt>
                <c:pt idx="889">
                  <c:v>1862.2685758766647</c:v>
                </c:pt>
                <c:pt idx="890">
                  <c:v>1862.3677290333526</c:v>
                </c:pt>
                <c:pt idx="891">
                  <c:v>1862.4986992907259</c:v>
                </c:pt>
                <c:pt idx="892">
                  <c:v>1862.4895574469833</c:v>
                </c:pt>
                <c:pt idx="893">
                  <c:v>1863.1214270000273</c:v>
                </c:pt>
                <c:pt idx="894">
                  <c:v>1863.09539849518</c:v>
                </c:pt>
                <c:pt idx="895">
                  <c:v>1863.246592225569</c:v>
                </c:pt>
                <c:pt idx="896">
                  <c:v>1910.7331997984693</c:v>
                </c:pt>
                <c:pt idx="897">
                  <c:v>1936.0644787771241</c:v>
                </c:pt>
                <c:pt idx="898">
                  <c:v>1935.1678323520164</c:v>
                </c:pt>
                <c:pt idx="899">
                  <c:v>1935.8169243322486</c:v>
                </c:pt>
                <c:pt idx="900">
                  <c:v>1936.3284796462949</c:v>
                </c:pt>
                <c:pt idx="901">
                  <c:v>1942.7435952473686</c:v>
                </c:pt>
                <c:pt idx="902">
                  <c:v>1943.5682013898897</c:v>
                </c:pt>
                <c:pt idx="903">
                  <c:v>1943.4900876894583</c:v>
                </c:pt>
                <c:pt idx="904">
                  <c:v>1943.8291777838738</c:v>
                </c:pt>
                <c:pt idx="905">
                  <c:v>1945.121386719517</c:v>
                </c:pt>
                <c:pt idx="906">
                  <c:v>1945.066290248506</c:v>
                </c:pt>
                <c:pt idx="907">
                  <c:v>1945.4791271600432</c:v>
                </c:pt>
                <c:pt idx="908">
                  <c:v>1945.4654174654313</c:v>
                </c:pt>
                <c:pt idx="909">
                  <c:v>1945.7005238405222</c:v>
                </c:pt>
                <c:pt idx="910">
                  <c:v>1948.0218231705983</c:v>
                </c:pt>
                <c:pt idx="911">
                  <c:v>1948.2661508405297</c:v>
                </c:pt>
                <c:pt idx="912">
                  <c:v>1948.4771743181198</c:v>
                </c:pt>
                <c:pt idx="913">
                  <c:v>1948.8610278275819</c:v>
                </c:pt>
                <c:pt idx="914">
                  <c:v>1948.9999868213367</c:v>
                </c:pt>
                <c:pt idx="915">
                  <c:v>1948.9922502510994</c:v>
                </c:pt>
                <c:pt idx="916">
                  <c:v>1948.9900351132933</c:v>
                </c:pt>
                <c:pt idx="917">
                  <c:v>1949.1646506063823</c:v>
                </c:pt>
                <c:pt idx="918">
                  <c:v>1949.1579901179859</c:v>
                </c:pt>
                <c:pt idx="919">
                  <c:v>1949.3645850233065</c:v>
                </c:pt>
                <c:pt idx="920">
                  <c:v>1949.7800042040692</c:v>
                </c:pt>
                <c:pt idx="921">
                  <c:v>1949.7694699016638</c:v>
                </c:pt>
                <c:pt idx="922">
                  <c:v>1951.0780207199707</c:v>
                </c:pt>
                <c:pt idx="923">
                  <c:v>1951.2871324883738</c:v>
                </c:pt>
                <c:pt idx="924">
                  <c:v>1951.354482769267</c:v>
                </c:pt>
                <c:pt idx="925">
                  <c:v>1952.3707166335059</c:v>
                </c:pt>
                <c:pt idx="926">
                  <c:v>1952.7774097935956</c:v>
                </c:pt>
                <c:pt idx="927">
                  <c:v>1958.2344399477372</c:v>
                </c:pt>
                <c:pt idx="928">
                  <c:v>1958.0015492835093</c:v>
                </c:pt>
                <c:pt idx="929">
                  <c:v>1958.2692285638634</c:v>
                </c:pt>
                <c:pt idx="930">
                  <c:v>1958.4874322492085</c:v>
                </c:pt>
                <c:pt idx="931">
                  <c:v>1958.5260117340626</c:v>
                </c:pt>
                <c:pt idx="932">
                  <c:v>1959.4166878911394</c:v>
                </c:pt>
                <c:pt idx="933">
                  <c:v>1959.5926358372615</c:v>
                </c:pt>
                <c:pt idx="934">
                  <c:v>1960.0028578560527</c:v>
                </c:pt>
                <c:pt idx="935">
                  <c:v>1960.0907729642788</c:v>
                </c:pt>
                <c:pt idx="936">
                  <c:v>1960.08730595814</c:v>
                </c:pt>
                <c:pt idx="937">
                  <c:v>1960.1916081340839</c:v>
                </c:pt>
                <c:pt idx="938">
                  <c:v>1960.2226976625177</c:v>
                </c:pt>
                <c:pt idx="939">
                  <c:v>1960.5155744781941</c:v>
                </c:pt>
                <c:pt idx="940">
                  <c:v>1960.5031119997782</c:v>
                </c:pt>
                <c:pt idx="941">
                  <c:v>1961.2550172646925</c:v>
                </c:pt>
                <c:pt idx="942">
                  <c:v>1963.3575641989109</c:v>
                </c:pt>
                <c:pt idx="943">
                  <c:v>1964.4877450529143</c:v>
                </c:pt>
                <c:pt idx="944">
                  <c:v>1965.1472180689123</c:v>
                </c:pt>
                <c:pt idx="945">
                  <c:v>1978.3223503011889</c:v>
                </c:pt>
                <c:pt idx="946">
                  <c:v>1982.436398109432</c:v>
                </c:pt>
                <c:pt idx="947">
                  <c:v>1987.3066345899035</c:v>
                </c:pt>
                <c:pt idx="948">
                  <c:v>1986.7793945122346</c:v>
                </c:pt>
                <c:pt idx="949">
                  <c:v>1987.4109063439864</c:v>
                </c:pt>
                <c:pt idx="950">
                  <c:v>1988.9004898081298</c:v>
                </c:pt>
                <c:pt idx="951">
                  <c:v>1992.4992105261322</c:v>
                </c:pt>
                <c:pt idx="952">
                  <c:v>1993.9861416942324</c:v>
                </c:pt>
                <c:pt idx="953">
                  <c:v>1995.3325508798591</c:v>
                </c:pt>
                <c:pt idx="954">
                  <c:v>1996.6524860143841</c:v>
                </c:pt>
                <c:pt idx="955">
                  <c:v>2015.3403652265549</c:v>
                </c:pt>
                <c:pt idx="956">
                  <c:v>2021.4054616842532</c:v>
                </c:pt>
                <c:pt idx="957">
                  <c:v>2022.3036266586876</c:v>
                </c:pt>
                <c:pt idx="958">
                  <c:v>2022.9107695688874</c:v>
                </c:pt>
                <c:pt idx="959">
                  <c:v>2022.9956666721014</c:v>
                </c:pt>
                <c:pt idx="960">
                  <c:v>2022.9839979026635</c:v>
                </c:pt>
                <c:pt idx="961">
                  <c:v>2026.1118524239446</c:v>
                </c:pt>
                <c:pt idx="962">
                  <c:v>2025.9595966717823</c:v>
                </c:pt>
                <c:pt idx="963">
                  <c:v>2025.9878474275215</c:v>
                </c:pt>
                <c:pt idx="964">
                  <c:v>2025.9774971812117</c:v>
                </c:pt>
                <c:pt idx="965">
                  <c:v>2029.8949330470787</c:v>
                </c:pt>
                <c:pt idx="966">
                  <c:v>2030.423268981071</c:v>
                </c:pt>
                <c:pt idx="967">
                  <c:v>2031.4314610385472</c:v>
                </c:pt>
                <c:pt idx="968">
                  <c:v>2032.5887804685965</c:v>
                </c:pt>
                <c:pt idx="969">
                  <c:v>2034.5856426394096</c:v>
                </c:pt>
                <c:pt idx="970">
                  <c:v>2035.1560577213895</c:v>
                </c:pt>
                <c:pt idx="971">
                  <c:v>2038.1323743067708</c:v>
                </c:pt>
                <c:pt idx="972">
                  <c:v>2040.8655313727475</c:v>
                </c:pt>
                <c:pt idx="973">
                  <c:v>2041.1486695370847</c:v>
                </c:pt>
                <c:pt idx="974">
                  <c:v>2042.3275209900919</c:v>
                </c:pt>
                <c:pt idx="975">
                  <c:v>2042.2489357529332</c:v>
                </c:pt>
                <c:pt idx="976">
                  <c:v>2042.6112663376705</c:v>
                </c:pt>
                <c:pt idx="977">
                  <c:v>2042.9168420746819</c:v>
                </c:pt>
                <c:pt idx="978">
                  <c:v>2044.4685163697527</c:v>
                </c:pt>
                <c:pt idx="979">
                  <c:v>2045.3539574315116</c:v>
                </c:pt>
                <c:pt idx="980">
                  <c:v>2048.0779398648579</c:v>
                </c:pt>
                <c:pt idx="981">
                  <c:v>2051.1163466239236</c:v>
                </c:pt>
                <c:pt idx="982">
                  <c:v>2051.8336190931595</c:v>
                </c:pt>
                <c:pt idx="983">
                  <c:v>2051.9000711527492</c:v>
                </c:pt>
                <c:pt idx="984">
                  <c:v>2051.8889641743203</c:v>
                </c:pt>
                <c:pt idx="985">
                  <c:v>2052.0754879300157</c:v>
                </c:pt>
                <c:pt idx="986">
                  <c:v>2053.0205956338582</c:v>
                </c:pt>
                <c:pt idx="987">
                  <c:v>2053.8389356976027</c:v>
                </c:pt>
                <c:pt idx="988">
                  <c:v>2054.2483676372185</c:v>
                </c:pt>
                <c:pt idx="989">
                  <c:v>2065.2739957858889</c:v>
                </c:pt>
                <c:pt idx="990">
                  <c:v>2066.468075103629</c:v>
                </c:pt>
                <c:pt idx="991">
                  <c:v>2067.6584061171766</c:v>
                </c:pt>
                <c:pt idx="992">
                  <c:v>2069.2991996903716</c:v>
                </c:pt>
                <c:pt idx="993">
                  <c:v>2069.1825727249584</c:v>
                </c:pt>
                <c:pt idx="994">
                  <c:v>2069.1378729935868</c:v>
                </c:pt>
                <c:pt idx="995">
                  <c:v>2070.4185649484325</c:v>
                </c:pt>
                <c:pt idx="996">
                  <c:v>2072.3550732967551</c:v>
                </c:pt>
                <c:pt idx="997">
                  <c:v>2072.2190873593977</c:v>
                </c:pt>
                <c:pt idx="998">
                  <c:v>2073.3879714720319</c:v>
                </c:pt>
                <c:pt idx="999">
                  <c:v>2080.2139356261923</c:v>
                </c:pt>
                <c:pt idx="1000">
                  <c:v>2079.9569070959865</c:v>
                </c:pt>
                <c:pt idx="1001">
                  <c:v>2081.5647412763028</c:v>
                </c:pt>
                <c:pt idx="1002">
                  <c:v>2084.0087209433359</c:v>
                </c:pt>
                <c:pt idx="1003">
                  <c:v>2084.0896776570653</c:v>
                </c:pt>
                <c:pt idx="1004">
                  <c:v>2084.8698286552863</c:v>
                </c:pt>
                <c:pt idx="1005">
                  <c:v>2085.4024918606738</c:v>
                </c:pt>
                <c:pt idx="1006">
                  <c:v>2085.5092475228885</c:v>
                </c:pt>
                <c:pt idx="1007">
                  <c:v>2086.8224197152081</c:v>
                </c:pt>
                <c:pt idx="1008">
                  <c:v>2088.2489037178279</c:v>
                </c:pt>
                <c:pt idx="1009">
                  <c:v>2088.2584675722469</c:v>
                </c:pt>
                <c:pt idx="1010">
                  <c:v>2088.2362760972369</c:v>
                </c:pt>
                <c:pt idx="1011">
                  <c:v>2088.3458538082764</c:v>
                </c:pt>
                <c:pt idx="1012">
                  <c:v>2089.1121418878579</c:v>
                </c:pt>
                <c:pt idx="1013">
                  <c:v>2089.0772425127429</c:v>
                </c:pt>
                <c:pt idx="1014">
                  <c:v>2089.1065980585199</c:v>
                </c:pt>
                <c:pt idx="1015">
                  <c:v>2089.1578920733441</c:v>
                </c:pt>
                <c:pt idx="1016">
                  <c:v>2089.9731857208703</c:v>
                </c:pt>
                <c:pt idx="1017">
                  <c:v>2089.9223597069877</c:v>
                </c:pt>
                <c:pt idx="1018">
                  <c:v>2089.9123722894024</c:v>
                </c:pt>
                <c:pt idx="1019">
                  <c:v>2090.0377753956923</c:v>
                </c:pt>
                <c:pt idx="1020">
                  <c:v>2090.0190893064982</c:v>
                </c:pt>
                <c:pt idx="1021">
                  <c:v>2090.0165216731011</c:v>
                </c:pt>
                <c:pt idx="1022">
                  <c:v>2090.0159278070755</c:v>
                </c:pt>
                <c:pt idx="1023">
                  <c:v>2090.742593985055</c:v>
                </c:pt>
                <c:pt idx="1024">
                  <c:v>2092.3292866287443</c:v>
                </c:pt>
                <c:pt idx="1025">
                  <c:v>2097.4744284989401</c:v>
                </c:pt>
                <c:pt idx="1026">
                  <c:v>2097.5258121572119</c:v>
                </c:pt>
                <c:pt idx="1027">
                  <c:v>2097.5056447910038</c:v>
                </c:pt>
                <c:pt idx="1028">
                  <c:v>2099.4769991135031</c:v>
                </c:pt>
                <c:pt idx="1029">
                  <c:v>2102.8548904150775</c:v>
                </c:pt>
                <c:pt idx="1030">
                  <c:v>2104.1660437086193</c:v>
                </c:pt>
                <c:pt idx="1031">
                  <c:v>2105.0156049346429</c:v>
                </c:pt>
                <c:pt idx="1032">
                  <c:v>2108.9567218536831</c:v>
                </c:pt>
                <c:pt idx="1033">
                  <c:v>2110.8519823304541</c:v>
                </c:pt>
                <c:pt idx="1034">
                  <c:v>2119.4205300631747</c:v>
                </c:pt>
                <c:pt idx="1035">
                  <c:v>2121.1552912855141</c:v>
                </c:pt>
                <c:pt idx="1036">
                  <c:v>2127.3871164970806</c:v>
                </c:pt>
                <c:pt idx="1037">
                  <c:v>2156.5705914203768</c:v>
                </c:pt>
                <c:pt idx="1038">
                  <c:v>2190.6126212921263</c:v>
                </c:pt>
                <c:pt idx="1039">
                  <c:v>2192.5113455989963</c:v>
                </c:pt>
                <c:pt idx="1040">
                  <c:v>2195.1175941181368</c:v>
                </c:pt>
                <c:pt idx="1041">
                  <c:v>2201.1508872208769</c:v>
                </c:pt>
                <c:pt idx="1042">
                  <c:v>2203.2241013962248</c:v>
                </c:pt>
                <c:pt idx="1043">
                  <c:v>2203.4262310279569</c:v>
                </c:pt>
                <c:pt idx="1044">
                  <c:v>2206.666194753504</c:v>
                </c:pt>
                <c:pt idx="1045">
                  <c:v>2206.2843091211566</c:v>
                </c:pt>
                <c:pt idx="1046">
                  <c:v>2207.3983597298211</c:v>
                </c:pt>
                <c:pt idx="1047">
                  <c:v>2207.3316102820568</c:v>
                </c:pt>
                <c:pt idx="1048">
                  <c:v>2208.300097722059</c:v>
                </c:pt>
                <c:pt idx="1049">
                  <c:v>2212.539713037103</c:v>
                </c:pt>
                <c:pt idx="1050">
                  <c:v>2212.4505760593397</c:v>
                </c:pt>
                <c:pt idx="1051">
                  <c:v>2213.096104077229</c:v>
                </c:pt>
                <c:pt idx="1052">
                  <c:v>2213.510797437249</c:v>
                </c:pt>
                <c:pt idx="1053">
                  <c:v>2215.6981223135122</c:v>
                </c:pt>
                <c:pt idx="1054">
                  <c:v>2216.6149009735282</c:v>
                </c:pt>
                <c:pt idx="1055">
                  <c:v>2217.6824286121323</c:v>
                </c:pt>
                <c:pt idx="1056">
                  <c:v>2218.5966330303895</c:v>
                </c:pt>
                <c:pt idx="1057">
                  <c:v>2218.6733724009805</c:v>
                </c:pt>
                <c:pt idx="1058">
                  <c:v>2219.0498727765312</c:v>
                </c:pt>
                <c:pt idx="1059">
                  <c:v>2219.0610058636753</c:v>
                </c:pt>
                <c:pt idx="1060">
                  <c:v>2219.0550916299312</c:v>
                </c:pt>
                <c:pt idx="1061">
                  <c:v>2219.1254040003037</c:v>
                </c:pt>
                <c:pt idx="1062">
                  <c:v>2219.1227458250496</c:v>
                </c:pt>
                <c:pt idx="1063">
                  <c:v>2221.9241616108047</c:v>
                </c:pt>
                <c:pt idx="1064">
                  <c:v>2230.297942946142</c:v>
                </c:pt>
                <c:pt idx="1065">
                  <c:v>2238.7976969897254</c:v>
                </c:pt>
                <c:pt idx="1066">
                  <c:v>2239.1026510544957</c:v>
                </c:pt>
                <c:pt idx="1067">
                  <c:v>2239.8272355062281</c:v>
                </c:pt>
                <c:pt idx="1068">
                  <c:v>2239.7215216838381</c:v>
                </c:pt>
                <c:pt idx="1069">
                  <c:v>2240.323052589988</c:v>
                </c:pt>
                <c:pt idx="1070">
                  <c:v>2240.3314433219371</c:v>
                </c:pt>
                <c:pt idx="1071">
                  <c:v>2240.3228402211025</c:v>
                </c:pt>
                <c:pt idx="1072">
                  <c:v>2240.8089757076282</c:v>
                </c:pt>
                <c:pt idx="1073">
                  <c:v>2240.7901400852738</c:v>
                </c:pt>
                <c:pt idx="1074">
                  <c:v>2240.8402848666533</c:v>
                </c:pt>
                <c:pt idx="1075">
                  <c:v>2240.8328815981336</c:v>
                </c:pt>
                <c:pt idx="1076">
                  <c:v>2241.5004724744895</c:v>
                </c:pt>
                <c:pt idx="1077">
                  <c:v>2242.8367376942929</c:v>
                </c:pt>
                <c:pt idx="1078">
                  <c:v>2245.1532238628215</c:v>
                </c:pt>
                <c:pt idx="1079">
                  <c:v>2245.2464169747723</c:v>
                </c:pt>
                <c:pt idx="1080">
                  <c:v>2245.2313790950511</c:v>
                </c:pt>
                <c:pt idx="1081">
                  <c:v>2248.0136087559331</c:v>
                </c:pt>
                <c:pt idx="1082">
                  <c:v>2250.3222275905009</c:v>
                </c:pt>
                <c:pt idx="1083">
                  <c:v>2259.5740688229957</c:v>
                </c:pt>
                <c:pt idx="1084">
                  <c:v>2267.7473457635097</c:v>
                </c:pt>
                <c:pt idx="1085">
                  <c:v>2284.4603500180456</c:v>
                </c:pt>
                <c:pt idx="1086">
                  <c:v>2287.3390750581111</c:v>
                </c:pt>
                <c:pt idx="1087">
                  <c:v>2292.1110843070055</c:v>
                </c:pt>
                <c:pt idx="1088">
                  <c:v>2306.9338264404296</c:v>
                </c:pt>
                <c:pt idx="1089">
                  <c:v>2311.4186175205573</c:v>
                </c:pt>
                <c:pt idx="1090">
                  <c:v>2328.7599684030906</c:v>
                </c:pt>
                <c:pt idx="1091">
                  <c:v>2334.0805704900135</c:v>
                </c:pt>
                <c:pt idx="1092">
                  <c:v>2361.3372952163572</c:v>
                </c:pt>
                <c:pt idx="1093">
                  <c:v>2375.5339067922387</c:v>
                </c:pt>
                <c:pt idx="1094">
                  <c:v>2390.3581874315573</c:v>
                </c:pt>
                <c:pt idx="1095">
                  <c:v>2392.0712363269199</c:v>
                </c:pt>
                <c:pt idx="1096">
                  <c:v>2392.8566160917476</c:v>
                </c:pt>
                <c:pt idx="1097">
                  <c:v>2396.1089339086511</c:v>
                </c:pt>
                <c:pt idx="1098">
                  <c:v>2400.984357595999</c:v>
                </c:pt>
                <c:pt idx="1099">
                  <c:v>2412.474417290417</c:v>
                </c:pt>
                <c:pt idx="1100">
                  <c:v>2450.846695020286</c:v>
                </c:pt>
                <c:pt idx="1101">
                  <c:v>2470.7538103868387</c:v>
                </c:pt>
                <c:pt idx="1102">
                  <c:v>2477.730256719783</c:v>
                </c:pt>
                <c:pt idx="1103">
                  <c:v>2492.8008442909804</c:v>
                </c:pt>
                <c:pt idx="1104">
                  <c:v>2501.7569835971176</c:v>
                </c:pt>
                <c:pt idx="1105">
                  <c:v>2519.3831381299769</c:v>
                </c:pt>
                <c:pt idx="1106">
                  <c:v>2521.5197238077344</c:v>
                </c:pt>
                <c:pt idx="1107">
                  <c:v>2532.9194971098932</c:v>
                </c:pt>
                <c:pt idx="1108">
                  <c:v>2563.5342138235687</c:v>
                </c:pt>
                <c:pt idx="1109">
                  <c:v>2575.2568917391291</c:v>
                </c:pt>
                <c:pt idx="1110">
                  <c:v>2591.7691077989693</c:v>
                </c:pt>
                <c:pt idx="1111">
                  <c:v>2596.5724639923533</c:v>
                </c:pt>
                <c:pt idx="1112">
                  <c:v>2643.5704702013468</c:v>
                </c:pt>
                <c:pt idx="1113">
                  <c:v>2700.4276964867267</c:v>
                </c:pt>
                <c:pt idx="1114">
                  <c:v>2711.8756505080601</c:v>
                </c:pt>
                <c:pt idx="1115">
                  <c:v>2755.4099008864223</c:v>
                </c:pt>
                <c:pt idx="1116">
                  <c:v>2780.2493857177028</c:v>
                </c:pt>
                <c:pt idx="1117">
                  <c:v>2808.6468313984506</c:v>
                </c:pt>
                <c:pt idx="1118">
                  <c:v>2818.5206612227312</c:v>
                </c:pt>
                <c:pt idx="1119">
                  <c:v>2825.2057693207475</c:v>
                </c:pt>
                <c:pt idx="1120">
                  <c:v>2838.3543127543653</c:v>
                </c:pt>
                <c:pt idx="1121">
                  <c:v>2859.6933501596518</c:v>
                </c:pt>
                <c:pt idx="1122">
                  <c:v>2872.392893638681</c:v>
                </c:pt>
                <c:pt idx="1123">
                  <c:v>2874.0459020264261</c:v>
                </c:pt>
                <c:pt idx="1124">
                  <c:v>2913.4530825420638</c:v>
                </c:pt>
                <c:pt idx="1125">
                  <c:v>2926.4624479232989</c:v>
                </c:pt>
                <c:pt idx="1126">
                  <c:v>2930.5738179126879</c:v>
                </c:pt>
                <c:pt idx="1127">
                  <c:v>2943.8157885286596</c:v>
                </c:pt>
                <c:pt idx="1128">
                  <c:v>2967.8067814724595</c:v>
                </c:pt>
                <c:pt idx="1129">
                  <c:v>2969.9774118125047</c:v>
                </c:pt>
                <c:pt idx="1130">
                  <c:v>2975.0129234281212</c:v>
                </c:pt>
                <c:pt idx="1131">
                  <c:v>2976.8964258012611</c:v>
                </c:pt>
                <c:pt idx="1132">
                  <c:v>2979.0208766398837</c:v>
                </c:pt>
                <c:pt idx="1133">
                  <c:v>2987.1192557335448</c:v>
                </c:pt>
                <c:pt idx="1134">
                  <c:v>2986.6743439693419</c:v>
                </c:pt>
                <c:pt idx="1135">
                  <c:v>2987.7490526413981</c:v>
                </c:pt>
                <c:pt idx="1136">
                  <c:v>2993.4149584446636</c:v>
                </c:pt>
                <c:pt idx="1137">
                  <c:v>2993.2396651812187</c:v>
                </c:pt>
                <c:pt idx="1138">
                  <c:v>2995.3147834172514</c:v>
                </c:pt>
                <c:pt idx="1139">
                  <c:v>2999.0948493211104</c:v>
                </c:pt>
                <c:pt idx="1140">
                  <c:v>2998.6736241230274</c:v>
                </c:pt>
                <c:pt idx="1141">
                  <c:v>3004.6447004412662</c:v>
                </c:pt>
                <c:pt idx="1142">
                  <c:v>3006.9808747267243</c:v>
                </c:pt>
                <c:pt idx="1143">
                  <c:v>3006.9134016800349</c:v>
                </c:pt>
                <c:pt idx="1144">
                  <c:v>3012.7786757416584</c:v>
                </c:pt>
                <c:pt idx="1145">
                  <c:v>3019.1283229276869</c:v>
                </c:pt>
                <c:pt idx="1146">
                  <c:v>3029.9327264421263</c:v>
                </c:pt>
                <c:pt idx="1147">
                  <c:v>3030.7017220069351</c:v>
                </c:pt>
                <c:pt idx="1148">
                  <c:v>3036.1063555880542</c:v>
                </c:pt>
                <c:pt idx="1149">
                  <c:v>3037.4581212316461</c:v>
                </c:pt>
                <c:pt idx="1150">
                  <c:v>3041.5993682617882</c:v>
                </c:pt>
                <c:pt idx="1151">
                  <c:v>3043.1787811454856</c:v>
                </c:pt>
                <c:pt idx="1152">
                  <c:v>3045.5530878746426</c:v>
                </c:pt>
                <c:pt idx="1153">
                  <c:v>3049.7482590658333</c:v>
                </c:pt>
                <c:pt idx="1154">
                  <c:v>3050.0711042022185</c:v>
                </c:pt>
                <c:pt idx="1155">
                  <c:v>3051.7684853650412</c:v>
                </c:pt>
                <c:pt idx="1156">
                  <c:v>3063.3560216181104</c:v>
                </c:pt>
                <c:pt idx="1157">
                  <c:v>3096.8577476986111</c:v>
                </c:pt>
                <c:pt idx="1158">
                  <c:v>3131.2417998715814</c:v>
                </c:pt>
                <c:pt idx="1159">
                  <c:v>3142.7056721544013</c:v>
                </c:pt>
                <c:pt idx="1160">
                  <c:v>3156.4826597995479</c:v>
                </c:pt>
                <c:pt idx="1161">
                  <c:v>3163.3633698498684</c:v>
                </c:pt>
                <c:pt idx="1162">
                  <c:v>3166.6074645122485</c:v>
                </c:pt>
                <c:pt idx="1163">
                  <c:v>3169.149663127906</c:v>
                </c:pt>
                <c:pt idx="1164">
                  <c:v>3169.7434824834304</c:v>
                </c:pt>
                <c:pt idx="1165">
                  <c:v>3171.4377708846391</c:v>
                </c:pt>
                <c:pt idx="1166">
                  <c:v>3173.2713760451979</c:v>
                </c:pt>
                <c:pt idx="1167">
                  <c:v>3173.7560407212568</c:v>
                </c:pt>
                <c:pt idx="1168">
                  <c:v>3179.4507399227591</c:v>
                </c:pt>
                <c:pt idx="1169">
                  <c:v>3191.0786986763628</c:v>
                </c:pt>
                <c:pt idx="1170">
                  <c:v>3190.2237232162352</c:v>
                </c:pt>
                <c:pt idx="1171">
                  <c:v>3208.1033148281458</c:v>
                </c:pt>
                <c:pt idx="1172">
                  <c:v>3212.4312431999424</c:v>
                </c:pt>
                <c:pt idx="1173">
                  <c:v>3212.704824471487</c:v>
                </c:pt>
                <c:pt idx="1174">
                  <c:v>3216.4147469468289</c:v>
                </c:pt>
                <c:pt idx="1175">
                  <c:v>3218.1109793002056</c:v>
                </c:pt>
                <c:pt idx="1176">
                  <c:v>3230.4384726140324</c:v>
                </c:pt>
                <c:pt idx="1177">
                  <c:v>3230.5382061789524</c:v>
                </c:pt>
                <c:pt idx="1178">
                  <c:v>3231.7114952376182</c:v>
                </c:pt>
                <c:pt idx="1179">
                  <c:v>3231.6373042967061</c:v>
                </c:pt>
                <c:pt idx="1180">
                  <c:v>3247.6788098553861</c:v>
                </c:pt>
                <c:pt idx="1181">
                  <c:v>3260.410992640946</c:v>
                </c:pt>
                <c:pt idx="1182">
                  <c:v>3291.4710211509891</c:v>
                </c:pt>
                <c:pt idx="1183">
                  <c:v>3290.2535246141042</c:v>
                </c:pt>
                <c:pt idx="1184">
                  <c:v>3315.3668863435264</c:v>
                </c:pt>
                <c:pt idx="1185">
                  <c:v>3368.2626586394836</c:v>
                </c:pt>
                <c:pt idx="1186">
                  <c:v>3419.8892423149123</c:v>
                </c:pt>
                <c:pt idx="1187">
                  <c:v>3427.5574806468603</c:v>
                </c:pt>
                <c:pt idx="1188">
                  <c:v>3453.403055508858</c:v>
                </c:pt>
                <c:pt idx="1189">
                  <c:v>3463.5508841808382</c:v>
                </c:pt>
                <c:pt idx="1190">
                  <c:v>3465.7036686414503</c:v>
                </c:pt>
                <c:pt idx="1191">
                  <c:v>3476.4471261287204</c:v>
                </c:pt>
                <c:pt idx="1192">
                  <c:v>3475.319293481778</c:v>
                </c:pt>
                <c:pt idx="1193">
                  <c:v>3482.1963743498927</c:v>
                </c:pt>
                <c:pt idx="1194">
                  <c:v>3482.5101352672673</c:v>
                </c:pt>
                <c:pt idx="1195">
                  <c:v>3508.0436795208616</c:v>
                </c:pt>
                <c:pt idx="1196">
                  <c:v>3541.1871902054399</c:v>
                </c:pt>
                <c:pt idx="1197">
                  <c:v>3562.9603084215432</c:v>
                </c:pt>
                <c:pt idx="1198">
                  <c:v>3584.7286146722327</c:v>
                </c:pt>
                <c:pt idx="1199">
                  <c:v>3591.8667706169426</c:v>
                </c:pt>
                <c:pt idx="1200">
                  <c:v>3595.4232786744642</c:v>
                </c:pt>
                <c:pt idx="1201">
                  <c:v>3605.7000791842329</c:v>
                </c:pt>
                <c:pt idx="1202">
                  <c:v>3612.1723918289849</c:v>
                </c:pt>
                <c:pt idx="1203">
                  <c:v>3621.1654719629641</c:v>
                </c:pt>
                <c:pt idx="1204">
                  <c:v>3628.5013893757332</c:v>
                </c:pt>
                <c:pt idx="1205">
                  <c:v>3650.7565429244823</c:v>
                </c:pt>
                <c:pt idx="1206">
                  <c:v>3723.464232275358</c:v>
                </c:pt>
                <c:pt idx="1207">
                  <c:v>3751.6826832196612</c:v>
                </c:pt>
                <c:pt idx="1208">
                  <c:v>3759.433088738725</c:v>
                </c:pt>
                <c:pt idx="1209">
                  <c:v>3758.7235316058595</c:v>
                </c:pt>
                <c:pt idx="1210">
                  <c:v>3787.8208628021312</c:v>
                </c:pt>
                <c:pt idx="1211">
                  <c:v>3789.3786865190973</c:v>
                </c:pt>
                <c:pt idx="1212">
                  <c:v>3810.6480332477213</c:v>
                </c:pt>
                <c:pt idx="1213">
                  <c:v>3825.7496721190942</c:v>
                </c:pt>
                <c:pt idx="1214">
                  <c:v>3839.5959605069229</c:v>
                </c:pt>
                <c:pt idx="1215">
                  <c:v>3843.8346631364188</c:v>
                </c:pt>
                <c:pt idx="1216">
                  <c:v>3846.4652535036771</c:v>
                </c:pt>
                <c:pt idx="1217">
                  <c:v>3852.6292908232072</c:v>
                </c:pt>
                <c:pt idx="1218">
                  <c:v>3864.5388530250443</c:v>
                </c:pt>
                <c:pt idx="1219">
                  <c:v>3939.9412384880943</c:v>
                </c:pt>
                <c:pt idx="1220">
                  <c:v>3951.3860911114684</c:v>
                </c:pt>
                <c:pt idx="1221">
                  <c:v>3956.8958180785526</c:v>
                </c:pt>
                <c:pt idx="1222">
                  <c:v>3972.026133956123</c:v>
                </c:pt>
                <c:pt idx="1223">
                  <c:v>3987.2786822197677</c:v>
                </c:pt>
                <c:pt idx="1224">
                  <c:v>4025.1799752780444</c:v>
                </c:pt>
                <c:pt idx="1225">
                  <c:v>4039.0172177300551</c:v>
                </c:pt>
                <c:pt idx="1226">
                  <c:v>4050.0504617928186</c:v>
                </c:pt>
                <c:pt idx="1227">
                  <c:v>4080.9202439922028</c:v>
                </c:pt>
                <c:pt idx="1228">
                  <c:v>4090.3319527958602</c:v>
                </c:pt>
                <c:pt idx="1229">
                  <c:v>4096.5690953009507</c:v>
                </c:pt>
                <c:pt idx="1230">
                  <c:v>4132.577186123086</c:v>
                </c:pt>
                <c:pt idx="1231">
                  <c:v>4134.6140262601321</c:v>
                </c:pt>
                <c:pt idx="1232">
                  <c:v>4144.1468018132064</c:v>
                </c:pt>
                <c:pt idx="1233">
                  <c:v>4162.5913827964614</c:v>
                </c:pt>
                <c:pt idx="1234">
                  <c:v>4170.1445392425394</c:v>
                </c:pt>
                <c:pt idx="1235">
                  <c:v>4208.8297903051389</c:v>
                </c:pt>
                <c:pt idx="1236">
                  <c:v>4250.1415551679902</c:v>
                </c:pt>
                <c:pt idx="1237">
                  <c:v>4253.6436374409241</c:v>
                </c:pt>
                <c:pt idx="1238">
                  <c:v>4296.1885705223485</c:v>
                </c:pt>
                <c:pt idx="1239">
                  <c:v>4343.0635376309883</c:v>
                </c:pt>
                <c:pt idx="1240">
                  <c:v>4350.4388197660091</c:v>
                </c:pt>
                <c:pt idx="1241">
                  <c:v>4371.9067051594611</c:v>
                </c:pt>
                <c:pt idx="1242">
                  <c:v>4379.2248707942153</c:v>
                </c:pt>
                <c:pt idx="1243">
                  <c:v>4392.4149483378524</c:v>
                </c:pt>
                <c:pt idx="1244">
                  <c:v>4400.1964332554098</c:v>
                </c:pt>
                <c:pt idx="1245">
                  <c:v>4405.7537503088688</c:v>
                </c:pt>
                <c:pt idx="1246">
                  <c:v>4414.7594522453037</c:v>
                </c:pt>
                <c:pt idx="1247">
                  <c:v>4417.9008826150503</c:v>
                </c:pt>
                <c:pt idx="1248">
                  <c:v>4418.9928601471738</c:v>
                </c:pt>
                <c:pt idx="1249">
                  <c:v>4418.9288807397734</c:v>
                </c:pt>
                <c:pt idx="1250">
                  <c:v>4419.0682880713093</c:v>
                </c:pt>
                <c:pt idx="1251">
                  <c:v>4419.0620082219493</c:v>
                </c:pt>
                <c:pt idx="1252">
                  <c:v>4419.1320480081822</c:v>
                </c:pt>
                <c:pt idx="1253">
                  <c:v>4419.29564945114</c:v>
                </c:pt>
                <c:pt idx="1254">
                  <c:v>4419.2863814548318</c:v>
                </c:pt>
                <c:pt idx="1255">
                  <c:v>4425.3751717529412</c:v>
                </c:pt>
                <c:pt idx="1256">
                  <c:v>4427.1793406815332</c:v>
                </c:pt>
                <c:pt idx="1257">
                  <c:v>4426.9590223124396</c:v>
                </c:pt>
                <c:pt idx="1258">
                  <c:v>4426.9151623536891</c:v>
                </c:pt>
                <c:pt idx="1259">
                  <c:v>4426.8939344809296</c:v>
                </c:pt>
                <c:pt idx="1260">
                  <c:v>4427.1611019072243</c:v>
                </c:pt>
                <c:pt idx="1261">
                  <c:v>4427.1376517679519</c:v>
                </c:pt>
                <c:pt idx="1262">
                  <c:v>4427.304057295818</c:v>
                </c:pt>
                <c:pt idx="1263">
                  <c:v>4431.4210555046675</c:v>
                </c:pt>
                <c:pt idx="1264">
                  <c:v>4436.8949341433945</c:v>
                </c:pt>
                <c:pt idx="1265">
                  <c:v>4447.1120336078657</c:v>
                </c:pt>
                <c:pt idx="1266">
                  <c:v>4446.5188101531894</c:v>
                </c:pt>
                <c:pt idx="1267">
                  <c:v>4447.007950758315</c:v>
                </c:pt>
                <c:pt idx="1268">
                  <c:v>4447.3035664137415</c:v>
                </c:pt>
                <c:pt idx="1269">
                  <c:v>4449.2996432655327</c:v>
                </c:pt>
                <c:pt idx="1270">
                  <c:v>4449.7748434446703</c:v>
                </c:pt>
                <c:pt idx="1271">
                  <c:v>4450.5053421768871</c:v>
                </c:pt>
                <c:pt idx="1272">
                  <c:v>4450.4778341875353</c:v>
                </c:pt>
                <c:pt idx="1273">
                  <c:v>4451.73560478322</c:v>
                </c:pt>
                <c:pt idx="1274">
                  <c:v>4455.1576021718793</c:v>
                </c:pt>
                <c:pt idx="1275">
                  <c:v>4456.2858656121998</c:v>
                </c:pt>
                <c:pt idx="1276">
                  <c:v>4456.9668396241441</c:v>
                </c:pt>
                <c:pt idx="1277">
                  <c:v>4463.9125995701397</c:v>
                </c:pt>
                <c:pt idx="1278">
                  <c:v>4464.9995909392246</c:v>
                </c:pt>
                <c:pt idx="1279">
                  <c:v>4482.8648686583638</c:v>
                </c:pt>
                <c:pt idx="1280">
                  <c:v>4489.1812902204756</c:v>
                </c:pt>
                <c:pt idx="1281">
                  <c:v>4496.8351462902656</c:v>
                </c:pt>
                <c:pt idx="1282">
                  <c:v>4497.06728669535</c:v>
                </c:pt>
                <c:pt idx="1283">
                  <c:v>4507.158209550209</c:v>
                </c:pt>
                <c:pt idx="1284">
                  <c:v>4511.2624262751897</c:v>
                </c:pt>
                <c:pt idx="1285">
                  <c:v>4514.5911210563218</c:v>
                </c:pt>
                <c:pt idx="1286">
                  <c:v>4517.0431168300629</c:v>
                </c:pt>
                <c:pt idx="1287">
                  <c:v>4533.9447039292982</c:v>
                </c:pt>
                <c:pt idx="1288">
                  <c:v>4534.7837702837805</c:v>
                </c:pt>
                <c:pt idx="1289">
                  <c:v>4535.2111104973219</c:v>
                </c:pt>
                <c:pt idx="1290">
                  <c:v>4535.0582688300183</c:v>
                </c:pt>
                <c:pt idx="1291">
                  <c:v>4538.2603002340747</c:v>
                </c:pt>
                <c:pt idx="1292">
                  <c:v>4543.8233056671907</c:v>
                </c:pt>
                <c:pt idx="1293">
                  <c:v>4550.0920575270411</c:v>
                </c:pt>
                <c:pt idx="1294">
                  <c:v>4562.15459327794</c:v>
                </c:pt>
                <c:pt idx="1295">
                  <c:v>4566.0271026542896</c:v>
                </c:pt>
                <c:pt idx="1296">
                  <c:v>4573.9175126857681</c:v>
                </c:pt>
                <c:pt idx="1297">
                  <c:v>4578.829207038807</c:v>
                </c:pt>
                <c:pt idx="1298">
                  <c:v>4584.036472847265</c:v>
                </c:pt>
                <c:pt idx="1299">
                  <c:v>4600.459536641345</c:v>
                </c:pt>
                <c:pt idx="1300">
                  <c:v>4618.7989190511598</c:v>
                </c:pt>
                <c:pt idx="1301">
                  <c:v>4629.1455093556442</c:v>
                </c:pt>
                <c:pt idx="1302">
                  <c:v>4635.2632571810609</c:v>
                </c:pt>
                <c:pt idx="1303">
                  <c:v>4635.4253771448775</c:v>
                </c:pt>
                <c:pt idx="1304">
                  <c:v>4639.1951083371414</c:v>
                </c:pt>
                <c:pt idx="1305">
                  <c:v>4643.6439215888786</c:v>
                </c:pt>
                <c:pt idx="1306">
                  <c:v>4647.0244836957881</c:v>
                </c:pt>
                <c:pt idx="1307">
                  <c:v>4648.0285474110506</c:v>
                </c:pt>
                <c:pt idx="1308">
                  <c:v>4649.5773915174286</c:v>
                </c:pt>
                <c:pt idx="1309">
                  <c:v>4650.6045968516137</c:v>
                </c:pt>
                <c:pt idx="1310">
                  <c:v>4653.9054667750825</c:v>
                </c:pt>
                <c:pt idx="1311">
                  <c:v>4686.5293857106526</c:v>
                </c:pt>
                <c:pt idx="1312">
                  <c:v>4685.9000552830239</c:v>
                </c:pt>
                <c:pt idx="1313">
                  <c:v>4687.927627101556</c:v>
                </c:pt>
                <c:pt idx="1314">
                  <c:v>4689.8768871092607</c:v>
                </c:pt>
                <c:pt idx="1315">
                  <c:v>4697.4096884864002</c:v>
                </c:pt>
                <c:pt idx="1316">
                  <c:v>4711.5779493236723</c:v>
                </c:pt>
                <c:pt idx="1317">
                  <c:v>4711.077807792446</c:v>
                </c:pt>
                <c:pt idx="1318">
                  <c:v>4717.4224727331357</c:v>
                </c:pt>
                <c:pt idx="1319">
                  <c:v>4718.8724580372036</c:v>
                </c:pt>
                <c:pt idx="1320">
                  <c:v>4728.3025661521697</c:v>
                </c:pt>
                <c:pt idx="1321">
                  <c:v>4728.2085302018777</c:v>
                </c:pt>
                <c:pt idx="1322">
                  <c:v>4743.60834164687</c:v>
                </c:pt>
                <c:pt idx="1323">
                  <c:v>4744.8342964843732</c:v>
                </c:pt>
                <c:pt idx="1324">
                  <c:v>4766.4863724614406</c:v>
                </c:pt>
                <c:pt idx="1325">
                  <c:v>4767.4084889729838</c:v>
                </c:pt>
                <c:pt idx="1326">
                  <c:v>4776.3409633707633</c:v>
                </c:pt>
                <c:pt idx="1327">
                  <c:v>4784.0358858430536</c:v>
                </c:pt>
                <c:pt idx="1328">
                  <c:v>4790.1708630406401</c:v>
                </c:pt>
                <c:pt idx="1329">
                  <c:v>4795.0989855843982</c:v>
                </c:pt>
                <c:pt idx="1330">
                  <c:v>4807.4475723242385</c:v>
                </c:pt>
                <c:pt idx="1331">
                  <c:v>4811.6952168965654</c:v>
                </c:pt>
                <c:pt idx="1332">
                  <c:v>4813.1376503392767</c:v>
                </c:pt>
                <c:pt idx="1333">
                  <c:v>4815.1012052083352</c:v>
                </c:pt>
                <c:pt idx="1334">
                  <c:v>4817.4845225669505</c:v>
                </c:pt>
                <c:pt idx="1335">
                  <c:v>4817.9392869859203</c:v>
                </c:pt>
                <c:pt idx="1336">
                  <c:v>4822.1284003851988</c:v>
                </c:pt>
                <c:pt idx="1337">
                  <c:v>4837.1807210141596</c:v>
                </c:pt>
                <c:pt idx="1338">
                  <c:v>4837.4824453964065</c:v>
                </c:pt>
                <c:pt idx="1339">
                  <c:v>4837.9897601789917</c:v>
                </c:pt>
                <c:pt idx="1340">
                  <c:v>4846.017820490325</c:v>
                </c:pt>
                <c:pt idx="1341">
                  <c:v>4857.5661639283071</c:v>
                </c:pt>
                <c:pt idx="1342">
                  <c:v>4858.6577164550645</c:v>
                </c:pt>
                <c:pt idx="1343">
                  <c:v>4858.5293631568866</c:v>
                </c:pt>
                <c:pt idx="1344">
                  <c:v>4858.7991683693181</c:v>
                </c:pt>
                <c:pt idx="1345">
                  <c:v>4858.4992729944988</c:v>
                </c:pt>
                <c:pt idx="1346">
                  <c:v>4858.4992764402914</c:v>
                </c:pt>
                <c:pt idx="1347">
                  <c:v>4859.1416577036844</c:v>
                </c:pt>
                <c:pt idx="1348">
                  <c:v>4859.1393626313493</c:v>
                </c:pt>
                <c:pt idx="1349">
                  <c:v>4861.5872621863764</c:v>
                </c:pt>
                <c:pt idx="1350">
                  <c:v>4861.6152017057466</c:v>
                </c:pt>
                <c:pt idx="1351">
                  <c:v>4861.5705088060677</c:v>
                </c:pt>
                <c:pt idx="1352">
                  <c:v>4861.5586120301568</c:v>
                </c:pt>
                <c:pt idx="1353">
                  <c:v>4868.476015499763</c:v>
                </c:pt>
                <c:pt idx="1354">
                  <c:v>4873.1965189276307</c:v>
                </c:pt>
                <c:pt idx="1355">
                  <c:v>4877.7388386074754</c:v>
                </c:pt>
                <c:pt idx="1356">
                  <c:v>4879.0502595081543</c:v>
                </c:pt>
                <c:pt idx="1357">
                  <c:v>4880.7807781252413</c:v>
                </c:pt>
                <c:pt idx="1358">
                  <c:v>4887.0777680521687</c:v>
                </c:pt>
                <c:pt idx="1359">
                  <c:v>4889.7285020000945</c:v>
                </c:pt>
                <c:pt idx="1360">
                  <c:v>4910.6790172335213</c:v>
                </c:pt>
                <c:pt idx="1361">
                  <c:v>4911.9323419115908</c:v>
                </c:pt>
                <c:pt idx="1362">
                  <c:v>4916.5289165685799</c:v>
                </c:pt>
                <c:pt idx="1363">
                  <c:v>4924.7645196201574</c:v>
                </c:pt>
                <c:pt idx="1364">
                  <c:v>4941.3871507078993</c:v>
                </c:pt>
                <c:pt idx="1365">
                  <c:v>4949.3203146065925</c:v>
                </c:pt>
                <c:pt idx="1366">
                  <c:v>4951.7644054136017</c:v>
                </c:pt>
                <c:pt idx="1367">
                  <c:v>4953.2165031575732</c:v>
                </c:pt>
                <c:pt idx="1368">
                  <c:v>4956.8581747981516</c:v>
                </c:pt>
                <c:pt idx="1369">
                  <c:v>4964.3486758648023</c:v>
                </c:pt>
                <c:pt idx="1370">
                  <c:v>4965.2656166969564</c:v>
                </c:pt>
                <c:pt idx="1371">
                  <c:v>4966.7245019234679</c:v>
                </c:pt>
                <c:pt idx="1372">
                  <c:v>4967.1055526903101</c:v>
                </c:pt>
                <c:pt idx="1373">
                  <c:v>4970.5630647757143</c:v>
                </c:pt>
                <c:pt idx="1374">
                  <c:v>4970.3879863041684</c:v>
                </c:pt>
                <c:pt idx="1375">
                  <c:v>4970.3539630940768</c:v>
                </c:pt>
                <c:pt idx="1376">
                  <c:v>4970.3455080307804</c:v>
                </c:pt>
                <c:pt idx="1377">
                  <c:v>4971.434397560477</c:v>
                </c:pt>
                <c:pt idx="1378">
                  <c:v>4974.5266718257772</c:v>
                </c:pt>
                <c:pt idx="1379">
                  <c:v>4976.6685433124421</c:v>
                </c:pt>
                <c:pt idx="1380">
                  <c:v>4977.8389977585202</c:v>
                </c:pt>
                <c:pt idx="1381">
                  <c:v>4981.3528173103477</c:v>
                </c:pt>
                <c:pt idx="1382">
                  <c:v>4983.3471440355452</c:v>
                </c:pt>
                <c:pt idx="1383">
                  <c:v>4985.1353584982835</c:v>
                </c:pt>
                <c:pt idx="1384">
                  <c:v>4990.345460659194</c:v>
                </c:pt>
                <c:pt idx="1385">
                  <c:v>4990.6511221495457</c:v>
                </c:pt>
                <c:pt idx="1386">
                  <c:v>4990.6353227448653</c:v>
                </c:pt>
                <c:pt idx="1387">
                  <c:v>4994.1015611582397</c:v>
                </c:pt>
                <c:pt idx="1388">
                  <c:v>4995.2555155880309</c:v>
                </c:pt>
                <c:pt idx="1389">
                  <c:v>5001.9253277008092</c:v>
                </c:pt>
                <c:pt idx="1390">
                  <c:v>5021.8807412736915</c:v>
                </c:pt>
                <c:pt idx="1391">
                  <c:v>5024.2853274999734</c:v>
                </c:pt>
                <c:pt idx="1392">
                  <c:v>5024.1694778872579</c:v>
                </c:pt>
                <c:pt idx="1393">
                  <c:v>5024.1355472791129</c:v>
                </c:pt>
                <c:pt idx="1394">
                  <c:v>5024.128790039219</c:v>
                </c:pt>
                <c:pt idx="1395">
                  <c:v>5024.1295177513548</c:v>
                </c:pt>
                <c:pt idx="1396">
                  <c:v>5024.1258091317131</c:v>
                </c:pt>
                <c:pt idx="1397">
                  <c:v>5037.7364749944236</c:v>
                </c:pt>
                <c:pt idx="1398">
                  <c:v>5037.2307801116494</c:v>
                </c:pt>
                <c:pt idx="1399">
                  <c:v>5040.6861565152294</c:v>
                </c:pt>
                <c:pt idx="1400">
                  <c:v>5042.1949469836354</c:v>
                </c:pt>
                <c:pt idx="1401">
                  <c:v>5042.0015557077631</c:v>
                </c:pt>
                <c:pt idx="1402">
                  <c:v>5042.7591638432423</c:v>
                </c:pt>
                <c:pt idx="1403">
                  <c:v>5043.5245166653203</c:v>
                </c:pt>
                <c:pt idx="1404">
                  <c:v>5049.5404437493899</c:v>
                </c:pt>
                <c:pt idx="1405">
                  <c:v>5048.9013455376316</c:v>
                </c:pt>
                <c:pt idx="1406">
                  <c:v>5049.1653924351212</c:v>
                </c:pt>
                <c:pt idx="1407">
                  <c:v>5049.1214792658493</c:v>
                </c:pt>
                <c:pt idx="1408">
                  <c:v>5049.489082061863</c:v>
                </c:pt>
                <c:pt idx="1409">
                  <c:v>5049.465329605383</c:v>
                </c:pt>
                <c:pt idx="1410">
                  <c:v>5049.7210133302979</c:v>
                </c:pt>
                <c:pt idx="1411">
                  <c:v>5049.8737962298737</c:v>
                </c:pt>
                <c:pt idx="1412">
                  <c:v>5051.2816179726997</c:v>
                </c:pt>
                <c:pt idx="1413">
                  <c:v>5053.1678678676462</c:v>
                </c:pt>
                <c:pt idx="1414">
                  <c:v>5063.5572239357916</c:v>
                </c:pt>
                <c:pt idx="1415">
                  <c:v>5065.9189345298391</c:v>
                </c:pt>
                <c:pt idx="1416">
                  <c:v>5070.0780576337365</c:v>
                </c:pt>
                <c:pt idx="1417">
                  <c:v>5076.3187270100007</c:v>
                </c:pt>
                <c:pt idx="1418">
                  <c:v>5077.9726140987004</c:v>
                </c:pt>
                <c:pt idx="1419">
                  <c:v>5081.2299994258947</c:v>
                </c:pt>
                <c:pt idx="1420">
                  <c:v>5081.0288115798448</c:v>
                </c:pt>
                <c:pt idx="1421">
                  <c:v>5086.4519792470119</c:v>
                </c:pt>
                <c:pt idx="1422">
                  <c:v>5088.0404961724407</c:v>
                </c:pt>
                <c:pt idx="1423">
                  <c:v>5090.5757093488837</c:v>
                </c:pt>
                <c:pt idx="1424">
                  <c:v>5096.1991841361805</c:v>
                </c:pt>
                <c:pt idx="1425">
                  <c:v>5106.8649091197658</c:v>
                </c:pt>
                <c:pt idx="1426">
                  <c:v>5117.2472257342661</c:v>
                </c:pt>
                <c:pt idx="1427">
                  <c:v>5122.1635797651779</c:v>
                </c:pt>
                <c:pt idx="1428">
                  <c:v>5123.4153670321375</c:v>
                </c:pt>
                <c:pt idx="1429">
                  <c:v>5125.27695501365</c:v>
                </c:pt>
                <c:pt idx="1430">
                  <c:v>5137.2441731644094</c:v>
                </c:pt>
                <c:pt idx="1431">
                  <c:v>5151.1833198656086</c:v>
                </c:pt>
                <c:pt idx="1432">
                  <c:v>5155.5108879142545</c:v>
                </c:pt>
                <c:pt idx="1433">
                  <c:v>5159.1648063962366</c:v>
                </c:pt>
                <c:pt idx="1434">
                  <c:v>5164.6416985044616</c:v>
                </c:pt>
                <c:pt idx="1435">
                  <c:v>5164.6383677411413</c:v>
                </c:pt>
                <c:pt idx="1436">
                  <c:v>5167.7846682794743</c:v>
                </c:pt>
                <c:pt idx="1437">
                  <c:v>5170.4781896279865</c:v>
                </c:pt>
                <c:pt idx="1438">
                  <c:v>5171.6499783801073</c:v>
                </c:pt>
                <c:pt idx="1439">
                  <c:v>5172.3428755600144</c:v>
                </c:pt>
                <c:pt idx="1440">
                  <c:v>5172.5052115466806</c:v>
                </c:pt>
                <c:pt idx="1441">
                  <c:v>5173.6487403775245</c:v>
                </c:pt>
                <c:pt idx="1442">
                  <c:v>5173.9511367927889</c:v>
                </c:pt>
                <c:pt idx="1443">
                  <c:v>5174.5016964828728</c:v>
                </c:pt>
                <c:pt idx="1444">
                  <c:v>5174.5641475411485</c:v>
                </c:pt>
                <c:pt idx="1445">
                  <c:v>5181.3741749104584</c:v>
                </c:pt>
                <c:pt idx="1446">
                  <c:v>5181.039360842502</c:v>
                </c:pt>
                <c:pt idx="1447">
                  <c:v>5183.2022980559204</c:v>
                </c:pt>
                <c:pt idx="1448">
                  <c:v>5185.1910543532249</c:v>
                </c:pt>
                <c:pt idx="1449">
                  <c:v>5184.9817726220463</c:v>
                </c:pt>
                <c:pt idx="1450">
                  <c:v>5186.3670945047998</c:v>
                </c:pt>
                <c:pt idx="1451">
                  <c:v>5188.1105351327078</c:v>
                </c:pt>
                <c:pt idx="1452">
                  <c:v>5187.8291966956613</c:v>
                </c:pt>
                <c:pt idx="1453">
                  <c:v>5188.4138125404379</c:v>
                </c:pt>
                <c:pt idx="1454">
                  <c:v>5193.1572807159964</c:v>
                </c:pt>
                <c:pt idx="1455">
                  <c:v>5197.6378830990079</c:v>
                </c:pt>
                <c:pt idx="1456">
                  <c:v>5197.8535864769456</c:v>
                </c:pt>
                <c:pt idx="1457">
                  <c:v>5203.1251158981304</c:v>
                </c:pt>
                <c:pt idx="1458">
                  <c:v>5208.3499259132022</c:v>
                </c:pt>
                <c:pt idx="1459">
                  <c:v>5208.8230095196741</c:v>
                </c:pt>
                <c:pt idx="1460">
                  <c:v>5208.727596037661</c:v>
                </c:pt>
                <c:pt idx="1461">
                  <c:v>5212.0814703913902</c:v>
                </c:pt>
                <c:pt idx="1462">
                  <c:v>5212.2238889364908</c:v>
                </c:pt>
                <c:pt idx="1463">
                  <c:v>5214.3165936821488</c:v>
                </c:pt>
                <c:pt idx="1464">
                  <c:v>5214.9963393860089</c:v>
                </c:pt>
                <c:pt idx="1465">
                  <c:v>5215.6459515333327</c:v>
                </c:pt>
                <c:pt idx="1466">
                  <c:v>5215.8852606180099</c:v>
                </c:pt>
                <c:pt idx="1467">
                  <c:v>5215.8699716078654</c:v>
                </c:pt>
                <c:pt idx="1468">
                  <c:v>5215.9757580566293</c:v>
                </c:pt>
                <c:pt idx="1469">
                  <c:v>5221.3104362196063</c:v>
                </c:pt>
                <c:pt idx="1470">
                  <c:v>5222.7738109158472</c:v>
                </c:pt>
                <c:pt idx="1471">
                  <c:v>5222.6108168275923</c:v>
                </c:pt>
                <c:pt idx="1472">
                  <c:v>5223.1111981422482</c:v>
                </c:pt>
                <c:pt idx="1473">
                  <c:v>5226.1260904521559</c:v>
                </c:pt>
                <c:pt idx="1474">
                  <c:v>5227.1292501119797</c:v>
                </c:pt>
                <c:pt idx="1475">
                  <c:v>5227.0295626068619</c:v>
                </c:pt>
                <c:pt idx="1476">
                  <c:v>5235.4597025530202</c:v>
                </c:pt>
                <c:pt idx="1477">
                  <c:v>5244.8813264296305</c:v>
                </c:pt>
                <c:pt idx="1478">
                  <c:v>5245.4135477205837</c:v>
                </c:pt>
                <c:pt idx="1479">
                  <c:v>5248.8542211146651</c:v>
                </c:pt>
                <c:pt idx="1480">
                  <c:v>5257.6773232899386</c:v>
                </c:pt>
                <c:pt idx="1481">
                  <c:v>5260.302985207526</c:v>
                </c:pt>
                <c:pt idx="1482">
                  <c:v>5263.7484144066411</c:v>
                </c:pt>
                <c:pt idx="1483">
                  <c:v>5272.4111637373007</c:v>
                </c:pt>
                <c:pt idx="1484">
                  <c:v>5274.7670669532981</c:v>
                </c:pt>
                <c:pt idx="1485">
                  <c:v>5275.6216396974796</c:v>
                </c:pt>
                <c:pt idx="1486">
                  <c:v>5275.8603271726679</c:v>
                </c:pt>
                <c:pt idx="1487">
                  <c:v>5276.28713217104</c:v>
                </c:pt>
                <c:pt idx="1488">
                  <c:v>5276.268534926855</c:v>
                </c:pt>
                <c:pt idx="1489">
                  <c:v>5276.2650467875528</c:v>
                </c:pt>
                <c:pt idx="1490">
                  <c:v>5276.2643105125044</c:v>
                </c:pt>
                <c:pt idx="1491">
                  <c:v>5276.5470310225119</c:v>
                </c:pt>
                <c:pt idx="1492">
                  <c:v>5276.529110611842</c:v>
                </c:pt>
                <c:pt idx="1493">
                  <c:v>5276.5263403497738</c:v>
                </c:pt>
                <c:pt idx="1494">
                  <c:v>5279.3534804367318</c:v>
                </c:pt>
                <c:pt idx="1495">
                  <c:v>5285.6980064236714</c:v>
                </c:pt>
                <c:pt idx="1496">
                  <c:v>5287.5110053596018</c:v>
                </c:pt>
                <c:pt idx="1497">
                  <c:v>5288.7770966751887</c:v>
                </c:pt>
                <c:pt idx="1498">
                  <c:v>5290.1379743543584</c:v>
                </c:pt>
                <c:pt idx="1499">
                  <c:v>5290.0232134960552</c:v>
                </c:pt>
                <c:pt idx="1500">
                  <c:v>5291.4672386913344</c:v>
                </c:pt>
                <c:pt idx="1501">
                  <c:v>5293.9497102091991</c:v>
                </c:pt>
                <c:pt idx="1502">
                  <c:v>5299.3384135847737</c:v>
                </c:pt>
                <c:pt idx="1503">
                  <c:v>5307.6445978160882</c:v>
                </c:pt>
                <c:pt idx="1504">
                  <c:v>5308.1922818404119</c:v>
                </c:pt>
                <c:pt idx="1505">
                  <c:v>5316.801534602333</c:v>
                </c:pt>
                <c:pt idx="1506">
                  <c:v>5321.6358160949439</c:v>
                </c:pt>
                <c:pt idx="1507">
                  <c:v>5322.2890369103052</c:v>
                </c:pt>
                <c:pt idx="1508">
                  <c:v>5322.6470076846899</c:v>
                </c:pt>
                <c:pt idx="1509">
                  <c:v>5324.1338256710687</c:v>
                </c:pt>
                <c:pt idx="1510">
                  <c:v>5324.2781826559949</c:v>
                </c:pt>
                <c:pt idx="1511">
                  <c:v>5324.4900625807468</c:v>
                </c:pt>
                <c:pt idx="1512">
                  <c:v>5324.8199345566845</c:v>
                </c:pt>
                <c:pt idx="1513">
                  <c:v>5325.1213331929221</c:v>
                </c:pt>
                <c:pt idx="1514">
                  <c:v>5325.3842436903051</c:v>
                </c:pt>
                <c:pt idx="1515">
                  <c:v>5325.4752480445168</c:v>
                </c:pt>
                <c:pt idx="1516">
                  <c:v>5325.511188934398</c:v>
                </c:pt>
                <c:pt idx="1517">
                  <c:v>5325.5072149109192</c:v>
                </c:pt>
                <c:pt idx="1518">
                  <c:v>5325.5063535840427</c:v>
                </c:pt>
                <c:pt idx="1519">
                  <c:v>5330.6484127653894</c:v>
                </c:pt>
                <c:pt idx="1520">
                  <c:v>5337.1897931268877</c:v>
                </c:pt>
                <c:pt idx="1521">
                  <c:v>5336.5509766742116</c:v>
                </c:pt>
                <c:pt idx="1522">
                  <c:v>5339.6865243947896</c:v>
                </c:pt>
                <c:pt idx="1523">
                  <c:v>5366.0169335375322</c:v>
                </c:pt>
                <c:pt idx="1524">
                  <c:v>5376.6420727725581</c:v>
                </c:pt>
                <c:pt idx="1525">
                  <c:v>5380.5729573088438</c:v>
                </c:pt>
                <c:pt idx="1526">
                  <c:v>5400.479724559943</c:v>
                </c:pt>
                <c:pt idx="1527">
                  <c:v>5406.0435129161042</c:v>
                </c:pt>
                <c:pt idx="1528">
                  <c:v>5405.6273352123517</c:v>
                </c:pt>
                <c:pt idx="1529">
                  <c:v>5422.1736226878993</c:v>
                </c:pt>
                <c:pt idx="1530">
                  <c:v>5430.5862719863362</c:v>
                </c:pt>
                <c:pt idx="1531">
                  <c:v>5435.9638150351893</c:v>
                </c:pt>
                <c:pt idx="1532">
                  <c:v>5443.3489035841776</c:v>
                </c:pt>
                <c:pt idx="1533">
                  <c:v>5456.2513226774281</c:v>
                </c:pt>
                <c:pt idx="1534">
                  <c:v>5460.1681805943745</c:v>
                </c:pt>
                <c:pt idx="1535">
                  <c:v>5460.6668489168378</c:v>
                </c:pt>
                <c:pt idx="1536">
                  <c:v>5485.1420979047261</c:v>
                </c:pt>
                <c:pt idx="1537">
                  <c:v>5488.896514132186</c:v>
                </c:pt>
                <c:pt idx="1538">
                  <c:v>5517.0076089579852</c:v>
                </c:pt>
                <c:pt idx="1539">
                  <c:v>5516.860323858923</c:v>
                </c:pt>
                <c:pt idx="1540">
                  <c:v>5519.1907701647206</c:v>
                </c:pt>
                <c:pt idx="1541">
                  <c:v>5523.0621766777749</c:v>
                </c:pt>
                <c:pt idx="1542">
                  <c:v>5539.8741334222814</c:v>
                </c:pt>
                <c:pt idx="1543">
                  <c:v>5541.5156519077627</c:v>
                </c:pt>
                <c:pt idx="1544">
                  <c:v>5543.3232418762345</c:v>
                </c:pt>
                <c:pt idx="1545">
                  <c:v>5559.9264810713667</c:v>
                </c:pt>
                <c:pt idx="1546">
                  <c:v>5564.6197379248188</c:v>
                </c:pt>
                <c:pt idx="1547">
                  <c:v>5581.124899434938</c:v>
                </c:pt>
                <c:pt idx="1548">
                  <c:v>5583.1910918435651</c:v>
                </c:pt>
                <c:pt idx="1549">
                  <c:v>5593.0723710890134</c:v>
                </c:pt>
                <c:pt idx="1550">
                  <c:v>5594.4072931309511</c:v>
                </c:pt>
                <c:pt idx="1551">
                  <c:v>5596.3825784536921</c:v>
                </c:pt>
                <c:pt idx="1552">
                  <c:v>5596.2643105238458</c:v>
                </c:pt>
                <c:pt idx="1553">
                  <c:v>5612.5235969820787</c:v>
                </c:pt>
                <c:pt idx="1554">
                  <c:v>5615.4686929016034</c:v>
                </c:pt>
                <c:pt idx="1555">
                  <c:v>5619.7182520083243</c:v>
                </c:pt>
                <c:pt idx="1556">
                  <c:v>5629.5328646678627</c:v>
                </c:pt>
                <c:pt idx="1557">
                  <c:v>5634.2595687801204</c:v>
                </c:pt>
                <c:pt idx="1558">
                  <c:v>5638.9106077229217</c:v>
                </c:pt>
                <c:pt idx="1559">
                  <c:v>5641.2428440997219</c:v>
                </c:pt>
                <c:pt idx="1560">
                  <c:v>5674.4470681643061</c:v>
                </c:pt>
                <c:pt idx="1561">
                  <c:v>5691.7743963957628</c:v>
                </c:pt>
                <c:pt idx="1562">
                  <c:v>5704.689817021077</c:v>
                </c:pt>
                <c:pt idx="1563">
                  <c:v>5736.0627129057775</c:v>
                </c:pt>
                <c:pt idx="1564">
                  <c:v>5768.8626316393502</c:v>
                </c:pt>
                <c:pt idx="1565">
                  <c:v>5786.8448053556549</c:v>
                </c:pt>
                <c:pt idx="1566">
                  <c:v>5799.7068232361971</c:v>
                </c:pt>
                <c:pt idx="1567">
                  <c:v>5804.8233008781935</c:v>
                </c:pt>
                <c:pt idx="1568">
                  <c:v>5807.5352152266796</c:v>
                </c:pt>
                <c:pt idx="1569">
                  <c:v>5812.8758777973744</c:v>
                </c:pt>
                <c:pt idx="1570">
                  <c:v>5813.8851296010007</c:v>
                </c:pt>
                <c:pt idx="1571">
                  <c:v>5814.6799652299269</c:v>
                </c:pt>
                <c:pt idx="1572">
                  <c:v>5815.2968195862923</c:v>
                </c:pt>
                <c:pt idx="1573">
                  <c:v>5816.6175548456104</c:v>
                </c:pt>
                <c:pt idx="1574">
                  <c:v>5817.1484614120491</c:v>
                </c:pt>
                <c:pt idx="1575">
                  <c:v>5817.1104911615184</c:v>
                </c:pt>
                <c:pt idx="1576">
                  <c:v>5819.3999966725733</c:v>
                </c:pt>
                <c:pt idx="1577">
                  <c:v>5819.9557548176381</c:v>
                </c:pt>
                <c:pt idx="1578">
                  <c:v>5819.9233073681744</c:v>
                </c:pt>
                <c:pt idx="1579">
                  <c:v>5822.5082780243511</c:v>
                </c:pt>
                <c:pt idx="1580">
                  <c:v>5822.430710973239</c:v>
                </c:pt>
                <c:pt idx="1581">
                  <c:v>5822.8400453754857</c:v>
                </c:pt>
                <c:pt idx="1582">
                  <c:v>5822.9116832524096</c:v>
                </c:pt>
                <c:pt idx="1583">
                  <c:v>5823.0124521440957</c:v>
                </c:pt>
                <c:pt idx="1584">
                  <c:v>5823.26838645322</c:v>
                </c:pt>
                <c:pt idx="1585">
                  <c:v>5823.6909453564067</c:v>
                </c:pt>
                <c:pt idx="1586">
                  <c:v>5824.0340184460092</c:v>
                </c:pt>
                <c:pt idx="1587">
                  <c:v>5824.7609512551999</c:v>
                </c:pt>
                <c:pt idx="1588">
                  <c:v>5824.9414804581347</c:v>
                </c:pt>
                <c:pt idx="1589">
                  <c:v>5825.1781692118557</c:v>
                </c:pt>
                <c:pt idx="1590">
                  <c:v>5825.4013291646525</c:v>
                </c:pt>
                <c:pt idx="1591">
                  <c:v>5825.3842291391293</c:v>
                </c:pt>
                <c:pt idx="1592">
                  <c:v>5825.6707139255413</c:v>
                </c:pt>
                <c:pt idx="1593">
                  <c:v>5825.6229913854249</c:v>
                </c:pt>
                <c:pt idx="1594">
                  <c:v>5826.4347715614549</c:v>
                </c:pt>
                <c:pt idx="1595">
                  <c:v>5826.5963101044827</c:v>
                </c:pt>
                <c:pt idx="1596">
                  <c:v>5827.0378642066844</c:v>
                </c:pt>
                <c:pt idx="1597">
                  <c:v>5826.9948791073457</c:v>
                </c:pt>
                <c:pt idx="1598">
                  <c:v>5828.1413532497772</c:v>
                </c:pt>
                <c:pt idx="1599">
                  <c:v>5828.1153125498513</c:v>
                </c:pt>
                <c:pt idx="1600">
                  <c:v>5828.4681767102984</c:v>
                </c:pt>
                <c:pt idx="1601">
                  <c:v>5833.6739164677983</c:v>
                </c:pt>
                <c:pt idx="1602">
                  <c:v>5835.6121535133607</c:v>
                </c:pt>
                <c:pt idx="1603">
                  <c:v>5835.412687360631</c:v>
                </c:pt>
                <c:pt idx="1604">
                  <c:v>5835.4407428620116</c:v>
                </c:pt>
                <c:pt idx="1605">
                  <c:v>5836.2232185840639</c:v>
                </c:pt>
                <c:pt idx="1606">
                  <c:v>5836.2207638862019</c:v>
                </c:pt>
                <c:pt idx="1607">
                  <c:v>5836.5865462307283</c:v>
                </c:pt>
                <c:pt idx="1608">
                  <c:v>5837.3025904524047</c:v>
                </c:pt>
                <c:pt idx="1609">
                  <c:v>5837.7725017974453</c:v>
                </c:pt>
                <c:pt idx="1610">
                  <c:v>5838.2026334785405</c:v>
                </c:pt>
                <c:pt idx="1611">
                  <c:v>5838.6137061168238</c:v>
                </c:pt>
                <c:pt idx="1612">
                  <c:v>5848.8123672656711</c:v>
                </c:pt>
                <c:pt idx="1613">
                  <c:v>5854.9200785702715</c:v>
                </c:pt>
                <c:pt idx="1614">
                  <c:v>5854.574846393155</c:v>
                </c:pt>
                <c:pt idx="1615">
                  <c:v>5854.6671001329505</c:v>
                </c:pt>
                <c:pt idx="1616">
                  <c:v>5854.7231855370801</c:v>
                </c:pt>
                <c:pt idx="1617">
                  <c:v>5854.9527734469139</c:v>
                </c:pt>
                <c:pt idx="1618">
                  <c:v>5854.928811809782</c:v>
                </c:pt>
                <c:pt idx="1619">
                  <c:v>5856.2074013012452</c:v>
                </c:pt>
                <c:pt idx="1620">
                  <c:v>5857.9505656778902</c:v>
                </c:pt>
                <c:pt idx="1621">
                  <c:v>5858.5963748253007</c:v>
                </c:pt>
                <c:pt idx="1622">
                  <c:v>5859.0826096128148</c:v>
                </c:pt>
                <c:pt idx="1623">
                  <c:v>5859.4061282184639</c:v>
                </c:pt>
                <c:pt idx="1624">
                  <c:v>5859.3761663172181</c:v>
                </c:pt>
                <c:pt idx="1625">
                  <c:v>5859.4370085227065</c:v>
                </c:pt>
                <c:pt idx="1626">
                  <c:v>5859.4095621763545</c:v>
                </c:pt>
                <c:pt idx="1627">
                  <c:v>5859.6316968295578</c:v>
                </c:pt>
                <c:pt idx="1628">
                  <c:v>5859.6316968295578</c:v>
                </c:pt>
                <c:pt idx="1629">
                  <c:v>5860.890942830988</c:v>
                </c:pt>
                <c:pt idx="1630">
                  <c:v>5861.0630716200221</c:v>
                </c:pt>
                <c:pt idx="1631">
                  <c:v>5861.0502839218334</c:v>
                </c:pt>
                <c:pt idx="1632">
                  <c:v>5861.2527648686164</c:v>
                </c:pt>
                <c:pt idx="1633">
                  <c:v>5861.3821309625246</c:v>
                </c:pt>
                <c:pt idx="1634">
                  <c:v>5861.9447813916177</c:v>
                </c:pt>
                <c:pt idx="1635">
                  <c:v>5862.4971485911055</c:v>
                </c:pt>
                <c:pt idx="1636">
                  <c:v>5865.5405329901951</c:v>
                </c:pt>
                <c:pt idx="1637">
                  <c:v>5865.3641549037702</c:v>
                </c:pt>
                <c:pt idx="1638">
                  <c:v>5865.4027814416195</c:v>
                </c:pt>
                <c:pt idx="1639">
                  <c:v>5865.3906397675128</c:v>
                </c:pt>
                <c:pt idx="1640">
                  <c:v>5865.5000203593745</c:v>
                </c:pt>
                <c:pt idx="1641">
                  <c:v>5865.4910909388846</c:v>
                </c:pt>
                <c:pt idx="1642">
                  <c:v>5865.6359819471973</c:v>
                </c:pt>
                <c:pt idx="1643">
                  <c:v>5865.6342143475349</c:v>
                </c:pt>
                <c:pt idx="1644">
                  <c:v>5867.6907994081967</c:v>
                </c:pt>
                <c:pt idx="1645">
                  <c:v>5867.5883604141336</c:v>
                </c:pt>
                <c:pt idx="1646">
                  <c:v>5867.5902690460962</c:v>
                </c:pt>
                <c:pt idx="1647">
                  <c:v>5868.0608184383427</c:v>
                </c:pt>
                <c:pt idx="1648">
                  <c:v>5868.1411857940366</c:v>
                </c:pt>
                <c:pt idx="1649">
                  <c:v>5868.4764326070726</c:v>
                </c:pt>
                <c:pt idx="1650">
                  <c:v>5868.4680184634717</c:v>
                </c:pt>
                <c:pt idx="1651">
                  <c:v>5869.1578145393469</c:v>
                </c:pt>
                <c:pt idx="1652">
                  <c:v>5871.1506969418097</c:v>
                </c:pt>
                <c:pt idx="1653">
                  <c:v>5871.0858194005532</c:v>
                </c:pt>
                <c:pt idx="1654">
                  <c:v>5871.2345029911976</c:v>
                </c:pt>
                <c:pt idx="1655">
                  <c:v>5871.9826126042644</c:v>
                </c:pt>
                <c:pt idx="1656">
                  <c:v>5871.9549037570196</c:v>
                </c:pt>
                <c:pt idx="1657">
                  <c:v>5872.6033398393974</c:v>
                </c:pt>
                <c:pt idx="1658">
                  <c:v>5873.0289701027223</c:v>
                </c:pt>
                <c:pt idx="1659">
                  <c:v>5873.8701988226603</c:v>
                </c:pt>
                <c:pt idx="1660">
                  <c:v>5874.407328663965</c:v>
                </c:pt>
                <c:pt idx="1661">
                  <c:v>5874.3565306636501</c:v>
                </c:pt>
                <c:pt idx="1662">
                  <c:v>5874.5878352537929</c:v>
                </c:pt>
                <c:pt idx="1663">
                  <c:v>5874.575023755403</c:v>
                </c:pt>
                <c:pt idx="1664">
                  <c:v>5874.5709916260876</c:v>
                </c:pt>
                <c:pt idx="1665">
                  <c:v>5874.8597732442731</c:v>
                </c:pt>
                <c:pt idx="1666">
                  <c:v>5874.8435238155143</c:v>
                </c:pt>
                <c:pt idx="1667">
                  <c:v>5876.6982930519152</c:v>
                </c:pt>
                <c:pt idx="1668">
                  <c:v>5876.5896577315816</c:v>
                </c:pt>
                <c:pt idx="1669">
                  <c:v>5877.4412299717633</c:v>
                </c:pt>
                <c:pt idx="1670">
                  <c:v>5877.8341640028257</c:v>
                </c:pt>
                <c:pt idx="1671">
                  <c:v>5878.3084004184366</c:v>
                </c:pt>
                <c:pt idx="1672">
                  <c:v>5878.5758140409671</c:v>
                </c:pt>
                <c:pt idx="1673">
                  <c:v>5878.7431459860854</c:v>
                </c:pt>
                <c:pt idx="1674">
                  <c:v>5879.3374997870051</c:v>
                </c:pt>
                <c:pt idx="1675">
                  <c:v>5881.5345726170526</c:v>
                </c:pt>
                <c:pt idx="1676">
                  <c:v>5883.9979683305628</c:v>
                </c:pt>
                <c:pt idx="1677">
                  <c:v>5884.9047857131609</c:v>
                </c:pt>
                <c:pt idx="1678">
                  <c:v>5885.2203786207156</c:v>
                </c:pt>
                <c:pt idx="1679">
                  <c:v>5885.2951472305485</c:v>
                </c:pt>
                <c:pt idx="1680">
                  <c:v>5885.2883835948687</c:v>
                </c:pt>
                <c:pt idx="1681">
                  <c:v>5885.4832466324715</c:v>
                </c:pt>
                <c:pt idx="1682">
                  <c:v>5885.4704134331796</c:v>
                </c:pt>
                <c:pt idx="1683">
                  <c:v>5886.0026673616976</c:v>
                </c:pt>
                <c:pt idx="1684">
                  <c:v>5895.0781319509661</c:v>
                </c:pt>
                <c:pt idx="1685">
                  <c:v>5918.914983812132</c:v>
                </c:pt>
                <c:pt idx="1686">
                  <c:v>5918.7779368823958</c:v>
                </c:pt>
                <c:pt idx="1687">
                  <c:v>5919.7844142554886</c:v>
                </c:pt>
                <c:pt idx="1688">
                  <c:v>5919.6290686348748</c:v>
                </c:pt>
                <c:pt idx="1689">
                  <c:v>5919.8804982590154</c:v>
                </c:pt>
                <c:pt idx="1690">
                  <c:v>5919.8414976299937</c:v>
                </c:pt>
                <c:pt idx="1691">
                  <c:v>5919.8337987158138</c:v>
                </c:pt>
                <c:pt idx="1692">
                  <c:v>5919.8310516174624</c:v>
                </c:pt>
                <c:pt idx="1693">
                  <c:v>5919.830735032363</c:v>
                </c:pt>
                <c:pt idx="1694">
                  <c:v>5920.352909009519</c:v>
                </c:pt>
                <c:pt idx="1695">
                  <c:v>5920.3294828603866</c:v>
                </c:pt>
                <c:pt idx="1696">
                  <c:v>5920.6289136243695</c:v>
                </c:pt>
                <c:pt idx="1697">
                  <c:v>5922.9932020068736</c:v>
                </c:pt>
                <c:pt idx="1698">
                  <c:v>5926.1319576211054</c:v>
                </c:pt>
                <c:pt idx="1699">
                  <c:v>5925.9422489241706</c:v>
                </c:pt>
                <c:pt idx="1700">
                  <c:v>5928.0451536079172</c:v>
                </c:pt>
                <c:pt idx="1701">
                  <c:v>5928.3542208663966</c:v>
                </c:pt>
                <c:pt idx="1702">
                  <c:v>5931.6749598462902</c:v>
                </c:pt>
                <c:pt idx="1703">
                  <c:v>5931.8512068617156</c:v>
                </c:pt>
                <c:pt idx="1704">
                  <c:v>5931.9184214711322</c:v>
                </c:pt>
                <c:pt idx="1705">
                  <c:v>5931.9504936132689</c:v>
                </c:pt>
                <c:pt idx="1706">
                  <c:v>5931.9484049019375</c:v>
                </c:pt>
                <c:pt idx="1707">
                  <c:v>5932.2182533170235</c:v>
                </c:pt>
                <c:pt idx="1708">
                  <c:v>5943.3774737123313</c:v>
                </c:pt>
                <c:pt idx="1709">
                  <c:v>5951.9740588137265</c:v>
                </c:pt>
                <c:pt idx="1710">
                  <c:v>5965.4264825475466</c:v>
                </c:pt>
                <c:pt idx="1711">
                  <c:v>5964.7021542193079</c:v>
                </c:pt>
                <c:pt idx="1712">
                  <c:v>5965.6463209646572</c:v>
                </c:pt>
                <c:pt idx="1713">
                  <c:v>5966.0232547962105</c:v>
                </c:pt>
                <c:pt idx="1714">
                  <c:v>5965.982522093751</c:v>
                </c:pt>
                <c:pt idx="1715">
                  <c:v>5966.4897413732606</c:v>
                </c:pt>
                <c:pt idx="1716">
                  <c:v>5969.2846865285146</c:v>
                </c:pt>
                <c:pt idx="1717">
                  <c:v>5971.976762495884</c:v>
                </c:pt>
                <c:pt idx="1718">
                  <c:v>5973.0351828747262</c:v>
                </c:pt>
                <c:pt idx="1719">
                  <c:v>5974.2812332318827</c:v>
                </c:pt>
                <c:pt idx="1720">
                  <c:v>5974.2568558611401</c:v>
                </c:pt>
                <c:pt idx="1721">
                  <c:v>5975.0634371250217</c:v>
                </c:pt>
                <c:pt idx="1722">
                  <c:v>5975.3756673762182</c:v>
                </c:pt>
                <c:pt idx="1723">
                  <c:v>5975.3798001114283</c:v>
                </c:pt>
                <c:pt idx="1724">
                  <c:v>5976.6064074048154</c:v>
                </c:pt>
                <c:pt idx="1725">
                  <c:v>5976.8553254679337</c:v>
                </c:pt>
                <c:pt idx="1726">
                  <c:v>5976.9262259526904</c:v>
                </c:pt>
                <c:pt idx="1727">
                  <c:v>5977.0050937840451</c:v>
                </c:pt>
                <c:pt idx="1728">
                  <c:v>5977.1536523193417</c:v>
                </c:pt>
                <c:pt idx="1729">
                  <c:v>5977.1908243969201</c:v>
                </c:pt>
                <c:pt idx="1730">
                  <c:v>5977.3996651351199</c:v>
                </c:pt>
                <c:pt idx="1731">
                  <c:v>5977.3768184288756</c:v>
                </c:pt>
                <c:pt idx="1732">
                  <c:v>5977.3697283310194</c:v>
                </c:pt>
                <c:pt idx="1733">
                  <c:v>5977.6878297055118</c:v>
                </c:pt>
                <c:pt idx="1734">
                  <c:v>5978.1715416052439</c:v>
                </c:pt>
                <c:pt idx="1735">
                  <c:v>5980.5038744237572</c:v>
                </c:pt>
                <c:pt idx="1736">
                  <c:v>5980.3891978721867</c:v>
                </c:pt>
                <c:pt idx="1737">
                  <c:v>5980.3664201607171</c:v>
                </c:pt>
                <c:pt idx="1738">
                  <c:v>5980.360890707695</c:v>
                </c:pt>
                <c:pt idx="1739">
                  <c:v>5981.8977982577699</c:v>
                </c:pt>
                <c:pt idx="1740">
                  <c:v>5982.2101742011955</c:v>
                </c:pt>
                <c:pt idx="1741">
                  <c:v>5982.3280090208136</c:v>
                </c:pt>
                <c:pt idx="1742">
                  <c:v>5982.4961159643608</c:v>
                </c:pt>
                <c:pt idx="1743">
                  <c:v>5982.4798209352484</c:v>
                </c:pt>
                <c:pt idx="1744">
                  <c:v>5982.9887912089407</c:v>
                </c:pt>
                <c:pt idx="1745">
                  <c:v>5982.9642872893046</c:v>
                </c:pt>
                <c:pt idx="1746">
                  <c:v>5983.0049301525369</c:v>
                </c:pt>
                <c:pt idx="1747">
                  <c:v>5982.9929007795945</c:v>
                </c:pt>
                <c:pt idx="1748">
                  <c:v>5983.1230249293785</c:v>
                </c:pt>
                <c:pt idx="1749">
                  <c:v>5983.276900714678</c:v>
                </c:pt>
                <c:pt idx="1750">
                  <c:v>5983.2860906373526</c:v>
                </c:pt>
                <c:pt idx="1751">
                  <c:v>5983.2801689043454</c:v>
                </c:pt>
                <c:pt idx="1752">
                  <c:v>5983.2985439813729</c:v>
                </c:pt>
                <c:pt idx="1753">
                  <c:v>5983.2953477343908</c:v>
                </c:pt>
                <c:pt idx="1754">
                  <c:v>5983.3521797738704</c:v>
                </c:pt>
                <c:pt idx="1755">
                  <c:v>5983.3970289861109</c:v>
                </c:pt>
                <c:pt idx="1756">
                  <c:v>5983.3925942410733</c:v>
                </c:pt>
                <c:pt idx="1757">
                  <c:v>5983.3917254833505</c:v>
                </c:pt>
                <c:pt idx="1758">
                  <c:v>5983.4193694835612</c:v>
                </c:pt>
                <c:pt idx="1759">
                  <c:v>5983.8992296551532</c:v>
                </c:pt>
                <c:pt idx="1760">
                  <c:v>5984.7542541154016</c:v>
                </c:pt>
                <c:pt idx="1761">
                  <c:v>5984.7641028028011</c:v>
                </c:pt>
                <c:pt idx="1762">
                  <c:v>5985.2241114351609</c:v>
                </c:pt>
                <c:pt idx="1763">
                  <c:v>5985.6038943223357</c:v>
                </c:pt>
                <c:pt idx="1764">
                  <c:v>5985.568040808047</c:v>
                </c:pt>
                <c:pt idx="1765">
                  <c:v>5985.8294140957933</c:v>
                </c:pt>
                <c:pt idx="1766">
                  <c:v>5985.8092899421563</c:v>
                </c:pt>
                <c:pt idx="1767">
                  <c:v>5986.4230213069959</c:v>
                </c:pt>
                <c:pt idx="1768">
                  <c:v>5986.9429408137667</c:v>
                </c:pt>
                <c:pt idx="1769">
                  <c:v>5986.9141715898713</c:v>
                </c:pt>
                <c:pt idx="1770">
                  <c:v>5987.199361455122</c:v>
                </c:pt>
                <c:pt idx="1771">
                  <c:v>5987.199361455122</c:v>
                </c:pt>
                <c:pt idx="1772">
                  <c:v>5988.0513440766508</c:v>
                </c:pt>
                <c:pt idx="1773">
                  <c:v>5988.2432299921729</c:v>
                </c:pt>
                <c:pt idx="1774">
                  <c:v>5988.3085504036471</c:v>
                </c:pt>
                <c:pt idx="1775">
                  <c:v>5988.3027912667494</c:v>
                </c:pt>
                <c:pt idx="1776">
                  <c:v>5988.3136036317574</c:v>
                </c:pt>
                <c:pt idx="1777">
                  <c:v>5988.333240334011</c:v>
                </c:pt>
                <c:pt idx="1778">
                  <c:v>5988.9967037035094</c:v>
                </c:pt>
                <c:pt idx="1779">
                  <c:v>5988.9798844696106</c:v>
                </c:pt>
                <c:pt idx="1780">
                  <c:v>5996.4661811245551</c:v>
                </c:pt>
                <c:pt idx="1781">
                  <c:v>6002.3242017344228</c:v>
                </c:pt>
                <c:pt idx="1782">
                  <c:v>6002.1557473730663</c:v>
                </c:pt>
                <c:pt idx="1783">
                  <c:v>6002.1253450362337</c:v>
                </c:pt>
                <c:pt idx="1784">
                  <c:v>6002.1164685104086</c:v>
                </c:pt>
                <c:pt idx="1785">
                  <c:v>6002.4918157126649</c:v>
                </c:pt>
                <c:pt idx="1786">
                  <c:v>6002.4573457292117</c:v>
                </c:pt>
                <c:pt idx="1787">
                  <c:v>6004.0313490151411</c:v>
                </c:pt>
                <c:pt idx="1788">
                  <c:v>6005.9384418765158</c:v>
                </c:pt>
                <c:pt idx="1789">
                  <c:v>6005.8290718744283</c:v>
                </c:pt>
                <c:pt idx="1790">
                  <c:v>6005.7748375347119</c:v>
                </c:pt>
                <c:pt idx="1791">
                  <c:v>6006.5336042152076</c:v>
                </c:pt>
                <c:pt idx="1792">
                  <c:v>6006.6532392526251</c:v>
                </c:pt>
                <c:pt idx="1793">
                  <c:v>6019.5555681359765</c:v>
                </c:pt>
                <c:pt idx="1794">
                  <c:v>6021.27093574219</c:v>
                </c:pt>
                <c:pt idx="1795">
                  <c:v>6021.0802432735654</c:v>
                </c:pt>
                <c:pt idx="1796">
                  <c:v>6022.369499780405</c:v>
                </c:pt>
                <c:pt idx="1797">
                  <c:v>6024.4961534441991</c:v>
                </c:pt>
                <c:pt idx="1798">
                  <c:v>6024.4306129309907</c:v>
                </c:pt>
                <c:pt idx="1799">
                  <c:v>6024.4667546154596</c:v>
                </c:pt>
                <c:pt idx="1800">
                  <c:v>6025.273459564708</c:v>
                </c:pt>
                <c:pt idx="1801">
                  <c:v>6025.3990609321872</c:v>
                </c:pt>
                <c:pt idx="1802">
                  <c:v>6025.3875974142966</c:v>
                </c:pt>
                <c:pt idx="1803">
                  <c:v>6025.4794397738488</c:v>
                </c:pt>
                <c:pt idx="1804">
                  <c:v>6025.5850616039206</c:v>
                </c:pt>
                <c:pt idx="1805">
                  <c:v>6030.3059853654431</c:v>
                </c:pt>
                <c:pt idx="1806">
                  <c:v>6030.2415803597096</c:v>
                </c:pt>
                <c:pt idx="1807">
                  <c:v>6030.3783758172704</c:v>
                </c:pt>
                <c:pt idx="1808">
                  <c:v>6030.3409742582808</c:v>
                </c:pt>
                <c:pt idx="1809">
                  <c:v>6030.3984568509504</c:v>
                </c:pt>
                <c:pt idx="1810">
                  <c:v>6030.6070404722241</c:v>
                </c:pt>
                <c:pt idx="1811">
                  <c:v>6030.5985236075412</c:v>
                </c:pt>
                <c:pt idx="1812">
                  <c:v>6030.5761829200401</c:v>
                </c:pt>
                <c:pt idx="1813">
                  <c:v>6031.3463013849241</c:v>
                </c:pt>
                <c:pt idx="1814">
                  <c:v>6031.3103648897404</c:v>
                </c:pt>
                <c:pt idx="1815">
                  <c:v>6034.6503203846742</c:v>
                </c:pt>
                <c:pt idx="1816">
                  <c:v>6034.3278010832282</c:v>
                </c:pt>
                <c:pt idx="1817">
                  <c:v>6037.8831912815449</c:v>
                </c:pt>
                <c:pt idx="1818">
                  <c:v>6039.6918980779928</c:v>
                </c:pt>
                <c:pt idx="1819">
                  <c:v>6044.4745605828512</c:v>
                </c:pt>
                <c:pt idx="1820">
                  <c:v>6044.5938071052824</c:v>
                </c:pt>
                <c:pt idx="1821">
                  <c:v>6045.7322434570533</c:v>
                </c:pt>
                <c:pt idx="1822">
                  <c:v>6045.6839774422042</c:v>
                </c:pt>
                <c:pt idx="1823">
                  <c:v>6045.8194769147767</c:v>
                </c:pt>
                <c:pt idx="1824">
                  <c:v>6046.2520811592576</c:v>
                </c:pt>
                <c:pt idx="1825">
                  <c:v>6046.531675357618</c:v>
                </c:pt>
                <c:pt idx="1826">
                  <c:v>6047.2054567472433</c:v>
                </c:pt>
                <c:pt idx="1827">
                  <c:v>6047.8224415527011</c:v>
                </c:pt>
                <c:pt idx="1828">
                  <c:v>6063.4637347096077</c:v>
                </c:pt>
                <c:pt idx="1829">
                  <c:v>6082.0077633154187</c:v>
                </c:pt>
                <c:pt idx="1830">
                  <c:v>6081.3108586423732</c:v>
                </c:pt>
                <c:pt idx="1831">
                  <c:v>6081.9376579491727</c:v>
                </c:pt>
                <c:pt idx="1832">
                  <c:v>6092.7137990913025</c:v>
                </c:pt>
                <c:pt idx="1833">
                  <c:v>6104.9251401110223</c:v>
                </c:pt>
                <c:pt idx="1834">
                  <c:v>6104.3740325718873</c:v>
                </c:pt>
                <c:pt idx="1835">
                  <c:v>6111.3219926637476</c:v>
                </c:pt>
                <c:pt idx="1836">
                  <c:v>6112.0004245912651</c:v>
                </c:pt>
                <c:pt idx="1837">
                  <c:v>6112.3465190058114</c:v>
                </c:pt>
                <c:pt idx="1838">
                  <c:v>6112.9062088251458</c:v>
                </c:pt>
                <c:pt idx="1839">
                  <c:v>6112.8656304257438</c:v>
                </c:pt>
                <c:pt idx="1840">
                  <c:v>6113.3345578327662</c:v>
                </c:pt>
                <c:pt idx="1841">
                  <c:v>6119.7823970224717</c:v>
                </c:pt>
                <c:pt idx="1842">
                  <c:v>6122.0392082106937</c:v>
                </c:pt>
                <c:pt idx="1843">
                  <c:v>6127.9085000240711</c:v>
                </c:pt>
                <c:pt idx="1844">
                  <c:v>6127.6728439867302</c:v>
                </c:pt>
                <c:pt idx="1845">
                  <c:v>6128.9844589459562</c:v>
                </c:pt>
                <c:pt idx="1846">
                  <c:v>6129.0404555135747</c:v>
                </c:pt>
                <c:pt idx="1847">
                  <c:v>6129.1632153958381</c:v>
                </c:pt>
                <c:pt idx="1848">
                  <c:v>6129.3346272758863</c:v>
                </c:pt>
                <c:pt idx="1849">
                  <c:v>6129.5016903105052</c:v>
                </c:pt>
                <c:pt idx="1850">
                  <c:v>6129.8691510233321</c:v>
                </c:pt>
                <c:pt idx="1851">
                  <c:v>6130.1196092287919</c:v>
                </c:pt>
                <c:pt idx="1852">
                  <c:v>6136.4530691150112</c:v>
                </c:pt>
                <c:pt idx="1853">
                  <c:v>6144.0127609465962</c:v>
                </c:pt>
                <c:pt idx="1854">
                  <c:v>6143.691237439024</c:v>
                </c:pt>
                <c:pt idx="1855">
                  <c:v>6143.6391731434442</c:v>
                </c:pt>
                <c:pt idx="1856">
                  <c:v>6145.1804221604098</c:v>
                </c:pt>
                <c:pt idx="1857">
                  <c:v>6145.0787692363301</c:v>
                </c:pt>
                <c:pt idx="1858">
                  <c:v>6145.6140771362261</c:v>
                </c:pt>
                <c:pt idx="1859">
                  <c:v>6145.5725239697967</c:v>
                </c:pt>
                <c:pt idx="1860">
                  <c:v>6146.3914342440967</c:v>
                </c:pt>
                <c:pt idx="1861">
                  <c:v>6146.8719977906139</c:v>
                </c:pt>
                <c:pt idx="1862">
                  <c:v>6146.9413078949401</c:v>
                </c:pt>
                <c:pt idx="1863">
                  <c:v>6146.9532943314707</c:v>
                </c:pt>
                <c:pt idx="1864">
                  <c:v>6147.372036221328</c:v>
                </c:pt>
                <c:pt idx="1865">
                  <c:v>6149.5441043772353</c:v>
                </c:pt>
                <c:pt idx="1866">
                  <c:v>6149.8658307718788</c:v>
                </c:pt>
                <c:pt idx="1867">
                  <c:v>6157.8399066399334</c:v>
                </c:pt>
                <c:pt idx="1868">
                  <c:v>6157.5926562582872</c:v>
                </c:pt>
                <c:pt idx="1869">
                  <c:v>6157.5651571287208</c:v>
                </c:pt>
                <c:pt idx="1870">
                  <c:v>6157.6586236434923</c:v>
                </c:pt>
                <c:pt idx="1871">
                  <c:v>6157.6539799128277</c:v>
                </c:pt>
                <c:pt idx="1872">
                  <c:v>6157.97329621672</c:v>
                </c:pt>
                <c:pt idx="1873">
                  <c:v>6157.9909569369283</c:v>
                </c:pt>
                <c:pt idx="1874">
                  <c:v>6158.0692178988284</c:v>
                </c:pt>
                <c:pt idx="1875">
                  <c:v>6158.3469903908344</c:v>
                </c:pt>
                <c:pt idx="1876">
                  <c:v>6158.3325660511418</c:v>
                </c:pt>
                <c:pt idx="1877">
                  <c:v>6158.3292488978832</c:v>
                </c:pt>
                <c:pt idx="1878">
                  <c:v>6158.3285333945942</c:v>
                </c:pt>
                <c:pt idx="1879">
                  <c:v>6158.3196610788282</c:v>
                </c:pt>
                <c:pt idx="1880">
                  <c:v>6158.509326970483</c:v>
                </c:pt>
                <c:pt idx="1881">
                  <c:v>6159.953271040079</c:v>
                </c:pt>
                <c:pt idx="1882">
                  <c:v>6160.7929576442557</c:v>
                </c:pt>
                <c:pt idx="1883">
                  <c:v>6163.0808824522655</c:v>
                </c:pt>
                <c:pt idx="1884">
                  <c:v>6162.8716231224607</c:v>
                </c:pt>
                <c:pt idx="1885">
                  <c:v>6163.165405629361</c:v>
                </c:pt>
                <c:pt idx="1886">
                  <c:v>6164.8428707360617</c:v>
                </c:pt>
                <c:pt idx="1887">
                  <c:v>6166.9288248191606</c:v>
                </c:pt>
                <c:pt idx="1888">
                  <c:v>6166.9778914893941</c:v>
                </c:pt>
                <c:pt idx="1889">
                  <c:v>6166.9563793905263</c:v>
                </c:pt>
                <c:pt idx="1890">
                  <c:v>6167.0741833577367</c:v>
                </c:pt>
                <c:pt idx="1891">
                  <c:v>6167.3929178893659</c:v>
                </c:pt>
                <c:pt idx="1892">
                  <c:v>6168.0410353154984</c:v>
                </c:pt>
                <c:pt idx="1893">
                  <c:v>6168.0148321434281</c:v>
                </c:pt>
                <c:pt idx="1894">
                  <c:v>6169.9508811534133</c:v>
                </c:pt>
                <c:pt idx="1895">
                  <c:v>6170.2573334851313</c:v>
                </c:pt>
                <c:pt idx="1896">
                  <c:v>6170.4439057539958</c:v>
                </c:pt>
                <c:pt idx="1897">
                  <c:v>6170.4412206724992</c:v>
                </c:pt>
                <c:pt idx="1898">
                  <c:v>6171.722789599904</c:v>
                </c:pt>
                <c:pt idx="1899">
                  <c:v>6172.2305377611447</c:v>
                </c:pt>
                <c:pt idx="1900">
                  <c:v>6174.3038191320802</c:v>
                </c:pt>
                <c:pt idx="1901">
                  <c:v>6183.6032943652253</c:v>
                </c:pt>
                <c:pt idx="1902">
                  <c:v>6183.4219820561193</c:v>
                </c:pt>
                <c:pt idx="1903">
                  <c:v>6190.3261354999868</c:v>
                </c:pt>
                <c:pt idx="1904">
                  <c:v>6189.8166483874465</c:v>
                </c:pt>
                <c:pt idx="1905">
                  <c:v>6199.3709154635617</c:v>
                </c:pt>
                <c:pt idx="1906">
                  <c:v>6198.6649054411373</c:v>
                </c:pt>
                <c:pt idx="1907">
                  <c:v>6199.4185728921684</c:v>
                </c:pt>
                <c:pt idx="1908">
                  <c:v>6199.3359292249279</c:v>
                </c:pt>
                <c:pt idx="1909">
                  <c:v>6199.7468816865385</c:v>
                </c:pt>
                <c:pt idx="1910">
                  <c:v>6200.3474579085705</c:v>
                </c:pt>
                <c:pt idx="1911">
                  <c:v>6200.7861465402948</c:v>
                </c:pt>
                <c:pt idx="1912">
                  <c:v>6201.1588844148291</c:v>
                </c:pt>
                <c:pt idx="1913">
                  <c:v>6201.1246212292463</c:v>
                </c:pt>
                <c:pt idx="1914">
                  <c:v>6202.60788492954</c:v>
                </c:pt>
                <c:pt idx="1915">
                  <c:v>6203.2841972052565</c:v>
                </c:pt>
                <c:pt idx="1916">
                  <c:v>6204.2441310444328</c:v>
                </c:pt>
                <c:pt idx="1917">
                  <c:v>6206.6541733638423</c:v>
                </c:pt>
                <c:pt idx="1918">
                  <c:v>6206.5809669724858</c:v>
                </c:pt>
                <c:pt idx="1919">
                  <c:v>6206.5662239118728</c:v>
                </c:pt>
                <c:pt idx="1920">
                  <c:v>6206.721292878834</c:v>
                </c:pt>
                <c:pt idx="1921">
                  <c:v>6206.8565061674544</c:v>
                </c:pt>
                <c:pt idx="1922">
                  <c:v>6206.9927346489167</c:v>
                </c:pt>
                <c:pt idx="1923">
                  <c:v>6207.2437429796819</c:v>
                </c:pt>
                <c:pt idx="1924">
                  <c:v>6207.2199757791304</c:v>
                </c:pt>
                <c:pt idx="1925">
                  <c:v>6207.3293510474477</c:v>
                </c:pt>
                <c:pt idx="1926">
                  <c:v>6207.9131208097888</c:v>
                </c:pt>
                <c:pt idx="1927">
                  <c:v>6207.8863176220866</c:v>
                </c:pt>
                <c:pt idx="1928">
                  <c:v>6208.2433041190288</c:v>
                </c:pt>
                <c:pt idx="1929">
                  <c:v>6209.5803674854824</c:v>
                </c:pt>
                <c:pt idx="1930">
                  <c:v>6209.4849615895855</c:v>
                </c:pt>
                <c:pt idx="1931">
                  <c:v>6209.8834847301623</c:v>
                </c:pt>
                <c:pt idx="1932">
                  <c:v>6210.5034157612454</c:v>
                </c:pt>
                <c:pt idx="1933">
                  <c:v>6210.4554190433346</c:v>
                </c:pt>
                <c:pt idx="1934">
                  <c:v>6211.2915062574857</c:v>
                </c:pt>
                <c:pt idx="1935">
                  <c:v>6212.6002194729908</c:v>
                </c:pt>
                <c:pt idx="1936">
                  <c:v>6212.8234356016192</c:v>
                </c:pt>
                <c:pt idx="1937">
                  <c:v>6220.9097415872629</c:v>
                </c:pt>
                <c:pt idx="1938">
                  <c:v>6223.0889795732319</c:v>
                </c:pt>
                <c:pt idx="1939">
                  <c:v>6222.9341071504832</c:v>
                </c:pt>
                <c:pt idx="1940">
                  <c:v>6225.9401106122259</c:v>
                </c:pt>
                <c:pt idx="1941">
                  <c:v>6225.9636184223073</c:v>
                </c:pt>
                <c:pt idx="1942">
                  <c:v>6226.224467885274</c:v>
                </c:pt>
                <c:pt idx="1943">
                  <c:v>6226.3194578706016</c:v>
                </c:pt>
                <c:pt idx="1944">
                  <c:v>6226.9096331020173</c:v>
                </c:pt>
                <c:pt idx="1945">
                  <c:v>6227.1559914743793</c:v>
                </c:pt>
                <c:pt idx="1946">
                  <c:v>6227.9837731805501</c:v>
                </c:pt>
                <c:pt idx="1947">
                  <c:v>6227.9846083249167</c:v>
                </c:pt>
                <c:pt idx="1948">
                  <c:v>6228.0263966316852</c:v>
                </c:pt>
                <c:pt idx="1949">
                  <c:v>6230.4310477821737</c:v>
                </c:pt>
                <c:pt idx="1950">
                  <c:v>6230.3646497545005</c:v>
                </c:pt>
                <c:pt idx="1951">
                  <c:v>6230.3531947063339</c:v>
                </c:pt>
                <c:pt idx="1952">
                  <c:v>6230.5574361335521</c:v>
                </c:pt>
                <c:pt idx="1953">
                  <c:v>6230.6657172744426</c:v>
                </c:pt>
                <c:pt idx="1954">
                  <c:v>6231.1971767312625</c:v>
                </c:pt>
                <c:pt idx="1955">
                  <c:v>6231.1147592074276</c:v>
                </c:pt>
                <c:pt idx="1956">
                  <c:v>6231.1009880029287</c:v>
                </c:pt>
                <c:pt idx="1957">
                  <c:v>6231.4644599348521</c:v>
                </c:pt>
                <c:pt idx="1958">
                  <c:v>6232.8699842670103</c:v>
                </c:pt>
                <c:pt idx="1959">
                  <c:v>6234.0241788386165</c:v>
                </c:pt>
                <c:pt idx="1960">
                  <c:v>6234.4602201769085</c:v>
                </c:pt>
                <c:pt idx="1961">
                  <c:v>6241.3232043582793</c:v>
                </c:pt>
                <c:pt idx="1962">
                  <c:v>6245.1994410624038</c:v>
                </c:pt>
                <c:pt idx="1963">
                  <c:v>6246.8379095601631</c:v>
                </c:pt>
                <c:pt idx="1964">
                  <c:v>6248.4414825325493</c:v>
                </c:pt>
                <c:pt idx="1965">
                  <c:v>6248.3679015440875</c:v>
                </c:pt>
                <c:pt idx="1966">
                  <c:v>6248.361158042725</c:v>
                </c:pt>
                <c:pt idx="1967">
                  <c:v>6248.4184752911315</c:v>
                </c:pt>
                <c:pt idx="1968">
                  <c:v>6248.4366805564796</c:v>
                </c:pt>
                <c:pt idx="1969">
                  <c:v>6248.4309937950347</c:v>
                </c:pt>
                <c:pt idx="1970">
                  <c:v>6248.4304189685181</c:v>
                </c:pt>
                <c:pt idx="1971">
                  <c:v>6249.0590915429939</c:v>
                </c:pt>
                <c:pt idx="1972">
                  <c:v>6249.0243585246626</c:v>
                </c:pt>
                <c:pt idx="1973">
                  <c:v>6249.0156190389171</c:v>
                </c:pt>
                <c:pt idx="1974">
                  <c:v>6249.0136117363172</c:v>
                </c:pt>
                <c:pt idx="1975">
                  <c:v>6249.0127851556954</c:v>
                </c:pt>
                <c:pt idx="1976">
                  <c:v>6249.5505985418868</c:v>
                </c:pt>
                <c:pt idx="1977">
                  <c:v>6249.5069102474763</c:v>
                </c:pt>
                <c:pt idx="1978">
                  <c:v>6249.4972122706904</c:v>
                </c:pt>
                <c:pt idx="1979">
                  <c:v>6250.4676415375707</c:v>
                </c:pt>
                <c:pt idx="1980">
                  <c:v>6251.1565972436429</c:v>
                </c:pt>
                <c:pt idx="1981">
                  <c:v>6251.0856070391537</c:v>
                </c:pt>
                <c:pt idx="1982">
                  <c:v>6251.1761702675067</c:v>
                </c:pt>
                <c:pt idx="1983">
                  <c:v>6251.4364317746204</c:v>
                </c:pt>
                <c:pt idx="1984">
                  <c:v>6251.9269544798717</c:v>
                </c:pt>
                <c:pt idx="1985">
                  <c:v>6253.5382286054182</c:v>
                </c:pt>
                <c:pt idx="1986">
                  <c:v>6254.5424132066746</c:v>
                </c:pt>
                <c:pt idx="1987">
                  <c:v>6254.4627060025505</c:v>
                </c:pt>
                <c:pt idx="1988">
                  <c:v>6255.1300204665658</c:v>
                </c:pt>
                <c:pt idx="1989">
                  <c:v>6255.7434946642279</c:v>
                </c:pt>
                <c:pt idx="1990">
                  <c:v>6255.7680656119592</c:v>
                </c:pt>
                <c:pt idx="1991">
                  <c:v>6255.7965042858723</c:v>
                </c:pt>
                <c:pt idx="1992">
                  <c:v>6255.9855368668241</c:v>
                </c:pt>
                <c:pt idx="1993">
                  <c:v>6255.8142609605193</c:v>
                </c:pt>
                <c:pt idx="1994">
                  <c:v>6255.8683737825913</c:v>
                </c:pt>
                <c:pt idx="1995">
                  <c:v>6261.8433900503805</c:v>
                </c:pt>
                <c:pt idx="1996">
                  <c:v>6265.2048010417702</c:v>
                </c:pt>
                <c:pt idx="1997">
                  <c:v>6265.5624776175291</c:v>
                </c:pt>
                <c:pt idx="1998">
                  <c:v>6265.4663855399112</c:v>
                </c:pt>
                <c:pt idx="1999">
                  <c:v>6265.7222418565225</c:v>
                </c:pt>
                <c:pt idx="2000">
                  <c:v>6267.1855511881849</c:v>
                </c:pt>
                <c:pt idx="2001">
                  <c:v>6268.5950883829673</c:v>
                </c:pt>
                <c:pt idx="2002">
                  <c:v>6271.7947671998363</c:v>
                </c:pt>
                <c:pt idx="2003">
                  <c:v>6273.9827512482716</c:v>
                </c:pt>
                <c:pt idx="2004">
                  <c:v>6274.8700618664889</c:v>
                </c:pt>
                <c:pt idx="2005">
                  <c:v>6276.0668439909114</c:v>
                </c:pt>
                <c:pt idx="2006">
                  <c:v>6289.4514985946525</c:v>
                </c:pt>
                <c:pt idx="2007">
                  <c:v>6293.6265100813971</c:v>
                </c:pt>
                <c:pt idx="2008">
                  <c:v>6293.246824782249</c:v>
                </c:pt>
                <c:pt idx="2009">
                  <c:v>6294.0492802067793</c:v>
                </c:pt>
                <c:pt idx="2010">
                  <c:v>6296.4267748931588</c:v>
                </c:pt>
                <c:pt idx="2011">
                  <c:v>6296.2915164708429</c:v>
                </c:pt>
                <c:pt idx="2012">
                  <c:v>6298.6885611275711</c:v>
                </c:pt>
                <c:pt idx="2013">
                  <c:v>6299.3324755197746</c:v>
                </c:pt>
                <c:pt idx="2014">
                  <c:v>6299.3055296468829</c:v>
                </c:pt>
                <c:pt idx="2015">
                  <c:v>6299.2974253771054</c:v>
                </c:pt>
                <c:pt idx="2016">
                  <c:v>6299.3608042878886</c:v>
                </c:pt>
                <c:pt idx="2017">
                  <c:v>6299.4181092439903</c:v>
                </c:pt>
                <c:pt idx="2018">
                  <c:v>6299.4124999530277</c:v>
                </c:pt>
                <c:pt idx="2019">
                  <c:v>6299.7758540990253</c:v>
                </c:pt>
                <c:pt idx="2020">
                  <c:v>6316.7460318570447</c:v>
                </c:pt>
                <c:pt idx="2021">
                  <c:v>6316.3548675056754</c:v>
                </c:pt>
                <c:pt idx="2022">
                  <c:v>6316.7250455204185</c:v>
                </c:pt>
                <c:pt idx="2023">
                  <c:v>6317.0832920732673</c:v>
                </c:pt>
                <c:pt idx="2024">
                  <c:v>6317.084332700455</c:v>
                </c:pt>
                <c:pt idx="2025">
                  <c:v>6317.0719024671089</c:v>
                </c:pt>
                <c:pt idx="2026">
                  <c:v>6319.0013994604269</c:v>
                </c:pt>
                <c:pt idx="2027">
                  <c:v>6320.3825016314149</c:v>
                </c:pt>
                <c:pt idx="2028">
                  <c:v>6320.2465708712371</c:v>
                </c:pt>
                <c:pt idx="2029">
                  <c:v>6337.7516650377229</c:v>
                </c:pt>
                <c:pt idx="2030">
                  <c:v>6341.2992740629052</c:v>
                </c:pt>
                <c:pt idx="2031">
                  <c:v>6342.7038096200777</c:v>
                </c:pt>
                <c:pt idx="2032">
                  <c:v>6343.4175064684523</c:v>
                </c:pt>
                <c:pt idx="2033">
                  <c:v>6343.4156302459733</c:v>
                </c:pt>
                <c:pt idx="2034">
                  <c:v>6343.9304225527203</c:v>
                </c:pt>
                <c:pt idx="2035">
                  <c:v>6343.9070824413138</c:v>
                </c:pt>
                <c:pt idx="2036">
                  <c:v>6343.9549752553121</c:v>
                </c:pt>
                <c:pt idx="2037">
                  <c:v>6344.14928601881</c:v>
                </c:pt>
                <c:pt idx="2038">
                  <c:v>6344.4816270603005</c:v>
                </c:pt>
                <c:pt idx="2039">
                  <c:v>6344.4646472469221</c:v>
                </c:pt>
                <c:pt idx="2040">
                  <c:v>6344.4757386387619</c:v>
                </c:pt>
                <c:pt idx="2041">
                  <c:v>6344.4800225902891</c:v>
                </c:pt>
                <c:pt idx="2042">
                  <c:v>6344.4800225902891</c:v>
                </c:pt>
                <c:pt idx="2043">
                  <c:v>6344.5277769318673</c:v>
                </c:pt>
                <c:pt idx="2044">
                  <c:v>6346.959539716564</c:v>
                </c:pt>
                <c:pt idx="2045">
                  <c:v>6347.0609888829631</c:v>
                </c:pt>
                <c:pt idx="2046">
                  <c:v>6347.0276879831008</c:v>
                </c:pt>
                <c:pt idx="2047">
                  <c:v>6347.164198433381</c:v>
                </c:pt>
                <c:pt idx="2048">
                  <c:v>6347.3145142350504</c:v>
                </c:pt>
                <c:pt idx="2049">
                  <c:v>6355.4982431022836</c:v>
                </c:pt>
                <c:pt idx="2050">
                  <c:v>6356.6422603279125</c:v>
                </c:pt>
                <c:pt idx="2051">
                  <c:v>6361.9892401876368</c:v>
                </c:pt>
                <c:pt idx="2052">
                  <c:v>6362.2596447291417</c:v>
                </c:pt>
                <c:pt idx="2053">
                  <c:v>6362.1436029081406</c:v>
                </c:pt>
                <c:pt idx="2054">
                  <c:v>6362.6154494888679</c:v>
                </c:pt>
                <c:pt idx="2055">
                  <c:v>6362.5954369012297</c:v>
                </c:pt>
                <c:pt idx="2056">
                  <c:v>6362.5892022597482</c:v>
                </c:pt>
                <c:pt idx="2057">
                  <c:v>6362.979421249056</c:v>
                </c:pt>
                <c:pt idx="2058">
                  <c:v>6368.4909962810434</c:v>
                </c:pt>
                <c:pt idx="2059">
                  <c:v>6368.4269725128624</c:v>
                </c:pt>
                <c:pt idx="2060">
                  <c:v>6368.3818900720935</c:v>
                </c:pt>
                <c:pt idx="2061">
                  <c:v>6369.958722202382</c:v>
                </c:pt>
                <c:pt idx="2062">
                  <c:v>6370.8359466879756</c:v>
                </c:pt>
                <c:pt idx="2063">
                  <c:v>6372.9502763915152</c:v>
                </c:pt>
                <c:pt idx="2064">
                  <c:v>6375.7422816169637</c:v>
                </c:pt>
                <c:pt idx="2065">
                  <c:v>6376.9127464991352</c:v>
                </c:pt>
                <c:pt idx="2066">
                  <c:v>6378.0934838543917</c:v>
                </c:pt>
                <c:pt idx="2067">
                  <c:v>6409.507454884596</c:v>
                </c:pt>
                <c:pt idx="2068">
                  <c:v>6415.1417629255457</c:v>
                </c:pt>
                <c:pt idx="2069">
                  <c:v>6419.303294777259</c:v>
                </c:pt>
                <c:pt idx="2070">
                  <c:v>6419.0040819543337</c:v>
                </c:pt>
                <c:pt idx="2071">
                  <c:v>6428.6989477978468</c:v>
                </c:pt>
                <c:pt idx="2072">
                  <c:v>6428.2673539800153</c:v>
                </c:pt>
                <c:pt idx="2073">
                  <c:v>6432.9446688183252</c:v>
                </c:pt>
                <c:pt idx="2074">
                  <c:v>6432.5578761807037</c:v>
                </c:pt>
                <c:pt idx="2075">
                  <c:v>6434.7268109060278</c:v>
                </c:pt>
                <c:pt idx="2076">
                  <c:v>6434.5539181468084</c:v>
                </c:pt>
                <c:pt idx="2077">
                  <c:v>6434.4996336768336</c:v>
                </c:pt>
                <c:pt idx="2078">
                  <c:v>6435.0805468230337</c:v>
                </c:pt>
                <c:pt idx="2079">
                  <c:v>6435.9704871722142</c:v>
                </c:pt>
                <c:pt idx="2080">
                  <c:v>6436.6736705923795</c:v>
                </c:pt>
                <c:pt idx="2081">
                  <c:v>6438.4944210209742</c:v>
                </c:pt>
                <c:pt idx="2082">
                  <c:v>6446.7162313416929</c:v>
                </c:pt>
                <c:pt idx="2083">
                  <c:v>6462.306405282493</c:v>
                </c:pt>
                <c:pt idx="2084">
                  <c:v>6467.1441097769648</c:v>
                </c:pt>
                <c:pt idx="2085">
                  <c:v>6470.5202757605293</c:v>
                </c:pt>
                <c:pt idx="2086">
                  <c:v>6470.7767288745863</c:v>
                </c:pt>
                <c:pt idx="2087">
                  <c:v>6470.7281781951933</c:v>
                </c:pt>
                <c:pt idx="2088">
                  <c:v>6472.000444318568</c:v>
                </c:pt>
                <c:pt idx="2089">
                  <c:v>6471.9501567123489</c:v>
                </c:pt>
                <c:pt idx="2090">
                  <c:v>6472.2277045987357</c:v>
                </c:pt>
                <c:pt idx="2091">
                  <c:v>6479.8374560455231</c:v>
                </c:pt>
                <c:pt idx="2092">
                  <c:v>6479.4158571033986</c:v>
                </c:pt>
                <c:pt idx="2093">
                  <c:v>6481.2359044018131</c:v>
                </c:pt>
                <c:pt idx="2094">
                  <c:v>6484.7309565700016</c:v>
                </c:pt>
                <c:pt idx="2095">
                  <c:v>6484.5088332313708</c:v>
                </c:pt>
                <c:pt idx="2096">
                  <c:v>6486.0568047045272</c:v>
                </c:pt>
                <c:pt idx="2097">
                  <c:v>6487.2863510527177</c:v>
                </c:pt>
                <c:pt idx="2098">
                  <c:v>6488.1351717765856</c:v>
                </c:pt>
                <c:pt idx="2099">
                  <c:v>6488.7632701790571</c:v>
                </c:pt>
                <c:pt idx="2100">
                  <c:v>6490.3287805032769</c:v>
                </c:pt>
                <c:pt idx="2101">
                  <c:v>6491.5306034689047</c:v>
                </c:pt>
                <c:pt idx="2102">
                  <c:v>6496.5573021247455</c:v>
                </c:pt>
                <c:pt idx="2103">
                  <c:v>6497.6814098449613</c:v>
                </c:pt>
                <c:pt idx="2104">
                  <c:v>6498.4206719638623</c:v>
                </c:pt>
                <c:pt idx="2105">
                  <c:v>6509.2331570820943</c:v>
                </c:pt>
                <c:pt idx="2106">
                  <c:v>6509.2230063988209</c:v>
                </c:pt>
                <c:pt idx="2107">
                  <c:v>6509.1807893391515</c:v>
                </c:pt>
                <c:pt idx="2108">
                  <c:v>6509.1653142845689</c:v>
                </c:pt>
                <c:pt idx="2109">
                  <c:v>6509.5121037904537</c:v>
                </c:pt>
                <c:pt idx="2110">
                  <c:v>6509.9483764202141</c:v>
                </c:pt>
                <c:pt idx="2111">
                  <c:v>6509.9309177190025</c:v>
                </c:pt>
                <c:pt idx="2112">
                  <c:v>6510.1949845023382</c:v>
                </c:pt>
                <c:pt idx="2113">
                  <c:v>6510.3815187294558</c:v>
                </c:pt>
                <c:pt idx="2114">
                  <c:v>6510.4089771903064</c:v>
                </c:pt>
                <c:pt idx="2115">
                  <c:v>6516.2737636157126</c:v>
                </c:pt>
                <c:pt idx="2116">
                  <c:v>6515.9472656834387</c:v>
                </c:pt>
                <c:pt idx="2117">
                  <c:v>6515.9946395865663</c:v>
                </c:pt>
                <c:pt idx="2118">
                  <c:v>6515.9946395865663</c:v>
                </c:pt>
                <c:pt idx="2119">
                  <c:v>6516.1609435960027</c:v>
                </c:pt>
                <c:pt idx="2120">
                  <c:v>6516.1741134902331</c:v>
                </c:pt>
                <c:pt idx="2121">
                  <c:v>6516.3203912797535</c:v>
                </c:pt>
                <c:pt idx="2122">
                  <c:v>6517.0675072906606</c:v>
                </c:pt>
                <c:pt idx="2123">
                  <c:v>6517.2324145685716</c:v>
                </c:pt>
                <c:pt idx="2124">
                  <c:v>6517.2128200300904</c:v>
                </c:pt>
                <c:pt idx="2125">
                  <c:v>6517.2061898174297</c:v>
                </c:pt>
                <c:pt idx="2126">
                  <c:v>6517.2054340971326</c:v>
                </c:pt>
                <c:pt idx="2127">
                  <c:v>6519.1836855829206</c:v>
                </c:pt>
                <c:pt idx="2128">
                  <c:v>6519.0859695154641</c:v>
                </c:pt>
                <c:pt idx="2129">
                  <c:v>6519.7647470438542</c:v>
                </c:pt>
                <c:pt idx="2130">
                  <c:v>6524.6342731813947</c:v>
                </c:pt>
                <c:pt idx="2131">
                  <c:v>6526.3432696164637</c:v>
                </c:pt>
                <c:pt idx="2132">
                  <c:v>6526.2248194462345</c:v>
                </c:pt>
                <c:pt idx="2133">
                  <c:v>6526.2020616975242</c:v>
                </c:pt>
                <c:pt idx="2134">
                  <c:v>6526.3252610430127</c:v>
                </c:pt>
                <c:pt idx="2135">
                  <c:v>6526.4322014891532</c:v>
                </c:pt>
                <c:pt idx="2136">
                  <c:v>6526.4277234265783</c:v>
                </c:pt>
                <c:pt idx="2137">
                  <c:v>6526.4339651254659</c:v>
                </c:pt>
                <c:pt idx="2138">
                  <c:v>6527.1068722310474</c:v>
                </c:pt>
                <c:pt idx="2139">
                  <c:v>6527.5619466701201</c:v>
                </c:pt>
                <c:pt idx="2140">
                  <c:v>6527.782422769119</c:v>
                </c:pt>
                <c:pt idx="2141">
                  <c:v>6528.409106081097</c:v>
                </c:pt>
                <c:pt idx="2142">
                  <c:v>6528.8745374462587</c:v>
                </c:pt>
                <c:pt idx="2143">
                  <c:v>6529.2064664544714</c:v>
                </c:pt>
                <c:pt idx="2144">
                  <c:v>6529.4350525526688</c:v>
                </c:pt>
                <c:pt idx="2145">
                  <c:v>6529.4064876263465</c:v>
                </c:pt>
                <c:pt idx="2146">
                  <c:v>6529.4198907357468</c:v>
                </c:pt>
                <c:pt idx="2147">
                  <c:v>6529.8611040592759</c:v>
                </c:pt>
                <c:pt idx="2148">
                  <c:v>6530.3300819931465</c:v>
                </c:pt>
                <c:pt idx="2149">
                  <c:v>6530.2745651071518</c:v>
                </c:pt>
                <c:pt idx="2150">
                  <c:v>6530.7455535603831</c:v>
                </c:pt>
                <c:pt idx="2151">
                  <c:v>6531.7182257266841</c:v>
                </c:pt>
                <c:pt idx="2152">
                  <c:v>6532.3311139539428</c:v>
                </c:pt>
                <c:pt idx="2153">
                  <c:v>6532.2928162936832</c:v>
                </c:pt>
                <c:pt idx="2154">
                  <c:v>6533.8657189345195</c:v>
                </c:pt>
                <c:pt idx="2155">
                  <c:v>6534.867873902208</c:v>
                </c:pt>
                <c:pt idx="2156">
                  <c:v>6536.1434272506276</c:v>
                </c:pt>
                <c:pt idx="2157">
                  <c:v>6536.3339324612762</c:v>
                </c:pt>
                <c:pt idx="2158">
                  <c:v>6536.4119695571253</c:v>
                </c:pt>
                <c:pt idx="2159">
                  <c:v>6536.633494425052</c:v>
                </c:pt>
                <c:pt idx="2160">
                  <c:v>6536.8884768069574</c:v>
                </c:pt>
                <c:pt idx="2161">
                  <c:v>6537.110908510379</c:v>
                </c:pt>
                <c:pt idx="2162">
                  <c:v>6537.4316142612342</c:v>
                </c:pt>
                <c:pt idx="2163">
                  <c:v>6538.1331097082339</c:v>
                </c:pt>
                <c:pt idx="2164">
                  <c:v>6538.9406500475352</c:v>
                </c:pt>
                <c:pt idx="2165">
                  <c:v>6538.8733245843041</c:v>
                </c:pt>
                <c:pt idx="2166">
                  <c:v>6539.403444047809</c:v>
                </c:pt>
                <c:pt idx="2167">
                  <c:v>6539.3692443079162</c:v>
                </c:pt>
                <c:pt idx="2168">
                  <c:v>6539.3591462409049</c:v>
                </c:pt>
                <c:pt idx="2169">
                  <c:v>6539.3565346036503</c:v>
                </c:pt>
                <c:pt idx="2170">
                  <c:v>6540.4481092852611</c:v>
                </c:pt>
                <c:pt idx="2171">
                  <c:v>6540.348688637554</c:v>
                </c:pt>
                <c:pt idx="2172">
                  <c:v>6540.8726816476574</c:v>
                </c:pt>
                <c:pt idx="2173">
                  <c:v>6540.8234613524264</c:v>
                </c:pt>
                <c:pt idx="2174">
                  <c:v>6540.9570301798631</c:v>
                </c:pt>
                <c:pt idx="2175">
                  <c:v>6541.9836571430142</c:v>
                </c:pt>
                <c:pt idx="2176">
                  <c:v>6542.6523359538523</c:v>
                </c:pt>
                <c:pt idx="2177">
                  <c:v>6543.0670759326731</c:v>
                </c:pt>
                <c:pt idx="2178">
                  <c:v>6543.6072578370822</c:v>
                </c:pt>
                <c:pt idx="2179">
                  <c:v>6543.566633522847</c:v>
                </c:pt>
                <c:pt idx="2180">
                  <c:v>6544.154768727597</c:v>
                </c:pt>
                <c:pt idx="2181">
                  <c:v>6544.2034005233845</c:v>
                </c:pt>
                <c:pt idx="2182">
                  <c:v>6544.4932194815074</c:v>
                </c:pt>
                <c:pt idx="2183">
                  <c:v>6544.4768374672494</c:v>
                </c:pt>
                <c:pt idx="2184">
                  <c:v>6545.6896535683954</c:v>
                </c:pt>
                <c:pt idx="2185">
                  <c:v>6545.7357618187225</c:v>
                </c:pt>
                <c:pt idx="2186">
                  <c:v>6545.7241413634165</c:v>
                </c:pt>
                <c:pt idx="2187">
                  <c:v>6547.8648402594499</c:v>
                </c:pt>
                <c:pt idx="2188">
                  <c:v>6551.2573662987861</c:v>
                </c:pt>
                <c:pt idx="2189">
                  <c:v>6551.0703656663163</c:v>
                </c:pt>
                <c:pt idx="2190">
                  <c:v>6551.278439420802</c:v>
                </c:pt>
                <c:pt idx="2191">
                  <c:v>6551.2591361400346</c:v>
                </c:pt>
                <c:pt idx="2192">
                  <c:v>6551.6745086149895</c:v>
                </c:pt>
                <c:pt idx="2193">
                  <c:v>6551.631211462176</c:v>
                </c:pt>
                <c:pt idx="2194">
                  <c:v>6551.8510830556515</c:v>
                </c:pt>
                <c:pt idx="2195">
                  <c:v>6551.8262244577454</c:v>
                </c:pt>
                <c:pt idx="2196">
                  <c:v>6552.1777139800906</c:v>
                </c:pt>
                <c:pt idx="2197">
                  <c:v>6552.1450326953072</c:v>
                </c:pt>
                <c:pt idx="2198">
                  <c:v>6552.672987988416</c:v>
                </c:pt>
                <c:pt idx="2199">
                  <c:v>6552.7109170920912</c:v>
                </c:pt>
                <c:pt idx="2200">
                  <c:v>6553.0822864713864</c:v>
                </c:pt>
                <c:pt idx="2201">
                  <c:v>6553.1199876675619</c:v>
                </c:pt>
                <c:pt idx="2202">
                  <c:v>6553.1605698395006</c:v>
                </c:pt>
                <c:pt idx="2203">
                  <c:v>6553.1552288352423</c:v>
                </c:pt>
                <c:pt idx="2204">
                  <c:v>6553.524756466978</c:v>
                </c:pt>
                <c:pt idx="2205">
                  <c:v>6553.8399162453616</c:v>
                </c:pt>
                <c:pt idx="2206">
                  <c:v>6553.8501193842785</c:v>
                </c:pt>
                <c:pt idx="2207">
                  <c:v>6553.9125459517591</c:v>
                </c:pt>
                <c:pt idx="2208">
                  <c:v>6554.0251984359138</c:v>
                </c:pt>
                <c:pt idx="2209">
                  <c:v>6554.0240801732671</c:v>
                </c:pt>
                <c:pt idx="2210">
                  <c:v>6554.0951412725826</c:v>
                </c:pt>
                <c:pt idx="2211">
                  <c:v>6554.2859297426439</c:v>
                </c:pt>
                <c:pt idx="2212">
                  <c:v>6554.2738677455663</c:v>
                </c:pt>
                <c:pt idx="2213">
                  <c:v>6554.2713454707437</c:v>
                </c:pt>
                <c:pt idx="2214">
                  <c:v>6554.2708253735173</c:v>
                </c:pt>
                <c:pt idx="2215">
                  <c:v>6554.2890970291746</c:v>
                </c:pt>
                <c:pt idx="2216">
                  <c:v>6554.3633258747013</c:v>
                </c:pt>
                <c:pt idx="2217">
                  <c:v>6554.4976606118635</c:v>
                </c:pt>
                <c:pt idx="2218">
                  <c:v>6554.9444178244594</c:v>
                </c:pt>
                <c:pt idx="2219">
                  <c:v>6555.4926422498374</c:v>
                </c:pt>
                <c:pt idx="2220">
                  <c:v>6555.4473022893753</c:v>
                </c:pt>
                <c:pt idx="2221">
                  <c:v>6555.4382710980835</c:v>
                </c:pt>
                <c:pt idx="2222">
                  <c:v>6556.8667000049691</c:v>
                </c:pt>
                <c:pt idx="2223">
                  <c:v>6557.6183057045482</c:v>
                </c:pt>
                <c:pt idx="2224">
                  <c:v>6558.2289726444542</c:v>
                </c:pt>
                <c:pt idx="2225">
                  <c:v>6558.18527433078</c:v>
                </c:pt>
                <c:pt idx="2226">
                  <c:v>6558.1765235172288</c:v>
                </c:pt>
                <c:pt idx="2227">
                  <c:v>6558.1747351724307</c:v>
                </c:pt>
                <c:pt idx="2228">
                  <c:v>6558.1755261071776</c:v>
                </c:pt>
                <c:pt idx="2229">
                  <c:v>6558.1754811805349</c:v>
                </c:pt>
                <c:pt idx="2230">
                  <c:v>6558.1754660697716</c:v>
                </c:pt>
                <c:pt idx="2231">
                  <c:v>6558.1858099577667</c:v>
                </c:pt>
                <c:pt idx="2232">
                  <c:v>6558.3645632908529</c:v>
                </c:pt>
                <c:pt idx="2233">
                  <c:v>6558.596516384835</c:v>
                </c:pt>
                <c:pt idx="2234">
                  <c:v>6558.7340708749316</c:v>
                </c:pt>
                <c:pt idx="2235">
                  <c:v>6558.8556873034631</c:v>
                </c:pt>
                <c:pt idx="2236">
                  <c:v>6558.9040061995947</c:v>
                </c:pt>
                <c:pt idx="2237">
                  <c:v>6559.5242325494819</c:v>
                </c:pt>
                <c:pt idx="2238">
                  <c:v>6559.4955781779172</c:v>
                </c:pt>
                <c:pt idx="2239">
                  <c:v>6559.4896925249177</c:v>
                </c:pt>
                <c:pt idx="2240">
                  <c:v>6559.8435441136444</c:v>
                </c:pt>
                <c:pt idx="2241">
                  <c:v>6559.814075257299</c:v>
                </c:pt>
                <c:pt idx="2242">
                  <c:v>6560.3665343252505</c:v>
                </c:pt>
                <c:pt idx="2243">
                  <c:v>6560.7811660094394</c:v>
                </c:pt>
                <c:pt idx="2244">
                  <c:v>6560.731600066174</c:v>
                </c:pt>
                <c:pt idx="2245">
                  <c:v>6560.7210129477126</c:v>
                </c:pt>
                <c:pt idx="2246">
                  <c:v>6561.9203321216874</c:v>
                </c:pt>
                <c:pt idx="2247">
                  <c:v>6562.2581447165749</c:v>
                </c:pt>
                <c:pt idx="2248">
                  <c:v>6563.1131570328644</c:v>
                </c:pt>
                <c:pt idx="2249">
                  <c:v>6563.3892550618129</c:v>
                </c:pt>
                <c:pt idx="2250">
                  <c:v>6563.3716859216411</c:v>
                </c:pt>
                <c:pt idx="2251">
                  <c:v>6563.8943787790513</c:v>
                </c:pt>
                <c:pt idx="2252">
                  <c:v>6563.8467947462495</c:v>
                </c:pt>
                <c:pt idx="2253">
                  <c:v>6563.8412627956368</c:v>
                </c:pt>
                <c:pt idx="2254">
                  <c:v>6563.9056789003216</c:v>
                </c:pt>
                <c:pt idx="2255">
                  <c:v>6563.9027964636007</c:v>
                </c:pt>
                <c:pt idx="2256">
                  <c:v>6563.9600691629657</c:v>
                </c:pt>
                <c:pt idx="2257">
                  <c:v>6564.120288133422</c:v>
                </c:pt>
                <c:pt idx="2258">
                  <c:v>6564.1132942519744</c:v>
                </c:pt>
                <c:pt idx="2259">
                  <c:v>6567.1813872357288</c:v>
                </c:pt>
                <c:pt idx="2260">
                  <c:v>6567.0625177474631</c:v>
                </c:pt>
                <c:pt idx="2261">
                  <c:v>6569.8915970278013</c:v>
                </c:pt>
                <c:pt idx="2262">
                  <c:v>6569.887651902588</c:v>
                </c:pt>
                <c:pt idx="2263">
                  <c:v>6569.8531772101096</c:v>
                </c:pt>
                <c:pt idx="2264">
                  <c:v>6570.1629258930516</c:v>
                </c:pt>
                <c:pt idx="2265">
                  <c:v>6570.1359427565421</c:v>
                </c:pt>
                <c:pt idx="2266">
                  <c:v>6570.1299772356933</c:v>
                </c:pt>
                <c:pt idx="2267">
                  <c:v>6570.5500038529308</c:v>
                </c:pt>
                <c:pt idx="2268">
                  <c:v>6570.5166852882949</c:v>
                </c:pt>
                <c:pt idx="2269">
                  <c:v>6570.5100403477763</c:v>
                </c:pt>
                <c:pt idx="2270">
                  <c:v>6570.5091610146674</c:v>
                </c:pt>
                <c:pt idx="2271">
                  <c:v>6570.5089754863748</c:v>
                </c:pt>
                <c:pt idx="2272">
                  <c:v>6570.9803409975639</c:v>
                </c:pt>
                <c:pt idx="2273">
                  <c:v>6570.9590986479643</c:v>
                </c:pt>
                <c:pt idx="2274">
                  <c:v>6572.6082735081409</c:v>
                </c:pt>
                <c:pt idx="2275">
                  <c:v>6572.5294655048174</c:v>
                </c:pt>
                <c:pt idx="2276">
                  <c:v>6572.904478609039</c:v>
                </c:pt>
                <c:pt idx="2277">
                  <c:v>6573.1316545028712</c:v>
                </c:pt>
                <c:pt idx="2278">
                  <c:v>6573.2284590905729</c:v>
                </c:pt>
                <c:pt idx="2279">
                  <c:v>6573.2308607776313</c:v>
                </c:pt>
                <c:pt idx="2280">
                  <c:v>6575.2499443219303</c:v>
                </c:pt>
                <c:pt idx="2281">
                  <c:v>6575.1825725808221</c:v>
                </c:pt>
                <c:pt idx="2282">
                  <c:v>6575.1690766146003</c:v>
                </c:pt>
                <c:pt idx="2283">
                  <c:v>6576.104881090434</c:v>
                </c:pt>
                <c:pt idx="2284">
                  <c:v>6577.9201619170999</c:v>
                </c:pt>
                <c:pt idx="2285">
                  <c:v>6578.1991201562414</c:v>
                </c:pt>
                <c:pt idx="2286">
                  <c:v>6578.8004743965876</c:v>
                </c:pt>
                <c:pt idx="2287">
                  <c:v>6578.8229341984252</c:v>
                </c:pt>
                <c:pt idx="2288">
                  <c:v>6587.4041380004865</c:v>
                </c:pt>
                <c:pt idx="2289">
                  <c:v>6587.0502163727087</c:v>
                </c:pt>
                <c:pt idx="2290">
                  <c:v>6586.9156391491497</c:v>
                </c:pt>
                <c:pt idx="2291">
                  <c:v>6588.2075971464883</c:v>
                </c:pt>
                <c:pt idx="2292">
                  <c:v>6589.2984412947271</c:v>
                </c:pt>
                <c:pt idx="2293">
                  <c:v>6589.1824906646834</c:v>
                </c:pt>
                <c:pt idx="2294">
                  <c:v>6589.9871887852742</c:v>
                </c:pt>
                <c:pt idx="2295">
                  <c:v>6589.9537718139991</c:v>
                </c:pt>
                <c:pt idx="2296">
                  <c:v>6590.9839514419418</c:v>
                </c:pt>
                <c:pt idx="2297">
                  <c:v>6590.9282724398099</c:v>
                </c:pt>
                <c:pt idx="2298">
                  <c:v>6590.9694088631513</c:v>
                </c:pt>
                <c:pt idx="2299">
                  <c:v>6590.9649383842789</c:v>
                </c:pt>
                <c:pt idx="2300">
                  <c:v>6590.9641782431263</c:v>
                </c:pt>
                <c:pt idx="2301">
                  <c:v>6591.0992025193091</c:v>
                </c:pt>
                <c:pt idx="2302">
                  <c:v>6591.2336727720285</c:v>
                </c:pt>
                <c:pt idx="2303">
                  <c:v>6591.2290380499699</c:v>
                </c:pt>
                <c:pt idx="2304">
                  <c:v>6591.5369082147772</c:v>
                </c:pt>
                <c:pt idx="2305">
                  <c:v>6591.8549098537032</c:v>
                </c:pt>
                <c:pt idx="2306">
                  <c:v>6592.2029188813376</c:v>
                </c:pt>
                <c:pt idx="2307">
                  <c:v>6593.0080260735804</c:v>
                </c:pt>
                <c:pt idx="2308">
                  <c:v>6598.7605703106747</c:v>
                </c:pt>
                <c:pt idx="2309">
                  <c:v>6599.0162462473145</c:v>
                </c:pt>
                <c:pt idx="2310">
                  <c:v>6602.9506919093219</c:v>
                </c:pt>
                <c:pt idx="2311">
                  <c:v>6604.6172456453905</c:v>
                </c:pt>
                <c:pt idx="2312">
                  <c:v>6604.6354832932493</c:v>
                </c:pt>
                <c:pt idx="2313">
                  <c:v>6606.1080586385897</c:v>
                </c:pt>
                <c:pt idx="2314">
                  <c:v>6606.5294309228884</c:v>
                </c:pt>
                <c:pt idx="2315">
                  <c:v>6616.9234948265766</c:v>
                </c:pt>
                <c:pt idx="2316">
                  <c:v>6616.6495732361564</c:v>
                </c:pt>
                <c:pt idx="2317">
                  <c:v>6618.050342355391</c:v>
                </c:pt>
                <c:pt idx="2318">
                  <c:v>6619.6895907655444</c:v>
                </c:pt>
                <c:pt idx="2319">
                  <c:v>6619.6371115457159</c:v>
                </c:pt>
                <c:pt idx="2320">
                  <c:v>6619.9594707304923</c:v>
                </c:pt>
                <c:pt idx="2321">
                  <c:v>6619.927894485375</c:v>
                </c:pt>
                <c:pt idx="2322">
                  <c:v>6620.1629251900349</c:v>
                </c:pt>
                <c:pt idx="2323">
                  <c:v>6620.3317062790256</c:v>
                </c:pt>
                <c:pt idx="2324">
                  <c:v>6621.3123487647663</c:v>
                </c:pt>
                <c:pt idx="2325">
                  <c:v>6621.9783923346467</c:v>
                </c:pt>
                <c:pt idx="2326">
                  <c:v>6622.2221288903447</c:v>
                </c:pt>
                <c:pt idx="2327">
                  <c:v>6622.2105994362955</c:v>
                </c:pt>
                <c:pt idx="2328">
                  <c:v>6622.5835970366661</c:v>
                </c:pt>
                <c:pt idx="2329">
                  <c:v>6622.5719285674713</c:v>
                </c:pt>
                <c:pt idx="2330">
                  <c:v>6622.6198068171925</c:v>
                </c:pt>
                <c:pt idx="2331">
                  <c:v>6623.0072745149519</c:v>
                </c:pt>
                <c:pt idx="2332">
                  <c:v>6622.9840283819676</c:v>
                </c:pt>
                <c:pt idx="2333">
                  <c:v>6623.117856540407</c:v>
                </c:pt>
                <c:pt idx="2334">
                  <c:v>6625.9711193257572</c:v>
                </c:pt>
                <c:pt idx="2335">
                  <c:v>6628.8150478209463</c:v>
                </c:pt>
                <c:pt idx="2336">
                  <c:v>6628.7489271061368</c:v>
                </c:pt>
                <c:pt idx="2337">
                  <c:v>6628.6492916870902</c:v>
                </c:pt>
                <c:pt idx="2338">
                  <c:v>6629.4335622589142</c:v>
                </c:pt>
                <c:pt idx="2339">
                  <c:v>6629.3681708669892</c:v>
                </c:pt>
                <c:pt idx="2340">
                  <c:v>6630.2813488184829</c:v>
                </c:pt>
                <c:pt idx="2341">
                  <c:v>6630.2012342928538</c:v>
                </c:pt>
                <c:pt idx="2342">
                  <c:v>6630.9294677816079</c:v>
                </c:pt>
                <c:pt idx="2343">
                  <c:v>6630.892354167755</c:v>
                </c:pt>
                <c:pt idx="2344">
                  <c:v>6632.1883215300859</c:v>
                </c:pt>
                <c:pt idx="2345">
                  <c:v>6633.1580154585727</c:v>
                </c:pt>
                <c:pt idx="2346">
                  <c:v>6633.9357329041586</c:v>
                </c:pt>
                <c:pt idx="2347">
                  <c:v>6635.5979134925819</c:v>
                </c:pt>
                <c:pt idx="2348">
                  <c:v>6637.4637808785428</c:v>
                </c:pt>
                <c:pt idx="2349">
                  <c:v>6638.5346881764026</c:v>
                </c:pt>
                <c:pt idx="2350">
                  <c:v>6638.5493827578139</c:v>
                </c:pt>
                <c:pt idx="2351">
                  <c:v>6638.7401492598492</c:v>
                </c:pt>
                <c:pt idx="2352">
                  <c:v>6639.3561620726441</c:v>
                </c:pt>
                <c:pt idx="2353">
                  <c:v>6639.4814774206752</c:v>
                </c:pt>
                <c:pt idx="2354">
                  <c:v>6640.4330234361751</c:v>
                </c:pt>
                <c:pt idx="2355">
                  <c:v>6641.6101921206591</c:v>
                </c:pt>
                <c:pt idx="2356">
                  <c:v>6654.5117610034185</c:v>
                </c:pt>
                <c:pt idx="2357">
                  <c:v>6656.5504269098465</c:v>
                </c:pt>
                <c:pt idx="2358">
                  <c:v>6658.3685640564045</c:v>
                </c:pt>
                <c:pt idx="2359">
                  <c:v>6658.2490435782256</c:v>
                </c:pt>
                <c:pt idx="2360">
                  <c:v>6659.2126269024084</c:v>
                </c:pt>
                <c:pt idx="2361">
                  <c:v>6659.1389372549766</c:v>
                </c:pt>
                <c:pt idx="2362">
                  <c:v>6659.5848688927999</c:v>
                </c:pt>
                <c:pt idx="2363">
                  <c:v>6660.0896002450581</c:v>
                </c:pt>
                <c:pt idx="2364">
                  <c:v>6661.349479754972</c:v>
                </c:pt>
                <c:pt idx="2365">
                  <c:v>6661.2345469316688</c:v>
                </c:pt>
                <c:pt idx="2366">
                  <c:v>6664.2874695994924</c:v>
                </c:pt>
                <c:pt idx="2367">
                  <c:v>6666.9469340869773</c:v>
                </c:pt>
                <c:pt idx="2368">
                  <c:v>6667.2653133701469</c:v>
                </c:pt>
                <c:pt idx="2369">
                  <c:v>6667.2137018584608</c:v>
                </c:pt>
                <c:pt idx="2370">
                  <c:v>6667.2858091440339</c:v>
                </c:pt>
                <c:pt idx="2371">
                  <c:v>6667.2786905173934</c:v>
                </c:pt>
                <c:pt idx="2372">
                  <c:v>6668.8294390899619</c:v>
                </c:pt>
                <c:pt idx="2373">
                  <c:v>6668.9857914020649</c:v>
                </c:pt>
                <c:pt idx="2374">
                  <c:v>6668.982253345157</c:v>
                </c:pt>
                <c:pt idx="2375">
                  <c:v>6669.1934801837906</c:v>
                </c:pt>
                <c:pt idx="2376">
                  <c:v>6669.578792825444</c:v>
                </c:pt>
                <c:pt idx="2377">
                  <c:v>6669.7709064905039</c:v>
                </c:pt>
                <c:pt idx="2378">
                  <c:v>6672.4394986669731</c:v>
                </c:pt>
                <c:pt idx="2379">
                  <c:v>6672.3576440796578</c:v>
                </c:pt>
                <c:pt idx="2380">
                  <c:v>6672.7361854185092</c:v>
                </c:pt>
                <c:pt idx="2381">
                  <c:v>6672.7293083676441</c:v>
                </c:pt>
                <c:pt idx="2382">
                  <c:v>6678.0773153566652</c:v>
                </c:pt>
                <c:pt idx="2383">
                  <c:v>6681.8125469454571</c:v>
                </c:pt>
                <c:pt idx="2384">
                  <c:v>6682.1365316386937</c:v>
                </c:pt>
                <c:pt idx="2385">
                  <c:v>6681.9993936077326</c:v>
                </c:pt>
                <c:pt idx="2386">
                  <c:v>6682.2275048613192</c:v>
                </c:pt>
                <c:pt idx="2387">
                  <c:v>6682.2546609016781</c:v>
                </c:pt>
                <c:pt idx="2388">
                  <c:v>6683.808657037669</c:v>
                </c:pt>
                <c:pt idx="2389">
                  <c:v>6684.5491721778017</c:v>
                </c:pt>
                <c:pt idx="2390">
                  <c:v>6685.5840325312884</c:v>
                </c:pt>
                <c:pt idx="2391">
                  <c:v>6686.0921866316166</c:v>
                </c:pt>
                <c:pt idx="2392">
                  <c:v>6686.0749478760281</c:v>
                </c:pt>
                <c:pt idx="2393">
                  <c:v>6686.1007793047202</c:v>
                </c:pt>
                <c:pt idx="2394">
                  <c:v>6688.1901346648028</c:v>
                </c:pt>
                <c:pt idx="2395">
                  <c:v>6689.8716316519649</c:v>
                </c:pt>
                <c:pt idx="2396">
                  <c:v>6690.9896269261299</c:v>
                </c:pt>
                <c:pt idx="2397">
                  <c:v>6690.9357991080069</c:v>
                </c:pt>
                <c:pt idx="2398">
                  <c:v>6690.9244431073403</c:v>
                </c:pt>
                <c:pt idx="2399">
                  <c:v>6691.0900795742718</c:v>
                </c:pt>
                <c:pt idx="2400">
                  <c:v>6692.5310113932201</c:v>
                </c:pt>
                <c:pt idx="2401">
                  <c:v>6693.3817763829247</c:v>
                </c:pt>
                <c:pt idx="2402">
                  <c:v>6694.1912843324817</c:v>
                </c:pt>
                <c:pt idx="2403">
                  <c:v>6695.3355118982454</c:v>
                </c:pt>
                <c:pt idx="2404">
                  <c:v>6695.6254457658397</c:v>
                </c:pt>
                <c:pt idx="2405">
                  <c:v>6696.2216018248428</c:v>
                </c:pt>
                <c:pt idx="2406">
                  <c:v>6697.7338965665285</c:v>
                </c:pt>
                <c:pt idx="2407">
                  <c:v>6706.5695936362863</c:v>
                </c:pt>
                <c:pt idx="2408">
                  <c:v>6707.0395254031127</c:v>
                </c:pt>
                <c:pt idx="2409">
                  <c:v>6707.2056547112115</c:v>
                </c:pt>
                <c:pt idx="2410">
                  <c:v>6707.1448205499537</c:v>
                </c:pt>
                <c:pt idx="2411">
                  <c:v>6707.6402096737775</c:v>
                </c:pt>
                <c:pt idx="2412">
                  <c:v>6707.5931333829758</c:v>
                </c:pt>
                <c:pt idx="2413">
                  <c:v>6707.5817032928444</c:v>
                </c:pt>
                <c:pt idx="2414">
                  <c:v>6708.4889036529612</c:v>
                </c:pt>
                <c:pt idx="2415">
                  <c:v>6709.2403714192324</c:v>
                </c:pt>
                <c:pt idx="2416">
                  <c:v>6709.1892966292044</c:v>
                </c:pt>
                <c:pt idx="2417">
                  <c:v>6709.4831993170019</c:v>
                </c:pt>
                <c:pt idx="2418">
                  <c:v>6711.9659010278428</c:v>
                </c:pt>
                <c:pt idx="2419">
                  <c:v>6714.5213831561978</c:v>
                </c:pt>
                <c:pt idx="2420">
                  <c:v>6715.2082228304844</c:v>
                </c:pt>
                <c:pt idx="2421">
                  <c:v>6716.1737665198161</c:v>
                </c:pt>
                <c:pt idx="2422">
                  <c:v>6716.1309450465051</c:v>
                </c:pt>
                <c:pt idx="2423">
                  <c:v>6716.7879573283053</c:v>
                </c:pt>
                <c:pt idx="2424">
                  <c:v>6717.7570628907633</c:v>
                </c:pt>
                <c:pt idx="2425">
                  <c:v>6718.9043294286248</c:v>
                </c:pt>
                <c:pt idx="2426">
                  <c:v>6718.9188610398569</c:v>
                </c:pt>
                <c:pt idx="2427">
                  <c:v>6722.1612902693341</c:v>
                </c:pt>
                <c:pt idx="2428">
                  <c:v>6723.4952605675453</c:v>
                </c:pt>
                <c:pt idx="2429">
                  <c:v>6724.7796058600024</c:v>
                </c:pt>
                <c:pt idx="2430">
                  <c:v>6725.4827802174641</c:v>
                </c:pt>
                <c:pt idx="2431">
                  <c:v>6726.9661148794858</c:v>
                </c:pt>
                <c:pt idx="2432">
                  <c:v>6728.2944264172647</c:v>
                </c:pt>
                <c:pt idx="2433">
                  <c:v>6728.5977117535103</c:v>
                </c:pt>
                <c:pt idx="2434">
                  <c:v>6728.8844490036327</c:v>
                </c:pt>
                <c:pt idx="2435">
                  <c:v>6730.114865668078</c:v>
                </c:pt>
                <c:pt idx="2436">
                  <c:v>6730.6051240541583</c:v>
                </c:pt>
                <c:pt idx="2437">
                  <c:v>6734.6909378004384</c:v>
                </c:pt>
                <c:pt idx="2438">
                  <c:v>6735.0013524563528</c:v>
                </c:pt>
                <c:pt idx="2439">
                  <c:v>6735.1909772836971</c:v>
                </c:pt>
                <c:pt idx="2440">
                  <c:v>6736.3845087571572</c:v>
                </c:pt>
                <c:pt idx="2441">
                  <c:v>6738.135186429945</c:v>
                </c:pt>
                <c:pt idx="2442">
                  <c:v>6744.1722234351164</c:v>
                </c:pt>
                <c:pt idx="2443">
                  <c:v>6744.3298912197879</c:v>
                </c:pt>
                <c:pt idx="2444">
                  <c:v>6744.8038829010065</c:v>
                </c:pt>
                <c:pt idx="2445">
                  <c:v>6744.7763626833002</c:v>
                </c:pt>
                <c:pt idx="2446">
                  <c:v>6745.4068565665984</c:v>
                </c:pt>
                <c:pt idx="2447">
                  <c:v>6745.7245561810623</c:v>
                </c:pt>
                <c:pt idx="2448">
                  <c:v>6746.1612917648881</c:v>
                </c:pt>
                <c:pt idx="2449">
                  <c:v>6747.7369877574365</c:v>
                </c:pt>
                <c:pt idx="2450">
                  <c:v>6748.6163926510217</c:v>
                </c:pt>
                <c:pt idx="2451">
                  <c:v>6752.3496930423717</c:v>
                </c:pt>
                <c:pt idx="2452">
                  <c:v>6754.8452499942359</c:v>
                </c:pt>
                <c:pt idx="2453">
                  <c:v>6765.4765092729131</c:v>
                </c:pt>
                <c:pt idx="2454">
                  <c:v>6765.9265810404249</c:v>
                </c:pt>
                <c:pt idx="2455">
                  <c:v>6766.0724437473391</c:v>
                </c:pt>
                <c:pt idx="2456">
                  <c:v>6766.0064694966577</c:v>
                </c:pt>
                <c:pt idx="2457">
                  <c:v>6767.3010696419533</c:v>
                </c:pt>
                <c:pt idx="2458">
                  <c:v>6769.2068189758565</c:v>
                </c:pt>
                <c:pt idx="2459">
                  <c:v>6774.7499702282821</c:v>
                </c:pt>
                <c:pt idx="2460">
                  <c:v>6774.5019037354259</c:v>
                </c:pt>
                <c:pt idx="2461">
                  <c:v>6780.849369176085</c:v>
                </c:pt>
                <c:pt idx="2462">
                  <c:v>6805.5974353388237</c:v>
                </c:pt>
                <c:pt idx="2463">
                  <c:v>6807.0766825573837</c:v>
                </c:pt>
                <c:pt idx="2464">
                  <c:v>6808.9290953507025</c:v>
                </c:pt>
                <c:pt idx="2465">
                  <c:v>6809.3869025206886</c:v>
                </c:pt>
                <c:pt idx="2466">
                  <c:v>6811.7345586386837</c:v>
                </c:pt>
                <c:pt idx="2467">
                  <c:v>6812.3378713890615</c:v>
                </c:pt>
                <c:pt idx="2468">
                  <c:v>6815.6921103661625</c:v>
                </c:pt>
                <c:pt idx="2469">
                  <c:v>6815.6412814520791</c:v>
                </c:pt>
                <c:pt idx="2470">
                  <c:v>6816.4693786616053</c:v>
                </c:pt>
                <c:pt idx="2471">
                  <c:v>6816.4405124535988</c:v>
                </c:pt>
                <c:pt idx="2472">
                  <c:v>6816.5471543993881</c:v>
                </c:pt>
                <c:pt idx="2473">
                  <c:v>6817.5941584249713</c:v>
                </c:pt>
                <c:pt idx="2474">
                  <c:v>6818.3827757595436</c:v>
                </c:pt>
                <c:pt idx="2475">
                  <c:v>6819.5031681578657</c:v>
                </c:pt>
                <c:pt idx="2476">
                  <c:v>6819.4381399886643</c:v>
                </c:pt>
                <c:pt idx="2477">
                  <c:v>6819.8945386700843</c:v>
                </c:pt>
                <c:pt idx="2478">
                  <c:v>6821.6558398965435</c:v>
                </c:pt>
                <c:pt idx="2479">
                  <c:v>6828.0031961274763</c:v>
                </c:pt>
                <c:pt idx="2480">
                  <c:v>6828.9260692908247</c:v>
                </c:pt>
                <c:pt idx="2481">
                  <c:v>6829.1014881291867</c:v>
                </c:pt>
                <c:pt idx="2482">
                  <c:v>6830.5722894611254</c:v>
                </c:pt>
                <c:pt idx="2483">
                  <c:v>6831.9935145222944</c:v>
                </c:pt>
                <c:pt idx="2484">
                  <c:v>6833.6673202923021</c:v>
                </c:pt>
                <c:pt idx="2485">
                  <c:v>6835.4044337452051</c:v>
                </c:pt>
                <c:pt idx="2486">
                  <c:v>6842.9650984506852</c:v>
                </c:pt>
                <c:pt idx="2487">
                  <c:v>6844.9867830362764</c:v>
                </c:pt>
                <c:pt idx="2488">
                  <c:v>6846.5762307779987</c:v>
                </c:pt>
                <c:pt idx="2489">
                  <c:v>6847.5234352831394</c:v>
                </c:pt>
                <c:pt idx="2490">
                  <c:v>6850.1289632391045</c:v>
                </c:pt>
                <c:pt idx="2491">
                  <c:v>6850.0267425439306</c:v>
                </c:pt>
                <c:pt idx="2492">
                  <c:v>6852.0182788459833</c:v>
                </c:pt>
                <c:pt idx="2493">
                  <c:v>6852.1205385496878</c:v>
                </c:pt>
                <c:pt idx="2494">
                  <c:v>6852.2661144622462</c:v>
                </c:pt>
                <c:pt idx="2495">
                  <c:v>6852.5104637744917</c:v>
                </c:pt>
                <c:pt idx="2496">
                  <c:v>6852.5052994442703</c:v>
                </c:pt>
                <c:pt idx="2497">
                  <c:v>6853.9288750583655</c:v>
                </c:pt>
                <c:pt idx="2498">
                  <c:v>6854.4456933173733</c:v>
                </c:pt>
                <c:pt idx="2499">
                  <c:v>6855.3494184613992</c:v>
                </c:pt>
                <c:pt idx="2500">
                  <c:v>6857.0821913464843</c:v>
                </c:pt>
                <c:pt idx="2501">
                  <c:v>6856.9599642859203</c:v>
                </c:pt>
                <c:pt idx="2502">
                  <c:v>6859.4643725830156</c:v>
                </c:pt>
                <c:pt idx="2503">
                  <c:v>6862.1317863435588</c:v>
                </c:pt>
                <c:pt idx="2504">
                  <c:v>6861.899258940407</c:v>
                </c:pt>
                <c:pt idx="2505">
                  <c:v>6861.8526419751952</c:v>
                </c:pt>
                <c:pt idx="2506">
                  <c:v>6861.8228783419199</c:v>
                </c:pt>
                <c:pt idx="2507">
                  <c:v>6862.8139550743035</c:v>
                </c:pt>
                <c:pt idx="2508">
                  <c:v>6864.1566766355236</c:v>
                </c:pt>
                <c:pt idx="2509">
                  <c:v>6865.7832136339539</c:v>
                </c:pt>
                <c:pt idx="2510">
                  <c:v>6865.6931158005782</c:v>
                </c:pt>
                <c:pt idx="2511">
                  <c:v>6867.4430245572021</c:v>
                </c:pt>
                <c:pt idx="2512">
                  <c:v>6867.3288367861924</c:v>
                </c:pt>
                <c:pt idx="2513">
                  <c:v>6867.5461152988573</c:v>
                </c:pt>
                <c:pt idx="2514">
                  <c:v>6867.9623860615138</c:v>
                </c:pt>
                <c:pt idx="2515">
                  <c:v>6868.2566711928212</c:v>
                </c:pt>
                <c:pt idx="2516">
                  <c:v>6868.2155784024362</c:v>
                </c:pt>
                <c:pt idx="2517">
                  <c:v>6868.7107247151853</c:v>
                </c:pt>
                <c:pt idx="2518">
                  <c:v>6868.8644303485153</c:v>
                </c:pt>
                <c:pt idx="2519">
                  <c:v>6868.9448391688102</c:v>
                </c:pt>
                <c:pt idx="2520">
                  <c:v>6869.0435907220808</c:v>
                </c:pt>
                <c:pt idx="2521">
                  <c:v>6869.3701074468581</c:v>
                </c:pt>
                <c:pt idx="2522">
                  <c:v>6869.5111048312974</c:v>
                </c:pt>
                <c:pt idx="2523">
                  <c:v>6870.2419426526121</c:v>
                </c:pt>
                <c:pt idx="2524">
                  <c:v>6872.7238905238582</c:v>
                </c:pt>
                <c:pt idx="2525">
                  <c:v>6872.6941517380383</c:v>
                </c:pt>
                <c:pt idx="2526">
                  <c:v>6873.1425991165188</c:v>
                </c:pt>
                <c:pt idx="2527">
                  <c:v>6874.817887474449</c:v>
                </c:pt>
                <c:pt idx="2528">
                  <c:v>6874.6692662663172</c:v>
                </c:pt>
                <c:pt idx="2529">
                  <c:v>6874.6206762716711</c:v>
                </c:pt>
                <c:pt idx="2530">
                  <c:v>6876.4894045153796</c:v>
                </c:pt>
                <c:pt idx="2531">
                  <c:v>6876.3378290416849</c:v>
                </c:pt>
                <c:pt idx="2532">
                  <c:v>6877.8493321497945</c:v>
                </c:pt>
                <c:pt idx="2533">
                  <c:v>6877.720539106469</c:v>
                </c:pt>
                <c:pt idx="2534">
                  <c:v>6878.8772891818317</c:v>
                </c:pt>
                <c:pt idx="2535">
                  <c:v>6878.8018628472719</c:v>
                </c:pt>
                <c:pt idx="2536">
                  <c:v>6878.9499963214894</c:v>
                </c:pt>
                <c:pt idx="2537">
                  <c:v>6879.323510528523</c:v>
                </c:pt>
                <c:pt idx="2538">
                  <c:v>6880.1592488616188</c:v>
                </c:pt>
                <c:pt idx="2539">
                  <c:v>6880.6563981664067</c:v>
                </c:pt>
                <c:pt idx="2540">
                  <c:v>6880.6182781445723</c:v>
                </c:pt>
                <c:pt idx="2541">
                  <c:v>6880.6819681238694</c:v>
                </c:pt>
                <c:pt idx="2542">
                  <c:v>6880.7068261520599</c:v>
                </c:pt>
                <c:pt idx="2543">
                  <c:v>6880.8044263216234</c:v>
                </c:pt>
                <c:pt idx="2544">
                  <c:v>6880.8417636119784</c:v>
                </c:pt>
                <c:pt idx="2545">
                  <c:v>6880.8379799001232</c:v>
                </c:pt>
                <c:pt idx="2546">
                  <c:v>6880.8613971962459</c:v>
                </c:pt>
                <c:pt idx="2547">
                  <c:v>6880.8582320664273</c:v>
                </c:pt>
                <c:pt idx="2548">
                  <c:v>6885.8076663379634</c:v>
                </c:pt>
                <c:pt idx="2549">
                  <c:v>6886.2293634778953</c:v>
                </c:pt>
                <c:pt idx="2550">
                  <c:v>6886.3395543222632</c:v>
                </c:pt>
                <c:pt idx="2551">
                  <c:v>6886.5424946007533</c:v>
                </c:pt>
                <c:pt idx="2552">
                  <c:v>6886.5667895036322</c:v>
                </c:pt>
                <c:pt idx="2553">
                  <c:v>6888.2992595265669</c:v>
                </c:pt>
                <c:pt idx="2554">
                  <c:v>6888.1394044147246</c:v>
                </c:pt>
                <c:pt idx="2555">
                  <c:v>6902.0513075699655</c:v>
                </c:pt>
                <c:pt idx="2556">
                  <c:v>6901.456974728304</c:v>
                </c:pt>
                <c:pt idx="2557">
                  <c:v>6902.2893572251151</c:v>
                </c:pt>
                <c:pt idx="2558">
                  <c:v>6907.7801749327527</c:v>
                </c:pt>
                <c:pt idx="2559">
                  <c:v>6909.5980803860475</c:v>
                </c:pt>
                <c:pt idx="2560">
                  <c:v>6912.1418512992259</c:v>
                </c:pt>
                <c:pt idx="2561">
                  <c:v>6911.9767122182866</c:v>
                </c:pt>
                <c:pt idx="2562">
                  <c:v>6913.3605069352607</c:v>
                </c:pt>
                <c:pt idx="2563">
                  <c:v>6920.2135333165052</c:v>
                </c:pt>
                <c:pt idx="2564">
                  <c:v>6919.7552801786096</c:v>
                </c:pt>
                <c:pt idx="2565">
                  <c:v>6920.7742317771299</c:v>
                </c:pt>
                <c:pt idx="2566">
                  <c:v>6920.8046372575891</c:v>
                </c:pt>
                <c:pt idx="2567">
                  <c:v>6921.5585126512951</c:v>
                </c:pt>
                <c:pt idx="2568">
                  <c:v>6921.9715304809042</c:v>
                </c:pt>
                <c:pt idx="2569">
                  <c:v>6922.5322997766152</c:v>
                </c:pt>
                <c:pt idx="2570">
                  <c:v>6922.8006201781918</c:v>
                </c:pt>
                <c:pt idx="2571">
                  <c:v>6926.571448563609</c:v>
                </c:pt>
                <c:pt idx="2572">
                  <c:v>6926.3631694398418</c:v>
                </c:pt>
                <c:pt idx="2573">
                  <c:v>6940.2958696194883</c:v>
                </c:pt>
                <c:pt idx="2574">
                  <c:v>6957.1359500911713</c:v>
                </c:pt>
                <c:pt idx="2575">
                  <c:v>6957.8276784356121</c:v>
                </c:pt>
                <c:pt idx="2576">
                  <c:v>6957.5486113652951</c:v>
                </c:pt>
                <c:pt idx="2577">
                  <c:v>6957.4970528446047</c:v>
                </c:pt>
                <c:pt idx="2578">
                  <c:v>6957.4779730388082</c:v>
                </c:pt>
                <c:pt idx="2579">
                  <c:v>6957.9625458454875</c:v>
                </c:pt>
                <c:pt idx="2580">
                  <c:v>6959.259925513189</c:v>
                </c:pt>
                <c:pt idx="2581">
                  <c:v>6959.7763664048261</c:v>
                </c:pt>
                <c:pt idx="2582">
                  <c:v>6960.4680927490517</c:v>
                </c:pt>
                <c:pt idx="2583">
                  <c:v>6960.3806155766933</c:v>
                </c:pt>
                <c:pt idx="2584">
                  <c:v>6961.4971641812244</c:v>
                </c:pt>
                <c:pt idx="2585">
                  <c:v>6961.4325852740612</c:v>
                </c:pt>
                <c:pt idx="2586">
                  <c:v>6961.5444988079407</c:v>
                </c:pt>
                <c:pt idx="2587">
                  <c:v>6961.5269233633253</c:v>
                </c:pt>
                <c:pt idx="2588">
                  <c:v>6961.5135231886743</c:v>
                </c:pt>
                <c:pt idx="2589">
                  <c:v>6962.2451911834169</c:v>
                </c:pt>
                <c:pt idx="2590">
                  <c:v>6962.216422902623</c:v>
                </c:pt>
                <c:pt idx="2591">
                  <c:v>6962.2109052077749</c:v>
                </c:pt>
                <c:pt idx="2592">
                  <c:v>6962.6475352584521</c:v>
                </c:pt>
                <c:pt idx="2593">
                  <c:v>6963.205112323275</c:v>
                </c:pt>
                <c:pt idx="2594">
                  <c:v>6964.5830078988838</c:v>
                </c:pt>
                <c:pt idx="2595">
                  <c:v>6965.5174166931656</c:v>
                </c:pt>
                <c:pt idx="2596">
                  <c:v>6968.1925761651928</c:v>
                </c:pt>
                <c:pt idx="2597">
                  <c:v>6969.1064698617392</c:v>
                </c:pt>
                <c:pt idx="2598">
                  <c:v>6972.8702898704933</c:v>
                </c:pt>
                <c:pt idx="2599">
                  <c:v>6984.2457609693147</c:v>
                </c:pt>
                <c:pt idx="2600">
                  <c:v>6985.0744104367132</c:v>
                </c:pt>
                <c:pt idx="2601">
                  <c:v>6985.3943701288781</c:v>
                </c:pt>
                <c:pt idx="2602">
                  <c:v>6985.3187211478153</c:v>
                </c:pt>
                <c:pt idx="2603">
                  <c:v>6986.3275417948098</c:v>
                </c:pt>
                <c:pt idx="2604">
                  <c:v>6986.9051724644496</c:v>
                </c:pt>
                <c:pt idx="2605">
                  <c:v>6988.434253463498</c:v>
                </c:pt>
                <c:pt idx="2606">
                  <c:v>6988.3584441950097</c:v>
                </c:pt>
                <c:pt idx="2607">
                  <c:v>6988.8568756435661</c:v>
                </c:pt>
                <c:pt idx="2608">
                  <c:v>6990.5080001189071</c:v>
                </c:pt>
                <c:pt idx="2609">
                  <c:v>6990.7749425577877</c:v>
                </c:pt>
                <c:pt idx="2610">
                  <c:v>6990.7142874647107</c:v>
                </c:pt>
                <c:pt idx="2611">
                  <c:v>6992.2043800613255</c:v>
                </c:pt>
                <c:pt idx="2612">
                  <c:v>6992.124657770134</c:v>
                </c:pt>
                <c:pt idx="2613">
                  <c:v>6994.2173112298142</c:v>
                </c:pt>
                <c:pt idx="2614">
                  <c:v>6994.6837576914995</c:v>
                </c:pt>
                <c:pt idx="2615">
                  <c:v>6994.9694600400844</c:v>
                </c:pt>
                <c:pt idx="2616">
                  <c:v>6995.0843958602009</c:v>
                </c:pt>
                <c:pt idx="2617">
                  <c:v>6995.0776118752055</c:v>
                </c:pt>
                <c:pt idx="2618">
                  <c:v>6997.1616494137506</c:v>
                </c:pt>
                <c:pt idx="2619">
                  <c:v>7000.1329346258644</c:v>
                </c:pt>
                <c:pt idx="2620">
                  <c:v>7001.3944749522288</c:v>
                </c:pt>
                <c:pt idx="2621">
                  <c:v>7003.7054846375804</c:v>
                </c:pt>
                <c:pt idx="2622">
                  <c:v>7006.5886996888485</c:v>
                </c:pt>
                <c:pt idx="2623">
                  <c:v>7006.7037411584643</c:v>
                </c:pt>
                <c:pt idx="2624">
                  <c:v>7010.8527968176904</c:v>
                </c:pt>
                <c:pt idx="2625">
                  <c:v>7012.3583430815697</c:v>
                </c:pt>
                <c:pt idx="2626">
                  <c:v>7014.0224179317329</c:v>
                </c:pt>
                <c:pt idx="2627">
                  <c:v>7015.249787496723</c:v>
                </c:pt>
                <c:pt idx="2628">
                  <c:v>7015.1455793117702</c:v>
                </c:pt>
                <c:pt idx="2629">
                  <c:v>7015.7589628876576</c:v>
                </c:pt>
                <c:pt idx="2630">
                  <c:v>7016.6804618822307</c:v>
                </c:pt>
                <c:pt idx="2631">
                  <c:v>7017.7067257222288</c:v>
                </c:pt>
                <c:pt idx="2632">
                  <c:v>7019.4138404329351</c:v>
                </c:pt>
                <c:pt idx="2633">
                  <c:v>7019.7738702081197</c:v>
                </c:pt>
                <c:pt idx="2634">
                  <c:v>7027.2595131418102</c:v>
                </c:pt>
                <c:pt idx="2635">
                  <c:v>7028.0860995917983</c:v>
                </c:pt>
                <c:pt idx="2636">
                  <c:v>7027.9982875699516</c:v>
                </c:pt>
                <c:pt idx="2637">
                  <c:v>7028.9723354633225</c:v>
                </c:pt>
                <c:pt idx="2638">
                  <c:v>7029.991406693207</c:v>
                </c:pt>
                <c:pt idx="2639">
                  <c:v>7030.2323148077903</c:v>
                </c:pt>
                <c:pt idx="2640">
                  <c:v>7030.7680227037972</c:v>
                </c:pt>
                <c:pt idx="2641">
                  <c:v>7031.647965189095</c:v>
                </c:pt>
                <c:pt idx="2642">
                  <c:v>7032.1999957590151</c:v>
                </c:pt>
                <c:pt idx="2643">
                  <c:v>7034.6961782517792</c:v>
                </c:pt>
                <c:pt idx="2644">
                  <c:v>7035.3796225018159</c:v>
                </c:pt>
                <c:pt idx="2645">
                  <c:v>7035.7811337940184</c:v>
                </c:pt>
                <c:pt idx="2646">
                  <c:v>7035.7478539098165</c:v>
                </c:pt>
                <c:pt idx="2647">
                  <c:v>7035.7409267243675</c:v>
                </c:pt>
                <c:pt idx="2648">
                  <c:v>7035.86433865237</c:v>
                </c:pt>
                <c:pt idx="2649">
                  <c:v>7035.8537246766309</c:v>
                </c:pt>
                <c:pt idx="2650">
                  <c:v>7035.8515866854414</c:v>
                </c:pt>
                <c:pt idx="2651">
                  <c:v>7035.8511476675685</c:v>
                </c:pt>
                <c:pt idx="2652">
                  <c:v>7036.059396857213</c:v>
                </c:pt>
                <c:pt idx="2653">
                  <c:v>7036.40825981748</c:v>
                </c:pt>
                <c:pt idx="2654">
                  <c:v>7036.5314301573708</c:v>
                </c:pt>
                <c:pt idx="2655">
                  <c:v>7037.3130469534781</c:v>
                </c:pt>
                <c:pt idx="2656">
                  <c:v>7039.580154883186</c:v>
                </c:pt>
                <c:pt idx="2657">
                  <c:v>7040.8434760233531</c:v>
                </c:pt>
                <c:pt idx="2658">
                  <c:v>7044.5394148458963</c:v>
                </c:pt>
                <c:pt idx="2659">
                  <c:v>7045.907440094873</c:v>
                </c:pt>
                <c:pt idx="2660">
                  <c:v>7047.1272841240061</c:v>
                </c:pt>
                <c:pt idx="2661">
                  <c:v>7049.3801046957806</c:v>
                </c:pt>
                <c:pt idx="2662">
                  <c:v>7049.4600406301188</c:v>
                </c:pt>
                <c:pt idx="2663">
                  <c:v>7049.4563063211235</c:v>
                </c:pt>
                <c:pt idx="2664">
                  <c:v>7049.6892803701403</c:v>
                </c:pt>
                <c:pt idx="2665">
                  <c:v>7050.117783561881</c:v>
                </c:pt>
                <c:pt idx="2666">
                  <c:v>7050.1044021010421</c:v>
                </c:pt>
                <c:pt idx="2667">
                  <c:v>7050.5206165181489</c:v>
                </c:pt>
                <c:pt idx="2668">
                  <c:v>7053.6208607969747</c:v>
                </c:pt>
                <c:pt idx="2669">
                  <c:v>7056.0602373009997</c:v>
                </c:pt>
                <c:pt idx="2670">
                  <c:v>7057.067905728778</c:v>
                </c:pt>
                <c:pt idx="2671">
                  <c:v>7056.9778167408958</c:v>
                </c:pt>
                <c:pt idx="2672">
                  <c:v>7058.0352354669567</c:v>
                </c:pt>
                <c:pt idx="2673">
                  <c:v>7059.2541111173332</c:v>
                </c:pt>
                <c:pt idx="2674">
                  <c:v>7060.133298332019</c:v>
                </c:pt>
                <c:pt idx="2675">
                  <c:v>7061.3162225238702</c:v>
                </c:pt>
                <c:pt idx="2676">
                  <c:v>7061.0412596772458</c:v>
                </c:pt>
                <c:pt idx="2677">
                  <c:v>7061.7262622803419</c:v>
                </c:pt>
                <c:pt idx="2678">
                  <c:v>7062.324661951503</c:v>
                </c:pt>
                <c:pt idx="2679">
                  <c:v>7063.0612884615057</c:v>
                </c:pt>
                <c:pt idx="2680">
                  <c:v>7064.2012519792906</c:v>
                </c:pt>
                <c:pt idx="2681">
                  <c:v>7065.8080768960453</c:v>
                </c:pt>
                <c:pt idx="2682">
                  <c:v>7069.9721493735078</c:v>
                </c:pt>
                <c:pt idx="2683">
                  <c:v>7073.3173253272571</c:v>
                </c:pt>
                <c:pt idx="2684">
                  <c:v>7073.8815932481402</c:v>
                </c:pt>
                <c:pt idx="2685">
                  <c:v>7074.0658931591015</c:v>
                </c:pt>
                <c:pt idx="2686">
                  <c:v>7074.2196495234766</c:v>
                </c:pt>
                <c:pt idx="2687">
                  <c:v>7074.2210298402088</c:v>
                </c:pt>
                <c:pt idx="2688">
                  <c:v>7074.2470166161274</c:v>
                </c:pt>
                <c:pt idx="2689">
                  <c:v>7074.3723157814011</c:v>
                </c:pt>
                <c:pt idx="2690">
                  <c:v>7074.605169764418</c:v>
                </c:pt>
                <c:pt idx="2691">
                  <c:v>7079.7510043999346</c:v>
                </c:pt>
                <c:pt idx="2692">
                  <c:v>7090.6504191905433</c:v>
                </c:pt>
                <c:pt idx="2693">
                  <c:v>7090.3078920294383</c:v>
                </c:pt>
                <c:pt idx="2694">
                  <c:v>7097.8798475952735</c:v>
                </c:pt>
                <c:pt idx="2695">
                  <c:v>7097.8867168049237</c:v>
                </c:pt>
                <c:pt idx="2696">
                  <c:v>7097.8506062315782</c:v>
                </c:pt>
                <c:pt idx="2697">
                  <c:v>7097.8196412219422</c:v>
                </c:pt>
                <c:pt idx="2698">
                  <c:v>7100.6914350858087</c:v>
                </c:pt>
                <c:pt idx="2699">
                  <c:v>7101.6201557476261</c:v>
                </c:pt>
                <c:pt idx="2700">
                  <c:v>7104.4400228195573</c:v>
                </c:pt>
                <c:pt idx="2701">
                  <c:v>7105.3227000370034</c:v>
                </c:pt>
                <c:pt idx="2702">
                  <c:v>7106.9234052250922</c:v>
                </c:pt>
                <c:pt idx="2703">
                  <c:v>7107.6420538947459</c:v>
                </c:pt>
                <c:pt idx="2704">
                  <c:v>7108.7294260102854</c:v>
                </c:pt>
                <c:pt idx="2705">
                  <c:v>7109.2670648079256</c:v>
                </c:pt>
                <c:pt idx="2706">
                  <c:v>7115.072101459612</c:v>
                </c:pt>
                <c:pt idx="2707">
                  <c:v>7116.4704582748</c:v>
                </c:pt>
                <c:pt idx="2708">
                  <c:v>7115.8717675520566</c:v>
                </c:pt>
                <c:pt idx="2709">
                  <c:v>7116.6436464230046</c:v>
                </c:pt>
                <c:pt idx="2710">
                  <c:v>7117.2021937142526</c:v>
                </c:pt>
                <c:pt idx="2711">
                  <c:v>7117.1746440128691</c:v>
                </c:pt>
                <c:pt idx="2712">
                  <c:v>7117.1710188609677</c:v>
                </c:pt>
                <c:pt idx="2713">
                  <c:v>7117.3029427357669</c:v>
                </c:pt>
                <c:pt idx="2714">
                  <c:v>7117.2921990758423</c:v>
                </c:pt>
                <c:pt idx="2715">
                  <c:v>7119.4393150203123</c:v>
                </c:pt>
                <c:pt idx="2716">
                  <c:v>7121.1199569134715</c:v>
                </c:pt>
                <c:pt idx="2717">
                  <c:v>7122.7691000725708</c:v>
                </c:pt>
                <c:pt idx="2718">
                  <c:v>7122.3926426889566</c:v>
                </c:pt>
                <c:pt idx="2719">
                  <c:v>7122.3175819707449</c:v>
                </c:pt>
                <c:pt idx="2720">
                  <c:v>7123.0299693506431</c:v>
                </c:pt>
                <c:pt idx="2721">
                  <c:v>7122.7848118856709</c:v>
                </c:pt>
                <c:pt idx="2722">
                  <c:v>7124.4615356941713</c:v>
                </c:pt>
                <c:pt idx="2723">
                  <c:v>7125.5507040468246</c:v>
                </c:pt>
                <c:pt idx="2724">
                  <c:v>7127.8625469072513</c:v>
                </c:pt>
                <c:pt idx="2725">
                  <c:v>7127.6688585329703</c:v>
                </c:pt>
                <c:pt idx="2726">
                  <c:v>7127.6411344236585</c:v>
                </c:pt>
                <c:pt idx="2727">
                  <c:v>7129.48713010949</c:v>
                </c:pt>
                <c:pt idx="2728">
                  <c:v>7131.8849548785884</c:v>
                </c:pt>
                <c:pt idx="2729">
                  <c:v>7131.7431649614618</c:v>
                </c:pt>
                <c:pt idx="2730">
                  <c:v>7131.7148948527629</c:v>
                </c:pt>
                <c:pt idx="2731">
                  <c:v>7132.6679879603043</c:v>
                </c:pt>
                <c:pt idx="2732">
                  <c:v>7132.9914219185284</c:v>
                </c:pt>
                <c:pt idx="2733">
                  <c:v>7133.3854796509349</c:v>
                </c:pt>
                <c:pt idx="2734">
                  <c:v>7136.2631504074898</c:v>
                </c:pt>
                <c:pt idx="2735">
                  <c:v>7136.8631799834757</c:v>
                </c:pt>
                <c:pt idx="2736">
                  <c:v>7137.4257419819614</c:v>
                </c:pt>
                <c:pt idx="2737">
                  <c:v>7138.1519271459456</c:v>
                </c:pt>
                <c:pt idx="2738">
                  <c:v>7139.6023132829796</c:v>
                </c:pt>
                <c:pt idx="2739">
                  <c:v>7141.0365955522275</c:v>
                </c:pt>
                <c:pt idx="2740">
                  <c:v>7161.9100555824234</c:v>
                </c:pt>
                <c:pt idx="2741">
                  <c:v>7164.1408085108742</c:v>
                </c:pt>
                <c:pt idx="2742">
                  <c:v>7177.9968874341157</c:v>
                </c:pt>
                <c:pt idx="2743">
                  <c:v>7191.3209986252286</c:v>
                </c:pt>
                <c:pt idx="2744">
                  <c:v>7198.3108402345579</c:v>
                </c:pt>
                <c:pt idx="2745">
                  <c:v>7198.1887216021341</c:v>
                </c:pt>
                <c:pt idx="2746">
                  <c:v>7198.5547455250035</c:v>
                </c:pt>
                <c:pt idx="2747">
                  <c:v>7199.9893459019759</c:v>
                </c:pt>
                <c:pt idx="2748">
                  <c:v>7200.407986835874</c:v>
                </c:pt>
                <c:pt idx="2749">
                  <c:v>7201.2101084019223</c:v>
                </c:pt>
                <c:pt idx="2750">
                  <c:v>7202.2619547755739</c:v>
                </c:pt>
                <c:pt idx="2751">
                  <c:v>7202.7564104088196</c:v>
                </c:pt>
                <c:pt idx="2752">
                  <c:v>7203.1137798349428</c:v>
                </c:pt>
                <c:pt idx="2753">
                  <c:v>7203.6837152649778</c:v>
                </c:pt>
                <c:pt idx="2754">
                  <c:v>7213.7061796657954</c:v>
                </c:pt>
                <c:pt idx="2755">
                  <c:v>7221.0186626863579</c:v>
                </c:pt>
                <c:pt idx="2756">
                  <c:v>7220.6566668069208</c:v>
                </c:pt>
                <c:pt idx="2757">
                  <c:v>7222.0439470081965</c:v>
                </c:pt>
                <c:pt idx="2758">
                  <c:v>7222.0453923813466</c:v>
                </c:pt>
                <c:pt idx="2759">
                  <c:v>7222.0312695074645</c:v>
                </c:pt>
                <c:pt idx="2760">
                  <c:v>7222.5924035984617</c:v>
                </c:pt>
                <c:pt idx="2761">
                  <c:v>7222.5688960042489</c:v>
                </c:pt>
                <c:pt idx="2762">
                  <c:v>7222.5639016080504</c:v>
                </c:pt>
                <c:pt idx="2763">
                  <c:v>7223.5237723376667</c:v>
                </c:pt>
                <c:pt idx="2764">
                  <c:v>7224.2156629798483</c:v>
                </c:pt>
                <c:pt idx="2765">
                  <c:v>7224.1620543990966</c:v>
                </c:pt>
                <c:pt idx="2766">
                  <c:v>7225.0787392155762</c:v>
                </c:pt>
                <c:pt idx="2767">
                  <c:v>7226.0650595942589</c:v>
                </c:pt>
                <c:pt idx="2768">
                  <c:v>7227.0793495664266</c:v>
                </c:pt>
                <c:pt idx="2769">
                  <c:v>7227.6694369823763</c:v>
                </c:pt>
                <c:pt idx="2770">
                  <c:v>7228.5101938823436</c:v>
                </c:pt>
                <c:pt idx="2771">
                  <c:v>7228.7817455050408</c:v>
                </c:pt>
                <c:pt idx="2772">
                  <c:v>7228.5555440283451</c:v>
                </c:pt>
                <c:pt idx="2773">
                  <c:v>7229.1951478530791</c:v>
                </c:pt>
                <c:pt idx="2774">
                  <c:v>7230.4167268945166</c:v>
                </c:pt>
                <c:pt idx="2775">
                  <c:v>7230.3495605598482</c:v>
                </c:pt>
                <c:pt idx="2776">
                  <c:v>7230.6477253399507</c:v>
                </c:pt>
                <c:pt idx="2777">
                  <c:v>7230.6531989087725</c:v>
                </c:pt>
                <c:pt idx="2778">
                  <c:v>7237.446622488681</c:v>
                </c:pt>
                <c:pt idx="2779">
                  <c:v>7240.2868147901836</c:v>
                </c:pt>
                <c:pt idx="2780">
                  <c:v>7240.1620585663331</c:v>
                </c:pt>
                <c:pt idx="2781">
                  <c:v>7240.1460497850412</c:v>
                </c:pt>
                <c:pt idx="2782">
                  <c:v>7240.1428466992311</c:v>
                </c:pt>
                <c:pt idx="2783">
                  <c:v>7240.2293019184308</c:v>
                </c:pt>
                <c:pt idx="2784">
                  <c:v>7240.2358238683582</c:v>
                </c:pt>
                <c:pt idx="2785">
                  <c:v>7240.3058348474005</c:v>
                </c:pt>
                <c:pt idx="2786">
                  <c:v>7240.4386004458447</c:v>
                </c:pt>
                <c:pt idx="2787">
                  <c:v>7243.6268443176696</c:v>
                </c:pt>
                <c:pt idx="2788">
                  <c:v>7280.4346381224132</c:v>
                </c:pt>
                <c:pt idx="2789">
                  <c:v>7279.8901490659809</c:v>
                </c:pt>
                <c:pt idx="2790">
                  <c:v>7280.0031188186895</c:v>
                </c:pt>
                <c:pt idx="2791">
                  <c:v>7280.6116394965193</c:v>
                </c:pt>
                <c:pt idx="2792">
                  <c:v>7280.9990080040179</c:v>
                </c:pt>
                <c:pt idx="2793">
                  <c:v>7287.0913563645354</c:v>
                </c:pt>
                <c:pt idx="2794">
                  <c:v>7286.8676535283221</c:v>
                </c:pt>
                <c:pt idx="2795">
                  <c:v>7292.1930263147688</c:v>
                </c:pt>
                <c:pt idx="2796">
                  <c:v>7293.4133292638626</c:v>
                </c:pt>
                <c:pt idx="2797">
                  <c:v>7293.2299864383722</c:v>
                </c:pt>
                <c:pt idx="2798">
                  <c:v>7293.2062190144352</c:v>
                </c:pt>
                <c:pt idx="2799">
                  <c:v>7294.7150777846082</c:v>
                </c:pt>
                <c:pt idx="2800">
                  <c:v>7295.9318182689831</c:v>
                </c:pt>
                <c:pt idx="2801">
                  <c:v>7297.143999585317</c:v>
                </c:pt>
                <c:pt idx="2802">
                  <c:v>7298.7553806677988</c:v>
                </c:pt>
                <c:pt idx="2803">
                  <c:v>7300.3216661768565</c:v>
                </c:pt>
                <c:pt idx="2804">
                  <c:v>7300.1889359342376</c:v>
                </c:pt>
                <c:pt idx="2805">
                  <c:v>7300.2030275978732</c:v>
                </c:pt>
                <c:pt idx="2806">
                  <c:v>7300.4146552752745</c:v>
                </c:pt>
                <c:pt idx="2807">
                  <c:v>7300.4146552752745</c:v>
                </c:pt>
                <c:pt idx="2808">
                  <c:v>7300.4830192955806</c:v>
                </c:pt>
                <c:pt idx="2809">
                  <c:v>7300.5575740426902</c:v>
                </c:pt>
                <c:pt idx="2810">
                  <c:v>7300.6547523502759</c:v>
                </c:pt>
                <c:pt idx="2811">
                  <c:v>7300.6630654131113</c:v>
                </c:pt>
                <c:pt idx="2812">
                  <c:v>7301.3948424988484</c:v>
                </c:pt>
                <c:pt idx="2813">
                  <c:v>7302.0914126022444</c:v>
                </c:pt>
                <c:pt idx="2814">
                  <c:v>7302.2180159538411</c:v>
                </c:pt>
                <c:pt idx="2815">
                  <c:v>7302.1944818425864</c:v>
                </c:pt>
                <c:pt idx="2816">
                  <c:v>7302.1876065567476</c:v>
                </c:pt>
                <c:pt idx="2817">
                  <c:v>7302.2103992525981</c:v>
                </c:pt>
                <c:pt idx="2818">
                  <c:v>7302.2415255300693</c:v>
                </c:pt>
                <c:pt idx="2819">
                  <c:v>7302.292033585527</c:v>
                </c:pt>
                <c:pt idx="2820">
                  <c:v>7302.5903131277109</c:v>
                </c:pt>
                <c:pt idx="2821">
                  <c:v>7304.0151848523983</c:v>
                </c:pt>
                <c:pt idx="2822">
                  <c:v>7304.5945501249344</c:v>
                </c:pt>
                <c:pt idx="2823">
                  <c:v>7305.1973429866684</c:v>
                </c:pt>
                <c:pt idx="2824">
                  <c:v>7305.4421927598787</c:v>
                </c:pt>
                <c:pt idx="2825">
                  <c:v>7305.9761251539503</c:v>
                </c:pt>
                <c:pt idx="2826">
                  <c:v>7307.3327118443203</c:v>
                </c:pt>
                <c:pt idx="2827">
                  <c:v>7310.9635640030674</c:v>
                </c:pt>
                <c:pt idx="2828">
                  <c:v>7311.3242776399311</c:v>
                </c:pt>
                <c:pt idx="2829">
                  <c:v>7312.0933626702263</c:v>
                </c:pt>
                <c:pt idx="2830">
                  <c:v>7313.2670142786819</c:v>
                </c:pt>
                <c:pt idx="2831">
                  <c:v>7313.2393525119032</c:v>
                </c:pt>
                <c:pt idx="2832">
                  <c:v>7313.4560053394189</c:v>
                </c:pt>
                <c:pt idx="2833">
                  <c:v>7313.4469178068503</c:v>
                </c:pt>
                <c:pt idx="2834">
                  <c:v>7314.6195238809332</c:v>
                </c:pt>
                <c:pt idx="2835">
                  <c:v>7316.2670455615562</c:v>
                </c:pt>
                <c:pt idx="2836">
                  <c:v>7316.1711815122399</c:v>
                </c:pt>
                <c:pt idx="2837">
                  <c:v>7316.1492305993725</c:v>
                </c:pt>
                <c:pt idx="2838">
                  <c:v>7316.2697235954374</c:v>
                </c:pt>
                <c:pt idx="2839">
                  <c:v>7316.5191785548577</c:v>
                </c:pt>
                <c:pt idx="2840">
                  <c:v>7317.2673905366873</c:v>
                </c:pt>
                <c:pt idx="2841">
                  <c:v>7317.2937291718808</c:v>
                </c:pt>
                <c:pt idx="2842">
                  <c:v>7317.2844886588837</c:v>
                </c:pt>
                <c:pt idx="2843">
                  <c:v>7318.6744934808985</c:v>
                </c:pt>
                <c:pt idx="2844">
                  <c:v>7318.9509268164175</c:v>
                </c:pt>
                <c:pt idx="2845">
                  <c:v>7318.852760491447</c:v>
                </c:pt>
                <c:pt idx="2846">
                  <c:v>7319.0280638600298</c:v>
                </c:pt>
                <c:pt idx="2847">
                  <c:v>7320.4109064112818</c:v>
                </c:pt>
                <c:pt idx="2848">
                  <c:v>7321.2676382682539</c:v>
                </c:pt>
                <c:pt idx="2849">
                  <c:v>7321.2071914884418</c:v>
                </c:pt>
                <c:pt idx="2850">
                  <c:v>7321.4871196478489</c:v>
                </c:pt>
                <c:pt idx="2851">
                  <c:v>7321.7230929062216</c:v>
                </c:pt>
                <c:pt idx="2852">
                  <c:v>7322.5285925619282</c:v>
                </c:pt>
                <c:pt idx="2853">
                  <c:v>7323.3974249400817</c:v>
                </c:pt>
                <c:pt idx="2854">
                  <c:v>7323.5245124385629</c:v>
                </c:pt>
                <c:pt idx="2855">
                  <c:v>7323.8024430638998</c:v>
                </c:pt>
                <c:pt idx="2856">
                  <c:v>7324.3236887575904</c:v>
                </c:pt>
                <c:pt idx="2857">
                  <c:v>7324.3429210511613</c:v>
                </c:pt>
                <c:pt idx="2858">
                  <c:v>7327.0697409324475</c:v>
                </c:pt>
                <c:pt idx="2859">
                  <c:v>7333.3008251096289</c:v>
                </c:pt>
                <c:pt idx="2860">
                  <c:v>7333.9905353420909</c:v>
                </c:pt>
                <c:pt idx="2861">
                  <c:v>7333.8576554741976</c:v>
                </c:pt>
                <c:pt idx="2862">
                  <c:v>7334.9707241747246</c:v>
                </c:pt>
                <c:pt idx="2863">
                  <c:v>7335.2165800753719</c:v>
                </c:pt>
                <c:pt idx="2864">
                  <c:v>7335.1910064457734</c:v>
                </c:pt>
                <c:pt idx="2865">
                  <c:v>7335.5333126974656</c:v>
                </c:pt>
                <c:pt idx="2866">
                  <c:v>7336.1977354353085</c:v>
                </c:pt>
                <c:pt idx="2867">
                  <c:v>7336.1348207203764</c:v>
                </c:pt>
                <c:pt idx="2868">
                  <c:v>7337.0270330919993</c:v>
                </c:pt>
                <c:pt idx="2869">
                  <c:v>7336.942087183902</c:v>
                </c:pt>
                <c:pt idx="2870">
                  <c:v>7338.6779582347963</c:v>
                </c:pt>
                <c:pt idx="2871">
                  <c:v>7339.5665303326614</c:v>
                </c:pt>
                <c:pt idx="2872">
                  <c:v>7339.8877631141477</c:v>
                </c:pt>
                <c:pt idx="2873">
                  <c:v>7339.8484659535507</c:v>
                </c:pt>
                <c:pt idx="2874">
                  <c:v>7339.8406517995663</c:v>
                </c:pt>
                <c:pt idx="2875">
                  <c:v>7339.8389844410112</c:v>
                </c:pt>
                <c:pt idx="2876">
                  <c:v>7340.0154399365565</c:v>
                </c:pt>
                <c:pt idx="2877">
                  <c:v>7340.0075500909552</c:v>
                </c:pt>
                <c:pt idx="2878">
                  <c:v>7341.2161431216136</c:v>
                </c:pt>
                <c:pt idx="2879">
                  <c:v>7341.5190507175112</c:v>
                </c:pt>
                <c:pt idx="2880">
                  <c:v>7341.6108268602593</c:v>
                </c:pt>
                <c:pt idx="2881">
                  <c:v>7341.7056758003719</c:v>
                </c:pt>
                <c:pt idx="2882">
                  <c:v>7342.0344026347902</c:v>
                </c:pt>
                <c:pt idx="2883">
                  <c:v>7342.9203226865238</c:v>
                </c:pt>
                <c:pt idx="2884">
                  <c:v>7343.6311594749614</c:v>
                </c:pt>
                <c:pt idx="2885">
                  <c:v>7343.868283317448</c:v>
                </c:pt>
                <c:pt idx="2886">
                  <c:v>7345.1204813560034</c:v>
                </c:pt>
                <c:pt idx="2887">
                  <c:v>7345.0466099804335</c:v>
                </c:pt>
                <c:pt idx="2888">
                  <c:v>7345.5738666683937</c:v>
                </c:pt>
                <c:pt idx="2889">
                  <c:v>7347.4272166895153</c:v>
                </c:pt>
                <c:pt idx="2890">
                  <c:v>7347.2986278744966</c:v>
                </c:pt>
                <c:pt idx="2891">
                  <c:v>7349.0035366702577</c:v>
                </c:pt>
                <c:pt idx="2892">
                  <c:v>7348.8713094475461</c:v>
                </c:pt>
                <c:pt idx="2893">
                  <c:v>7350.2547092963778</c:v>
                </c:pt>
                <c:pt idx="2894">
                  <c:v>7352.0306823565243</c:v>
                </c:pt>
                <c:pt idx="2895">
                  <c:v>7351.902471209105</c:v>
                </c:pt>
                <c:pt idx="2896">
                  <c:v>7352.927953572309</c:v>
                </c:pt>
                <c:pt idx="2897">
                  <c:v>7352.8604970441265</c:v>
                </c:pt>
                <c:pt idx="2898">
                  <c:v>7354.0765555938124</c:v>
                </c:pt>
                <c:pt idx="2899">
                  <c:v>7355.2078790061469</c:v>
                </c:pt>
                <c:pt idx="2900">
                  <c:v>7355.1428498667665</c:v>
                </c:pt>
                <c:pt idx="2901">
                  <c:v>7356.2997855706126</c:v>
                </c:pt>
                <c:pt idx="2902">
                  <c:v>7356.8308278855357</c:v>
                </c:pt>
                <c:pt idx="2903">
                  <c:v>7357.0281764872816</c:v>
                </c:pt>
                <c:pt idx="2904">
                  <c:v>7357.264399323456</c:v>
                </c:pt>
                <c:pt idx="2905">
                  <c:v>7357.3188398645043</c:v>
                </c:pt>
                <c:pt idx="2906">
                  <c:v>7357.9103670443355</c:v>
                </c:pt>
                <c:pt idx="2907">
                  <c:v>7359.2861808554899</c:v>
                </c:pt>
                <c:pt idx="2908">
                  <c:v>7359.7693311691846</c:v>
                </c:pt>
                <c:pt idx="2909">
                  <c:v>7362.8343275704392</c:v>
                </c:pt>
                <c:pt idx="2910">
                  <c:v>7363.1589128804417</c:v>
                </c:pt>
                <c:pt idx="2911">
                  <c:v>7365.0223226789976</c:v>
                </c:pt>
                <c:pt idx="2912">
                  <c:v>7366.1254327367033</c:v>
                </c:pt>
                <c:pt idx="2913">
                  <c:v>7366.7897585378414</c:v>
                </c:pt>
                <c:pt idx="2914">
                  <c:v>7366.7101976285476</c:v>
                </c:pt>
                <c:pt idx="2915">
                  <c:v>7367.1148327359742</c:v>
                </c:pt>
                <c:pt idx="2916">
                  <c:v>7367.9663436640149</c:v>
                </c:pt>
                <c:pt idx="2917">
                  <c:v>7368.7198387439857</c:v>
                </c:pt>
                <c:pt idx="2918">
                  <c:v>7368.9654512843754</c:v>
                </c:pt>
                <c:pt idx="2919">
                  <c:v>7369.3911749349763</c:v>
                </c:pt>
                <c:pt idx="2920">
                  <c:v>7370.7325462486651</c:v>
                </c:pt>
                <c:pt idx="2921">
                  <c:v>7370.6379249876309</c:v>
                </c:pt>
                <c:pt idx="2922">
                  <c:v>7375.2943405363576</c:v>
                </c:pt>
                <c:pt idx="2923">
                  <c:v>7376.6456774333483</c:v>
                </c:pt>
                <c:pt idx="2924">
                  <c:v>7378.3450046475809</c:v>
                </c:pt>
                <c:pt idx="2925">
                  <c:v>7379.2672578408192</c:v>
                </c:pt>
                <c:pt idx="2926">
                  <c:v>7379.8939303370626</c:v>
                </c:pt>
                <c:pt idx="2927">
                  <c:v>7380.6533580134701</c:v>
                </c:pt>
                <c:pt idx="2928">
                  <c:v>7382.0265898580301</c:v>
                </c:pt>
                <c:pt idx="2929">
                  <c:v>7382.9871938561928</c:v>
                </c:pt>
                <c:pt idx="2930">
                  <c:v>7383.75388922603</c:v>
                </c:pt>
                <c:pt idx="2931">
                  <c:v>7386.4697278302983</c:v>
                </c:pt>
                <c:pt idx="2932">
                  <c:v>7387.0117537339002</c:v>
                </c:pt>
                <c:pt idx="2933">
                  <c:v>7387.5959152721025</c:v>
                </c:pt>
                <c:pt idx="2934">
                  <c:v>7388.8060387153828</c:v>
                </c:pt>
                <c:pt idx="2935">
                  <c:v>7390.1497521881347</c:v>
                </c:pt>
                <c:pt idx="2936">
                  <c:v>7394.6700784166442</c:v>
                </c:pt>
                <c:pt idx="2937">
                  <c:v>7394.8938101061985</c:v>
                </c:pt>
                <c:pt idx="2938">
                  <c:v>7396.0996926004891</c:v>
                </c:pt>
                <c:pt idx="2939">
                  <c:v>7396.6748277376037</c:v>
                </c:pt>
                <c:pt idx="2940">
                  <c:v>7396.6187915774608</c:v>
                </c:pt>
                <c:pt idx="2941">
                  <c:v>7397.1733141086834</c:v>
                </c:pt>
                <c:pt idx="2942">
                  <c:v>7397.1496400778988</c:v>
                </c:pt>
                <c:pt idx="2943">
                  <c:v>7397.398889500153</c:v>
                </c:pt>
                <c:pt idx="2944">
                  <c:v>7398.2015441102958</c:v>
                </c:pt>
                <c:pt idx="2945">
                  <c:v>7398.1509440883601</c:v>
                </c:pt>
                <c:pt idx="2946">
                  <c:v>7433.1033091317195</c:v>
                </c:pt>
                <c:pt idx="2947">
                  <c:v>7433.4715161508539</c:v>
                </c:pt>
                <c:pt idx="2948">
                  <c:v>7433.3170412461805</c:v>
                </c:pt>
                <c:pt idx="2949">
                  <c:v>7435.4056090295608</c:v>
                </c:pt>
                <c:pt idx="2950">
                  <c:v>7435.3319488469624</c:v>
                </c:pt>
                <c:pt idx="2951">
                  <c:v>7435.4047993256518</c:v>
                </c:pt>
                <c:pt idx="2952">
                  <c:v>7435.8808558164255</c:v>
                </c:pt>
                <c:pt idx="2953">
                  <c:v>7435.869822203982</c:v>
                </c:pt>
                <c:pt idx="2954">
                  <c:v>7435.865910870586</c:v>
                </c:pt>
                <c:pt idx="2955">
                  <c:v>7435.8661973721728</c:v>
                </c:pt>
                <c:pt idx="2956">
                  <c:v>7436.4976355049794</c:v>
                </c:pt>
                <c:pt idx="2957">
                  <c:v>7436.7492683407481</c:v>
                </c:pt>
                <c:pt idx="2958">
                  <c:v>7436.7249208733538</c:v>
                </c:pt>
                <c:pt idx="2959">
                  <c:v>7436.787638253898</c:v>
                </c:pt>
                <c:pt idx="2960">
                  <c:v>7437.6811125636341</c:v>
                </c:pt>
                <c:pt idx="2961">
                  <c:v>7438.2225247318147</c:v>
                </c:pt>
                <c:pt idx="2962">
                  <c:v>7439.1300844564294</c:v>
                </c:pt>
                <c:pt idx="2963">
                  <c:v>7439.8345689439147</c:v>
                </c:pt>
                <c:pt idx="2964">
                  <c:v>7440.1374132848387</c:v>
                </c:pt>
                <c:pt idx="2965">
                  <c:v>7440.060410120901</c:v>
                </c:pt>
                <c:pt idx="2966">
                  <c:v>7447.3725038962602</c:v>
                </c:pt>
                <c:pt idx="2967">
                  <c:v>7446.9148002659786</c:v>
                </c:pt>
                <c:pt idx="2968">
                  <c:v>7447.3007052960311</c:v>
                </c:pt>
                <c:pt idx="2969">
                  <c:v>7447.3120959106536</c:v>
                </c:pt>
                <c:pt idx="2970">
                  <c:v>7447.3342857528987</c:v>
                </c:pt>
                <c:pt idx="2971">
                  <c:v>7455.638499599946</c:v>
                </c:pt>
                <c:pt idx="2972">
                  <c:v>7455.4381602079193</c:v>
                </c:pt>
                <c:pt idx="2973">
                  <c:v>7455.4487298940076</c:v>
                </c:pt>
                <c:pt idx="2974">
                  <c:v>7455.8531272767332</c:v>
                </c:pt>
                <c:pt idx="2975">
                  <c:v>7456.0237016822412</c:v>
                </c:pt>
                <c:pt idx="2976">
                  <c:v>7456.4893272202908</c:v>
                </c:pt>
                <c:pt idx="2977">
                  <c:v>7456.781499686238</c:v>
                </c:pt>
                <c:pt idx="2978">
                  <c:v>7456.757483394751</c:v>
                </c:pt>
                <c:pt idx="2979">
                  <c:v>7457.701025995214</c:v>
                </c:pt>
                <c:pt idx="2980">
                  <c:v>7457.8544610082199</c:v>
                </c:pt>
                <c:pt idx="2981">
                  <c:v>7458.8978440014735</c:v>
                </c:pt>
                <c:pt idx="2982">
                  <c:v>7458.8572398484839</c:v>
                </c:pt>
                <c:pt idx="2983">
                  <c:v>7458.8458004620979</c:v>
                </c:pt>
                <c:pt idx="2984">
                  <c:v>7459.6476524933078</c:v>
                </c:pt>
                <c:pt idx="2985">
                  <c:v>7460.0266776971175</c:v>
                </c:pt>
                <c:pt idx="2986">
                  <c:v>7460.6986951553226</c:v>
                </c:pt>
                <c:pt idx="2987">
                  <c:v>7460.6127585656805</c:v>
                </c:pt>
                <c:pt idx="2988">
                  <c:v>7462.8430161983206</c:v>
                </c:pt>
                <c:pt idx="2989">
                  <c:v>7462.7402907142914</c:v>
                </c:pt>
                <c:pt idx="2990">
                  <c:v>7462.8408811911659</c:v>
                </c:pt>
                <c:pt idx="2991">
                  <c:v>7462.8478773013376</c:v>
                </c:pt>
                <c:pt idx="2992">
                  <c:v>7462.8448335624316</c:v>
                </c:pt>
                <c:pt idx="2993">
                  <c:v>7462.9221666116991</c:v>
                </c:pt>
                <c:pt idx="2994">
                  <c:v>7462.9599669409899</c:v>
                </c:pt>
                <c:pt idx="2995">
                  <c:v>7465.1608423142652</c:v>
                </c:pt>
                <c:pt idx="2996">
                  <c:v>7465.9375478441007</c:v>
                </c:pt>
                <c:pt idx="2997">
                  <c:v>7466.2765365344867</c:v>
                </c:pt>
                <c:pt idx="2998">
                  <c:v>7466.8383296199645</c:v>
                </c:pt>
                <c:pt idx="2999">
                  <c:v>7466.8375216041495</c:v>
                </c:pt>
                <c:pt idx="3000">
                  <c:v>7469.5792820820734</c:v>
                </c:pt>
                <c:pt idx="3001">
                  <c:v>7470.1128220990868</c:v>
                </c:pt>
                <c:pt idx="3002">
                  <c:v>7474.9433932060629</c:v>
                </c:pt>
                <c:pt idx="3003">
                  <c:v>7475.3480783978821</c:v>
                </c:pt>
                <c:pt idx="3004">
                  <c:v>7476.9470286380702</c:v>
                </c:pt>
                <c:pt idx="3005">
                  <c:v>7478.1437659529638</c:v>
                </c:pt>
                <c:pt idx="3006">
                  <c:v>7480.3952875448622</c:v>
                </c:pt>
                <c:pt idx="3007">
                  <c:v>7480.8515877308237</c:v>
                </c:pt>
                <c:pt idx="3008">
                  <c:v>7480.7580774214248</c:v>
                </c:pt>
                <c:pt idx="3009">
                  <c:v>7484.993426898689</c:v>
                </c:pt>
                <c:pt idx="3010">
                  <c:v>7484.7842129470391</c:v>
                </c:pt>
                <c:pt idx="3011">
                  <c:v>7485.4626744364505</c:v>
                </c:pt>
                <c:pt idx="3012">
                  <c:v>7491.2236812568808</c:v>
                </c:pt>
                <c:pt idx="3013">
                  <c:v>7512.7360753501143</c:v>
                </c:pt>
                <c:pt idx="3014">
                  <c:v>7513.0869869842663</c:v>
                </c:pt>
                <c:pt idx="3015">
                  <c:v>7516.7978201267642</c:v>
                </c:pt>
                <c:pt idx="3016">
                  <c:v>7517.6335687824703</c:v>
                </c:pt>
                <c:pt idx="3017">
                  <c:v>7517.523282616743</c:v>
                </c:pt>
                <c:pt idx="3018">
                  <c:v>7524.129051185213</c:v>
                </c:pt>
                <c:pt idx="3019">
                  <c:v>7525.9985830114738</c:v>
                </c:pt>
                <c:pt idx="3020">
                  <c:v>7528.002653673343</c:v>
                </c:pt>
                <c:pt idx="3021">
                  <c:v>7528.3857721984914</c:v>
                </c:pt>
                <c:pt idx="3022">
                  <c:v>7528.8575352014414</c:v>
                </c:pt>
                <c:pt idx="3023">
                  <c:v>7529.2043759425842</c:v>
                </c:pt>
                <c:pt idx="3024">
                  <c:v>7529.3572431718194</c:v>
                </c:pt>
                <c:pt idx="3025">
                  <c:v>7529.5172440028045</c:v>
                </c:pt>
                <c:pt idx="3026">
                  <c:v>7529.655833857878</c:v>
                </c:pt>
                <c:pt idx="3027">
                  <c:v>7529.8619440718276</c:v>
                </c:pt>
                <c:pt idx="3028">
                  <c:v>7532.8655808909507</c:v>
                </c:pt>
                <c:pt idx="3029">
                  <c:v>7534.3001699442748</c:v>
                </c:pt>
                <c:pt idx="3030">
                  <c:v>7537.9821530540066</c:v>
                </c:pt>
                <c:pt idx="3031">
                  <c:v>7538.2773747995288</c:v>
                </c:pt>
                <c:pt idx="3032">
                  <c:v>7548.3232008282284</c:v>
                </c:pt>
                <c:pt idx="3033">
                  <c:v>7549.3252509297572</c:v>
                </c:pt>
                <c:pt idx="3034">
                  <c:v>7549.545855552672</c:v>
                </c:pt>
                <c:pt idx="3035">
                  <c:v>7551.0321501578555</c:v>
                </c:pt>
                <c:pt idx="3036">
                  <c:v>7550.8998373186041</c:v>
                </c:pt>
                <c:pt idx="3037">
                  <c:v>7551.1740822770998</c:v>
                </c:pt>
                <c:pt idx="3038">
                  <c:v>7556.1683233238182</c:v>
                </c:pt>
                <c:pt idx="3039">
                  <c:v>7564.9884004946325</c:v>
                </c:pt>
                <c:pt idx="3040">
                  <c:v>7572.6981711606022</c:v>
                </c:pt>
                <c:pt idx="3041">
                  <c:v>7573.0705651258604</c:v>
                </c:pt>
                <c:pt idx="3042">
                  <c:v>7573.3476596042419</c:v>
                </c:pt>
                <c:pt idx="3043">
                  <c:v>7574.8031295818564</c:v>
                </c:pt>
                <c:pt idx="3044">
                  <c:v>7575.0686330475364</c:v>
                </c:pt>
                <c:pt idx="3045">
                  <c:v>7577.1318868396929</c:v>
                </c:pt>
                <c:pt idx="3046">
                  <c:v>7577.2903300801163</c:v>
                </c:pt>
                <c:pt idx="3047">
                  <c:v>7577.2694264361789</c:v>
                </c:pt>
                <c:pt idx="3048">
                  <c:v>7577.3446852223497</c:v>
                </c:pt>
                <c:pt idx="3049">
                  <c:v>7577.4908416625394</c:v>
                </c:pt>
                <c:pt idx="3050">
                  <c:v>7577.6137135408644</c:v>
                </c:pt>
                <c:pt idx="3051">
                  <c:v>7577.8152888481691</c:v>
                </c:pt>
                <c:pt idx="3052">
                  <c:v>7578.636294321961</c:v>
                </c:pt>
                <c:pt idx="3053">
                  <c:v>7578.5622036605482</c:v>
                </c:pt>
                <c:pt idx="3054">
                  <c:v>7578.555100544776</c:v>
                </c:pt>
                <c:pt idx="3055">
                  <c:v>7579.2722843442934</c:v>
                </c:pt>
                <c:pt idx="3056">
                  <c:v>7579.2158625411957</c:v>
                </c:pt>
                <c:pt idx="3057">
                  <c:v>7580.2462426535703</c:v>
                </c:pt>
                <c:pt idx="3058">
                  <c:v>7597.8244716961563</c:v>
                </c:pt>
                <c:pt idx="3059">
                  <c:v>7604.5748852975375</c:v>
                </c:pt>
                <c:pt idx="3060">
                  <c:v>7604.1536222345558</c:v>
                </c:pt>
                <c:pt idx="3061">
                  <c:v>7604.0680035038577</c:v>
                </c:pt>
                <c:pt idx="3062">
                  <c:v>7610.6128370387669</c:v>
                </c:pt>
                <c:pt idx="3063">
                  <c:v>7610.1989057121282</c:v>
                </c:pt>
                <c:pt idx="3064">
                  <c:v>7610.6258156567101</c:v>
                </c:pt>
                <c:pt idx="3065">
                  <c:v>7613.1329218511901</c:v>
                </c:pt>
                <c:pt idx="3066">
                  <c:v>7652.9502024222975</c:v>
                </c:pt>
                <c:pt idx="3067">
                  <c:v>7652.4940212586653</c:v>
                </c:pt>
                <c:pt idx="3068">
                  <c:v>7652.8512035290132</c:v>
                </c:pt>
                <c:pt idx="3069">
                  <c:v>7652.8067307319725</c:v>
                </c:pt>
                <c:pt idx="3070">
                  <c:v>7652.8166687975972</c:v>
                </c:pt>
                <c:pt idx="3071">
                  <c:v>7653.6329702292414</c:v>
                </c:pt>
                <c:pt idx="3072">
                  <c:v>7653.9344000902365</c:v>
                </c:pt>
                <c:pt idx="3073">
                  <c:v>7653.9872167652748</c:v>
                </c:pt>
                <c:pt idx="3074">
                  <c:v>7654.2009963434512</c:v>
                </c:pt>
                <c:pt idx="3075">
                  <c:v>7654.4695696755743</c:v>
                </c:pt>
                <c:pt idx="3076">
                  <c:v>7654.5748921545364</c:v>
                </c:pt>
                <c:pt idx="3077">
                  <c:v>7655.4088294135545</c:v>
                </c:pt>
                <c:pt idx="3078">
                  <c:v>7655.3667077517075</c:v>
                </c:pt>
                <c:pt idx="3079">
                  <c:v>7655.6627054094497</c:v>
                </c:pt>
                <c:pt idx="3080">
                  <c:v>7656.4367528676985</c:v>
                </c:pt>
                <c:pt idx="3081">
                  <c:v>7656.9694377246915</c:v>
                </c:pt>
                <c:pt idx="3082">
                  <c:v>7657.2910693395606</c:v>
                </c:pt>
                <c:pt idx="3083">
                  <c:v>7658.2956423028591</c:v>
                </c:pt>
                <c:pt idx="3084">
                  <c:v>7659.0758206397013</c:v>
                </c:pt>
                <c:pt idx="3085">
                  <c:v>7658.9605165169205</c:v>
                </c:pt>
                <c:pt idx="3086">
                  <c:v>7663.6286349843085</c:v>
                </c:pt>
                <c:pt idx="3087">
                  <c:v>7669.0145476058333</c:v>
                </c:pt>
                <c:pt idx="3088">
                  <c:v>7669.0641974512955</c:v>
                </c:pt>
                <c:pt idx="3089">
                  <c:v>7669.0219567855238</c:v>
                </c:pt>
                <c:pt idx="3090">
                  <c:v>7668.9979884048553</c:v>
                </c:pt>
                <c:pt idx="3091">
                  <c:v>7669.4822738854045</c:v>
                </c:pt>
                <c:pt idx="3092">
                  <c:v>7669.4584660341907</c:v>
                </c:pt>
                <c:pt idx="3093">
                  <c:v>7669.6820251575773</c:v>
                </c:pt>
                <c:pt idx="3094">
                  <c:v>7669.7757472217236</c:v>
                </c:pt>
                <c:pt idx="3095">
                  <c:v>7669.9725895076999</c:v>
                </c:pt>
                <c:pt idx="3096">
                  <c:v>7670.248077429389</c:v>
                </c:pt>
                <c:pt idx="3097">
                  <c:v>7670.5514816553487</c:v>
                </c:pt>
                <c:pt idx="3098">
                  <c:v>7670.5892886726833</c:v>
                </c:pt>
                <c:pt idx="3099">
                  <c:v>7671.0307863582157</c:v>
                </c:pt>
                <c:pt idx="3100">
                  <c:v>7671.2162240156331</c:v>
                </c:pt>
                <c:pt idx="3101">
                  <c:v>7671.2038247478131</c:v>
                </c:pt>
                <c:pt idx="3102">
                  <c:v>7672.3341540427436</c:v>
                </c:pt>
                <c:pt idx="3103">
                  <c:v>7673.0598152658258</c:v>
                </c:pt>
                <c:pt idx="3104">
                  <c:v>7675.6331788161906</c:v>
                </c:pt>
                <c:pt idx="3105">
                  <c:v>7676.9325765604653</c:v>
                </c:pt>
                <c:pt idx="3106">
                  <c:v>7680.5156341611464</c:v>
                </c:pt>
                <c:pt idx="3107">
                  <c:v>7690.2024105777491</c:v>
                </c:pt>
                <c:pt idx="3108">
                  <c:v>7693.138718100543</c:v>
                </c:pt>
                <c:pt idx="3109">
                  <c:v>7693.9244350034069</c:v>
                </c:pt>
                <c:pt idx="3110">
                  <c:v>7693.788316337258</c:v>
                </c:pt>
                <c:pt idx="3111">
                  <c:v>7693.9729723957998</c:v>
                </c:pt>
                <c:pt idx="3112">
                  <c:v>7694.2057720160483</c:v>
                </c:pt>
                <c:pt idx="3113">
                  <c:v>7694.2449343680073</c:v>
                </c:pt>
                <c:pt idx="3114">
                  <c:v>7695.7094436123461</c:v>
                </c:pt>
                <c:pt idx="3115">
                  <c:v>7707.0357685719027</c:v>
                </c:pt>
                <c:pt idx="3116">
                  <c:v>7708.9387488387738</c:v>
                </c:pt>
                <c:pt idx="3117">
                  <c:v>7709.2890230898538</c:v>
                </c:pt>
                <c:pt idx="3118">
                  <c:v>7709.2592540643482</c:v>
                </c:pt>
                <c:pt idx="3119">
                  <c:v>7709.844054116561</c:v>
                </c:pt>
                <c:pt idx="3120">
                  <c:v>7710.2825068890979</c:v>
                </c:pt>
                <c:pt idx="3121">
                  <c:v>7710.2614571628992</c:v>
                </c:pt>
                <c:pt idx="3122">
                  <c:v>7711.3840823005912</c:v>
                </c:pt>
                <c:pt idx="3123">
                  <c:v>7712.8175701804403</c:v>
                </c:pt>
                <c:pt idx="3124">
                  <c:v>7712.8216441182058</c:v>
                </c:pt>
                <c:pt idx="3125">
                  <c:v>7714.8591547628685</c:v>
                </c:pt>
                <c:pt idx="3126">
                  <c:v>7722.8937414606726</c:v>
                </c:pt>
                <c:pt idx="3127">
                  <c:v>7725.1753717285565</c:v>
                </c:pt>
                <c:pt idx="3128">
                  <c:v>7731.9727553321845</c:v>
                </c:pt>
                <c:pt idx="3129">
                  <c:v>7734.0881883756529</c:v>
                </c:pt>
                <c:pt idx="3130">
                  <c:v>7753.459331364681</c:v>
                </c:pt>
                <c:pt idx="3131">
                  <c:v>7758.3412017588062</c:v>
                </c:pt>
                <c:pt idx="3132">
                  <c:v>7760.7732123910191</c:v>
                </c:pt>
                <c:pt idx="3133">
                  <c:v>7763.2211381631969</c:v>
                </c:pt>
                <c:pt idx="3134">
                  <c:v>7762.8040356822376</c:v>
                </c:pt>
                <c:pt idx="3135">
                  <c:v>7764.4240103603161</c:v>
                </c:pt>
                <c:pt idx="3136">
                  <c:v>7769.092868748784</c:v>
                </c:pt>
                <c:pt idx="3137">
                  <c:v>7768.7172915232759</c:v>
                </c:pt>
                <c:pt idx="3138">
                  <c:v>7770.0562612453577</c:v>
                </c:pt>
                <c:pt idx="3139">
                  <c:v>7770.5253174953568</c:v>
                </c:pt>
                <c:pt idx="3140">
                  <c:v>7771.497957084789</c:v>
                </c:pt>
                <c:pt idx="3141">
                  <c:v>7772.7575921006428</c:v>
                </c:pt>
                <c:pt idx="3142">
                  <c:v>7772.9662569993352</c:v>
                </c:pt>
                <c:pt idx="3143">
                  <c:v>7773.1123905547356</c:v>
                </c:pt>
                <c:pt idx="3144">
                  <c:v>7773.2700872767555</c:v>
                </c:pt>
                <c:pt idx="3145">
                  <c:v>7773.4374647022569</c:v>
                </c:pt>
                <c:pt idx="3146">
                  <c:v>7773.679804073282</c:v>
                </c:pt>
                <c:pt idx="3147">
                  <c:v>7774.2122707743174</c:v>
                </c:pt>
                <c:pt idx="3148">
                  <c:v>7774.8947622750229</c:v>
                </c:pt>
                <c:pt idx="3149">
                  <c:v>7775.1839007617964</c:v>
                </c:pt>
                <c:pt idx="3150">
                  <c:v>7776.2313538274111</c:v>
                </c:pt>
                <c:pt idx="3151">
                  <c:v>7780.8780835290609</c:v>
                </c:pt>
                <c:pt idx="3152">
                  <c:v>7781.5227124939101</c:v>
                </c:pt>
                <c:pt idx="3153">
                  <c:v>7782.2533561844548</c:v>
                </c:pt>
                <c:pt idx="3154">
                  <c:v>7783.2853863077735</c:v>
                </c:pt>
                <c:pt idx="3155">
                  <c:v>7782.9659074108804</c:v>
                </c:pt>
                <c:pt idx="3156">
                  <c:v>7782.8782988572075</c:v>
                </c:pt>
                <c:pt idx="3157">
                  <c:v>7782.8363146894262</c:v>
                </c:pt>
                <c:pt idx="3158">
                  <c:v>7782.8334823493515</c:v>
                </c:pt>
                <c:pt idx="3159">
                  <c:v>7787.4188861444136</c:v>
                </c:pt>
                <c:pt idx="3160">
                  <c:v>7787.2953204159321</c:v>
                </c:pt>
                <c:pt idx="3161">
                  <c:v>7790.6369225671369</c:v>
                </c:pt>
                <c:pt idx="3162">
                  <c:v>7805.0173391941307</c:v>
                </c:pt>
                <c:pt idx="3163">
                  <c:v>7807.9534357451903</c:v>
                </c:pt>
                <c:pt idx="3164">
                  <c:v>7808.0366449786297</c:v>
                </c:pt>
                <c:pt idx="3165">
                  <c:v>7808.3886122139356</c:v>
                </c:pt>
                <c:pt idx="3166">
                  <c:v>7808.3698083068302</c:v>
                </c:pt>
                <c:pt idx="3167">
                  <c:v>7808.4355550848586</c:v>
                </c:pt>
                <c:pt idx="3168">
                  <c:v>7809.0238972943826</c:v>
                </c:pt>
                <c:pt idx="3169">
                  <c:v>7809.2791765580141</c:v>
                </c:pt>
                <c:pt idx="3170">
                  <c:v>7810.5590680278819</c:v>
                </c:pt>
                <c:pt idx="3171">
                  <c:v>7811.1218790988587</c:v>
                </c:pt>
                <c:pt idx="3172">
                  <c:v>7811.8938083118828</c:v>
                </c:pt>
                <c:pt idx="3173">
                  <c:v>7814.0296957362762</c:v>
                </c:pt>
                <c:pt idx="3174">
                  <c:v>7819.8014193659783</c:v>
                </c:pt>
                <c:pt idx="3175">
                  <c:v>7819.5102642371594</c:v>
                </c:pt>
                <c:pt idx="3176">
                  <c:v>7820.0563507906518</c:v>
                </c:pt>
                <c:pt idx="3177">
                  <c:v>7820.0148616576089</c:v>
                </c:pt>
                <c:pt idx="3178">
                  <c:v>7820.7036098732142</c:v>
                </c:pt>
                <c:pt idx="3179">
                  <c:v>7820.6506232033289</c:v>
                </c:pt>
                <c:pt idx="3180">
                  <c:v>7821.6131354919598</c:v>
                </c:pt>
                <c:pt idx="3181">
                  <c:v>7821.5193867448934</c:v>
                </c:pt>
                <c:pt idx="3182">
                  <c:v>7822.3471348217663</c:v>
                </c:pt>
                <c:pt idx="3183">
                  <c:v>7824.2526925071552</c:v>
                </c:pt>
                <c:pt idx="3184">
                  <c:v>7824.3530784860532</c:v>
                </c:pt>
                <c:pt idx="3185">
                  <c:v>7824.8397641803713</c:v>
                </c:pt>
                <c:pt idx="3186">
                  <c:v>7824.7945462273256</c:v>
                </c:pt>
                <c:pt idx="3187">
                  <c:v>7825.6724443933508</c:v>
                </c:pt>
                <c:pt idx="3188">
                  <c:v>7825.593496935111</c:v>
                </c:pt>
                <c:pt idx="3189">
                  <c:v>7826.0632975149156</c:v>
                </c:pt>
                <c:pt idx="3190">
                  <c:v>7826.4932750100188</c:v>
                </c:pt>
                <c:pt idx="3191">
                  <c:v>7826.8369210297251</c:v>
                </c:pt>
                <c:pt idx="3192">
                  <c:v>7827.2740769133143</c:v>
                </c:pt>
                <c:pt idx="3193">
                  <c:v>7830.9477554827245</c:v>
                </c:pt>
                <c:pt idx="3194">
                  <c:v>7831.5849229441701</c:v>
                </c:pt>
                <c:pt idx="3195">
                  <c:v>7831.9630524837903</c:v>
                </c:pt>
                <c:pt idx="3196">
                  <c:v>7832.7855472449464</c:v>
                </c:pt>
                <c:pt idx="3197">
                  <c:v>7835.4118914039682</c:v>
                </c:pt>
                <c:pt idx="3198">
                  <c:v>7835.8623177702566</c:v>
                </c:pt>
                <c:pt idx="3199">
                  <c:v>7838.3555774620745</c:v>
                </c:pt>
                <c:pt idx="3200">
                  <c:v>7838.4772284193032</c:v>
                </c:pt>
                <c:pt idx="3201">
                  <c:v>7840.2085612171832</c:v>
                </c:pt>
                <c:pt idx="3202">
                  <c:v>7841.173186776653</c:v>
                </c:pt>
                <c:pt idx="3203">
                  <c:v>7850.3314730344155</c:v>
                </c:pt>
                <c:pt idx="3204">
                  <c:v>7850.1314253539585</c:v>
                </c:pt>
                <c:pt idx="3205">
                  <c:v>7850.8961049758645</c:v>
                </c:pt>
                <c:pt idx="3206">
                  <c:v>7850.860585178465</c:v>
                </c:pt>
                <c:pt idx="3207">
                  <c:v>7851.3846107403724</c:v>
                </c:pt>
                <c:pt idx="3208">
                  <c:v>7852.0110701384647</c:v>
                </c:pt>
                <c:pt idx="3209">
                  <c:v>7852.5656328128562</c:v>
                </c:pt>
                <c:pt idx="3210">
                  <c:v>7852.5194839775331</c:v>
                </c:pt>
                <c:pt idx="3211">
                  <c:v>7853.0434162738611</c:v>
                </c:pt>
                <c:pt idx="3212">
                  <c:v>7853.2231457431826</c:v>
                </c:pt>
                <c:pt idx="3213">
                  <c:v>7853.5898362642565</c:v>
                </c:pt>
                <c:pt idx="3214">
                  <c:v>7853.8829257302014</c:v>
                </c:pt>
                <c:pt idx="3215">
                  <c:v>7854.2342369762082</c:v>
                </c:pt>
                <c:pt idx="3216">
                  <c:v>7854.9870790712475</c:v>
                </c:pt>
                <c:pt idx="3217">
                  <c:v>7855.1840560251303</c:v>
                </c:pt>
                <c:pt idx="3218">
                  <c:v>7856.0926618839458</c:v>
                </c:pt>
                <c:pt idx="3219">
                  <c:v>7856.0794617735146</c:v>
                </c:pt>
                <c:pt idx="3220">
                  <c:v>7857.3997125567294</c:v>
                </c:pt>
                <c:pt idx="3221">
                  <c:v>7858.8242518538163</c:v>
                </c:pt>
                <c:pt idx="3222">
                  <c:v>7859.042425252278</c:v>
                </c:pt>
                <c:pt idx="3223">
                  <c:v>7864.436639925907</c:v>
                </c:pt>
                <c:pt idx="3224">
                  <c:v>7864.3352534970672</c:v>
                </c:pt>
                <c:pt idx="3225">
                  <c:v>7864.4898899080636</c:v>
                </c:pt>
                <c:pt idx="3226">
                  <c:v>7864.9643969262988</c:v>
                </c:pt>
                <c:pt idx="3227">
                  <c:v>7867.0406579104038</c:v>
                </c:pt>
                <c:pt idx="3228">
                  <c:v>7867.5201455191818</c:v>
                </c:pt>
                <c:pt idx="3229">
                  <c:v>7874.2025612723755</c:v>
                </c:pt>
                <c:pt idx="3230">
                  <c:v>7873.3575872820084</c:v>
                </c:pt>
                <c:pt idx="3231">
                  <c:v>7874.0365766249051</c:v>
                </c:pt>
                <c:pt idx="3232">
                  <c:v>7874.1224432573163</c:v>
                </c:pt>
                <c:pt idx="3233">
                  <c:v>7874.1546097863002</c:v>
                </c:pt>
                <c:pt idx="3234">
                  <c:v>7874.4496691300228</c:v>
                </c:pt>
                <c:pt idx="3235">
                  <c:v>7874.4250098019456</c:v>
                </c:pt>
                <c:pt idx="3236">
                  <c:v>7891.3885433178675</c:v>
                </c:pt>
                <c:pt idx="3237">
                  <c:v>7892.0972465330024</c:v>
                </c:pt>
                <c:pt idx="3238">
                  <c:v>7892.0746528677701</c:v>
                </c:pt>
                <c:pt idx="3239">
                  <c:v>7892.4853924421614</c:v>
                </c:pt>
                <c:pt idx="3240">
                  <c:v>7893.1845546704062</c:v>
                </c:pt>
                <c:pt idx="3241">
                  <c:v>7894.2498149992589</c:v>
                </c:pt>
                <c:pt idx="3242">
                  <c:v>7894.508881921759</c:v>
                </c:pt>
                <c:pt idx="3243">
                  <c:v>7896.2898867893045</c:v>
                </c:pt>
                <c:pt idx="3244">
                  <c:v>7896.9863943060782</c:v>
                </c:pt>
                <c:pt idx="3245">
                  <c:v>7897.5237744402384</c:v>
                </c:pt>
                <c:pt idx="3246">
                  <c:v>7898.459479031254</c:v>
                </c:pt>
                <c:pt idx="3247">
                  <c:v>7899.2996903318281</c:v>
                </c:pt>
                <c:pt idx="3248">
                  <c:v>7900.478612995973</c:v>
                </c:pt>
                <c:pt idx="3249">
                  <c:v>7900.3593074796327</c:v>
                </c:pt>
                <c:pt idx="3250">
                  <c:v>7903.1815277115957</c:v>
                </c:pt>
                <c:pt idx="3251">
                  <c:v>7902.9008770958471</c:v>
                </c:pt>
                <c:pt idx="3252">
                  <c:v>7903.8110843710247</c:v>
                </c:pt>
                <c:pt idx="3253">
                  <c:v>7903.6889067116626</c:v>
                </c:pt>
                <c:pt idx="3254">
                  <c:v>7904.6985348151775</c:v>
                </c:pt>
                <c:pt idx="3255">
                  <c:v>7908.4212819652812</c:v>
                </c:pt>
                <c:pt idx="3256">
                  <c:v>7908.2794101219415</c:v>
                </c:pt>
                <c:pt idx="3257">
                  <c:v>7908.6658203551342</c:v>
                </c:pt>
                <c:pt idx="3258">
                  <c:v>7909.2479765424923</c:v>
                </c:pt>
                <c:pt idx="3259">
                  <c:v>7910.7985952834661</c:v>
                </c:pt>
                <c:pt idx="3260">
                  <c:v>7910.6965845012601</c:v>
                </c:pt>
                <c:pt idx="3261">
                  <c:v>7911.261770691357</c:v>
                </c:pt>
                <c:pt idx="3262">
                  <c:v>7911.4317101850575</c:v>
                </c:pt>
                <c:pt idx="3263">
                  <c:v>7911.5964646871798</c:v>
                </c:pt>
                <c:pt idx="3264">
                  <c:v>7913.5527424420025</c:v>
                </c:pt>
                <c:pt idx="3265">
                  <c:v>7913.6475817601777</c:v>
                </c:pt>
                <c:pt idx="3266">
                  <c:v>7913.5997701223769</c:v>
                </c:pt>
                <c:pt idx="3267">
                  <c:v>7914.5155218966083</c:v>
                </c:pt>
                <c:pt idx="3268">
                  <c:v>7915.8252910619294</c:v>
                </c:pt>
                <c:pt idx="3269">
                  <c:v>7915.7403299615944</c:v>
                </c:pt>
                <c:pt idx="3270">
                  <c:v>7916.1751837123338</c:v>
                </c:pt>
                <c:pt idx="3271">
                  <c:v>7916.6221453464532</c:v>
                </c:pt>
                <c:pt idx="3272">
                  <c:v>7916.591260780483</c:v>
                </c:pt>
                <c:pt idx="3273">
                  <c:v>7920.1789438482974</c:v>
                </c:pt>
                <c:pt idx="3274">
                  <c:v>7921.653266708061</c:v>
                </c:pt>
                <c:pt idx="3275">
                  <c:v>7921.8287461386135</c:v>
                </c:pt>
                <c:pt idx="3276">
                  <c:v>7922.3559707155246</c:v>
                </c:pt>
                <c:pt idx="3277">
                  <c:v>7922.2956286566859</c:v>
                </c:pt>
                <c:pt idx="3278">
                  <c:v>7922.2928442196699</c:v>
                </c:pt>
                <c:pt idx="3279">
                  <c:v>7924.532135501122</c:v>
                </c:pt>
                <c:pt idx="3280">
                  <c:v>7934.7134872654206</c:v>
                </c:pt>
                <c:pt idx="3281">
                  <c:v>7935.2952725169271</c:v>
                </c:pt>
                <c:pt idx="3282">
                  <c:v>7935.733733092351</c:v>
                </c:pt>
                <c:pt idx="3283">
                  <c:v>7941.6298575182836</c:v>
                </c:pt>
                <c:pt idx="3284">
                  <c:v>7941.5497858067783</c:v>
                </c:pt>
                <c:pt idx="3285">
                  <c:v>7942.0916389159265</c:v>
                </c:pt>
                <c:pt idx="3286">
                  <c:v>7942.5467558220062</c:v>
                </c:pt>
                <c:pt idx="3287">
                  <c:v>7942.5315362838273</c:v>
                </c:pt>
                <c:pt idx="3288">
                  <c:v>7942.533230213332</c:v>
                </c:pt>
                <c:pt idx="3289">
                  <c:v>7942.5335699543339</c:v>
                </c:pt>
                <c:pt idx="3290">
                  <c:v>7943.0766899955061</c:v>
                </c:pt>
                <c:pt idx="3291">
                  <c:v>7943.6660459539726</c:v>
                </c:pt>
                <c:pt idx="3292">
                  <c:v>7945.2455934200834</c:v>
                </c:pt>
                <c:pt idx="3293">
                  <c:v>7951.6589349834057</c:v>
                </c:pt>
                <c:pt idx="3294">
                  <c:v>7954.2026802812161</c:v>
                </c:pt>
                <c:pt idx="3295">
                  <c:v>7955.1482956340751</c:v>
                </c:pt>
                <c:pt idx="3296">
                  <c:v>7957.1820127708324</c:v>
                </c:pt>
                <c:pt idx="3297">
                  <c:v>7959.9234633354627</c:v>
                </c:pt>
                <c:pt idx="3298">
                  <c:v>7962.2022363282595</c:v>
                </c:pt>
                <c:pt idx="3299">
                  <c:v>7962.7497120070557</c:v>
                </c:pt>
                <c:pt idx="3300">
                  <c:v>7963.2630191957542</c:v>
                </c:pt>
                <c:pt idx="3301">
                  <c:v>7963.2088186455949</c:v>
                </c:pt>
                <c:pt idx="3302">
                  <c:v>7964.0266116642715</c:v>
                </c:pt>
                <c:pt idx="3303">
                  <c:v>7963.8239344989679</c:v>
                </c:pt>
                <c:pt idx="3304">
                  <c:v>7963.7867485138713</c:v>
                </c:pt>
                <c:pt idx="3305">
                  <c:v>7964.2633525279316</c:v>
                </c:pt>
                <c:pt idx="3306">
                  <c:v>7971.4794584511328</c:v>
                </c:pt>
                <c:pt idx="3307">
                  <c:v>7974.1667530281493</c:v>
                </c:pt>
                <c:pt idx="3308">
                  <c:v>7974.9844722548023</c:v>
                </c:pt>
                <c:pt idx="3309">
                  <c:v>7975.3206355510492</c:v>
                </c:pt>
                <c:pt idx="3310">
                  <c:v>7975.3018096035175</c:v>
                </c:pt>
                <c:pt idx="3311">
                  <c:v>7975.6207842578697</c:v>
                </c:pt>
                <c:pt idx="3312">
                  <c:v>7976.136646814788</c:v>
                </c:pt>
                <c:pt idx="3313">
                  <c:v>7976.6645999240764</c:v>
                </c:pt>
                <c:pt idx="3314">
                  <c:v>7976.6440072001751</c:v>
                </c:pt>
                <c:pt idx="3315">
                  <c:v>7979.4213901593248</c:v>
                </c:pt>
                <c:pt idx="3316">
                  <c:v>8033.4212697738412</c:v>
                </c:pt>
                <c:pt idx="3317">
                  <c:v>8035.1097122649071</c:v>
                </c:pt>
                <c:pt idx="3318">
                  <c:v>8035.7469475409716</c:v>
                </c:pt>
                <c:pt idx="3319">
                  <c:v>8036.1836361712203</c:v>
                </c:pt>
                <c:pt idx="3320">
                  <c:v>8036.4833732868392</c:v>
                </c:pt>
                <c:pt idx="3321">
                  <c:v>8036.4535681407669</c:v>
                </c:pt>
                <c:pt idx="3322">
                  <c:v>8037.3797047620574</c:v>
                </c:pt>
                <c:pt idx="3323">
                  <c:v>8037.3726387682345</c:v>
                </c:pt>
                <c:pt idx="3324">
                  <c:v>8037.3726387682345</c:v>
                </c:pt>
                <c:pt idx="3325">
                  <c:v>8037.8547463975456</c:v>
                </c:pt>
                <c:pt idx="3326">
                  <c:v>8038.1360346339843</c:v>
                </c:pt>
                <c:pt idx="3327">
                  <c:v>8038.1091127302034</c:v>
                </c:pt>
                <c:pt idx="3328">
                  <c:v>8038.1038081113384</c:v>
                </c:pt>
                <c:pt idx="3329">
                  <c:v>8038.1028429032258</c:v>
                </c:pt>
                <c:pt idx="3330">
                  <c:v>8038.2635009434425</c:v>
                </c:pt>
                <c:pt idx="3331">
                  <c:v>8038.5419001556129</c:v>
                </c:pt>
                <c:pt idx="3332">
                  <c:v>8038.9655979745194</c:v>
                </c:pt>
                <c:pt idx="3333">
                  <c:v>8040.2078205387852</c:v>
                </c:pt>
                <c:pt idx="3334">
                  <c:v>8040.2655474374842</c:v>
                </c:pt>
                <c:pt idx="3335">
                  <c:v>8040.3778665009804</c:v>
                </c:pt>
                <c:pt idx="3336">
                  <c:v>8040.5536041784508</c:v>
                </c:pt>
                <c:pt idx="3337">
                  <c:v>8040.5529718085672</c:v>
                </c:pt>
                <c:pt idx="3338">
                  <c:v>8040.7003601621709</c:v>
                </c:pt>
                <c:pt idx="3339">
                  <c:v>8041.1565190237779</c:v>
                </c:pt>
                <c:pt idx="3340">
                  <c:v>8041.915261267859</c:v>
                </c:pt>
                <c:pt idx="3341">
                  <c:v>8042.4147902064615</c:v>
                </c:pt>
                <c:pt idx="3342">
                  <c:v>8043.7629869187867</c:v>
                </c:pt>
                <c:pt idx="3343">
                  <c:v>8044.6878558942863</c:v>
                </c:pt>
                <c:pt idx="3344">
                  <c:v>8044.8145340747888</c:v>
                </c:pt>
                <c:pt idx="3345">
                  <c:v>8044.9835854198736</c:v>
                </c:pt>
                <c:pt idx="3346">
                  <c:v>8044.949940920822</c:v>
                </c:pt>
                <c:pt idx="3347">
                  <c:v>8044.94316768712</c:v>
                </c:pt>
                <c:pt idx="3348">
                  <c:v>8044.9718626808462</c:v>
                </c:pt>
                <c:pt idx="3349">
                  <c:v>8044.9634028233522</c:v>
                </c:pt>
                <c:pt idx="3350">
                  <c:v>8044.9654685055557</c:v>
                </c:pt>
                <c:pt idx="3351">
                  <c:v>8044.9986541488124</c:v>
                </c:pt>
                <c:pt idx="3352">
                  <c:v>8044.9915339294803</c:v>
                </c:pt>
                <c:pt idx="3353">
                  <c:v>8045.6656459130018</c:v>
                </c:pt>
                <c:pt idx="3354">
                  <c:v>8055.3132968942973</c:v>
                </c:pt>
                <c:pt idx="3355">
                  <c:v>8055.2864478597103</c:v>
                </c:pt>
                <c:pt idx="3356">
                  <c:v>8056.9604627502804</c:v>
                </c:pt>
                <c:pt idx="3357">
                  <c:v>8057.7454045306904</c:v>
                </c:pt>
                <c:pt idx="3358">
                  <c:v>8057.8591703162192</c:v>
                </c:pt>
                <c:pt idx="3359">
                  <c:v>8058.0787972358294</c:v>
                </c:pt>
                <c:pt idx="3360">
                  <c:v>8058.9319639485529</c:v>
                </c:pt>
                <c:pt idx="3361">
                  <c:v>8059.07543860849</c:v>
                </c:pt>
                <c:pt idx="3362">
                  <c:v>8059.5787865644661</c:v>
                </c:pt>
                <c:pt idx="3363">
                  <c:v>8061.7977027156376</c:v>
                </c:pt>
                <c:pt idx="3364">
                  <c:v>8063.2655532777544</c:v>
                </c:pt>
                <c:pt idx="3365">
                  <c:v>8065.40454778409</c:v>
                </c:pt>
                <c:pt idx="3366">
                  <c:v>8066.6604956475458</c:v>
                </c:pt>
                <c:pt idx="3367">
                  <c:v>8068.8241758841205</c:v>
                </c:pt>
                <c:pt idx="3368">
                  <c:v>8070.4029096441645</c:v>
                </c:pt>
                <c:pt idx="3369">
                  <c:v>8070.90666192352</c:v>
                </c:pt>
                <c:pt idx="3370">
                  <c:v>8072.8479646473306</c:v>
                </c:pt>
                <c:pt idx="3371">
                  <c:v>8074.1045025386393</c:v>
                </c:pt>
                <c:pt idx="3372">
                  <c:v>8075.1723741154674</c:v>
                </c:pt>
                <c:pt idx="3373">
                  <c:v>8075.9185478375284</c:v>
                </c:pt>
                <c:pt idx="3374">
                  <c:v>8077.3156385378988</c:v>
                </c:pt>
                <c:pt idx="3375">
                  <c:v>8078.0045154648315</c:v>
                </c:pt>
                <c:pt idx="3376">
                  <c:v>8079.6722821426793</c:v>
                </c:pt>
                <c:pt idx="3377">
                  <c:v>8080.3447295436581</c:v>
                </c:pt>
                <c:pt idx="3378">
                  <c:v>8081.2740874371766</c:v>
                </c:pt>
                <c:pt idx="3379">
                  <c:v>8082.7348943550196</c:v>
                </c:pt>
                <c:pt idx="3380">
                  <c:v>8084.902888597805</c:v>
                </c:pt>
                <c:pt idx="3381">
                  <c:v>8087.893005213803</c:v>
                </c:pt>
                <c:pt idx="3382">
                  <c:v>8088.6874789578087</c:v>
                </c:pt>
                <c:pt idx="3383">
                  <c:v>8089.5733852575468</c:v>
                </c:pt>
                <c:pt idx="3384">
                  <c:v>8089.6223487066018</c:v>
                </c:pt>
                <c:pt idx="3385">
                  <c:v>8089.6846347749188</c:v>
                </c:pt>
                <c:pt idx="3386">
                  <c:v>8090.048501763461</c:v>
                </c:pt>
                <c:pt idx="3387">
                  <c:v>8091.1692573441305</c:v>
                </c:pt>
                <c:pt idx="3388">
                  <c:v>8091.6372728614597</c:v>
                </c:pt>
                <c:pt idx="3389">
                  <c:v>8092.7701812063287</c:v>
                </c:pt>
                <c:pt idx="3390">
                  <c:v>8093.8053170976536</c:v>
                </c:pt>
                <c:pt idx="3391">
                  <c:v>8093.7291115704629</c:v>
                </c:pt>
                <c:pt idx="3392">
                  <c:v>8093.8444495338172</c:v>
                </c:pt>
                <c:pt idx="3393">
                  <c:v>8094.3381116032961</c:v>
                </c:pt>
                <c:pt idx="3394">
                  <c:v>8094.3023957190817</c:v>
                </c:pt>
                <c:pt idx="3395">
                  <c:v>8094.6458319977528</c:v>
                </c:pt>
                <c:pt idx="3396">
                  <c:v>8094.8357898721242</c:v>
                </c:pt>
                <c:pt idx="3397">
                  <c:v>8094.8139225487876</c:v>
                </c:pt>
                <c:pt idx="3398">
                  <c:v>8094.810245108888</c:v>
                </c:pt>
                <c:pt idx="3399">
                  <c:v>8094.8305451696478</c:v>
                </c:pt>
                <c:pt idx="3400">
                  <c:v>8096.0404105689204</c:v>
                </c:pt>
                <c:pt idx="3401">
                  <c:v>8096.3337499944246</c:v>
                </c:pt>
                <c:pt idx="3402">
                  <c:v>8096.7444441648422</c:v>
                </c:pt>
                <c:pt idx="3403">
                  <c:v>8097.4998751841786</c:v>
                </c:pt>
                <c:pt idx="3404">
                  <c:v>8098.6418598302671</c:v>
                </c:pt>
                <c:pt idx="3405">
                  <c:v>8098.5948839253078</c:v>
                </c:pt>
                <c:pt idx="3406">
                  <c:v>8098.5856661780799</c:v>
                </c:pt>
                <c:pt idx="3407">
                  <c:v>8098.7305840047957</c:v>
                </c:pt>
                <c:pt idx="3408">
                  <c:v>8100.5150215886051</c:v>
                </c:pt>
                <c:pt idx="3409">
                  <c:v>8101.248320616196</c:v>
                </c:pt>
                <c:pt idx="3410">
                  <c:v>8101.825502493547</c:v>
                </c:pt>
                <c:pt idx="3411">
                  <c:v>8102.7448991816409</c:v>
                </c:pt>
                <c:pt idx="3412">
                  <c:v>8102.8364449033334</c:v>
                </c:pt>
                <c:pt idx="3413">
                  <c:v>8103.5273140826466</c:v>
                </c:pt>
                <c:pt idx="3414">
                  <c:v>8103.9355996122831</c:v>
                </c:pt>
                <c:pt idx="3415">
                  <c:v>8104.7991911532072</c:v>
                </c:pt>
                <c:pt idx="3416">
                  <c:v>8104.7275239017299</c:v>
                </c:pt>
                <c:pt idx="3417">
                  <c:v>8104.7160258217173</c:v>
                </c:pt>
                <c:pt idx="3418">
                  <c:v>8105.0787033492343</c:v>
                </c:pt>
                <c:pt idx="3419">
                  <c:v>8105.359389777781</c:v>
                </c:pt>
                <c:pt idx="3420">
                  <c:v>8105.777492884723</c:v>
                </c:pt>
                <c:pt idx="3421">
                  <c:v>8106.3502386259433</c:v>
                </c:pt>
                <c:pt idx="3422">
                  <c:v>8106.3130410171261</c:v>
                </c:pt>
                <c:pt idx="3423">
                  <c:v>8106.5063855528942</c:v>
                </c:pt>
                <c:pt idx="3424">
                  <c:v>8106.5743461699885</c:v>
                </c:pt>
                <c:pt idx="3425">
                  <c:v>8107.3891181187355</c:v>
                </c:pt>
                <c:pt idx="3426">
                  <c:v>8107.3328809680079</c:v>
                </c:pt>
                <c:pt idx="3427">
                  <c:v>8107.9667157375216</c:v>
                </c:pt>
                <c:pt idx="3428">
                  <c:v>8109.0614754898306</c:v>
                </c:pt>
                <c:pt idx="3429">
                  <c:v>8109.338643193857</c:v>
                </c:pt>
                <c:pt idx="3430">
                  <c:v>8110.8637156874602</c:v>
                </c:pt>
                <c:pt idx="3431">
                  <c:v>8111.9764491012684</c:v>
                </c:pt>
                <c:pt idx="3432">
                  <c:v>8119.4027385264262</c:v>
                </c:pt>
                <c:pt idx="3433">
                  <c:v>8126.8824455415797</c:v>
                </c:pt>
                <c:pt idx="3434">
                  <c:v>8127.1230761165516</c:v>
                </c:pt>
                <c:pt idx="3435">
                  <c:v>8127.8080234302615</c:v>
                </c:pt>
                <c:pt idx="3436">
                  <c:v>8165.029344691864</c:v>
                </c:pt>
                <c:pt idx="3437">
                  <c:v>8165.2034745751789</c:v>
                </c:pt>
                <c:pt idx="3438">
                  <c:v>8167.5892720492084</c:v>
                </c:pt>
                <c:pt idx="3439">
                  <c:v>8167.4425462492936</c:v>
                </c:pt>
                <c:pt idx="3440">
                  <c:v>8168.1878331648541</c:v>
                </c:pt>
                <c:pt idx="3441">
                  <c:v>8170.1893343546135</c:v>
                </c:pt>
                <c:pt idx="3442">
                  <c:v>8170.5993870746324</c:v>
                </c:pt>
                <c:pt idx="3443">
                  <c:v>8170.7655970559608</c:v>
                </c:pt>
                <c:pt idx="3444">
                  <c:v>8170.9220886842677</c:v>
                </c:pt>
                <c:pt idx="3445">
                  <c:v>8171.4788094502828</c:v>
                </c:pt>
                <c:pt idx="3446">
                  <c:v>8173.2986252985766</c:v>
                </c:pt>
                <c:pt idx="3447">
                  <c:v>8173.5737211917103</c:v>
                </c:pt>
                <c:pt idx="3448">
                  <c:v>8173.5355909168338</c:v>
                </c:pt>
                <c:pt idx="3449">
                  <c:v>8173.8075035728862</c:v>
                </c:pt>
                <c:pt idx="3450">
                  <c:v>8173.8500959869862</c:v>
                </c:pt>
                <c:pt idx="3451">
                  <c:v>8173.8963137197943</c:v>
                </c:pt>
                <c:pt idx="3452">
                  <c:v>8174.8653977534304</c:v>
                </c:pt>
                <c:pt idx="3453">
                  <c:v>8175.4146884356478</c:v>
                </c:pt>
                <c:pt idx="3454">
                  <c:v>8176.0535336251087</c:v>
                </c:pt>
                <c:pt idx="3455">
                  <c:v>8176.4744829361061</c:v>
                </c:pt>
                <c:pt idx="3456">
                  <c:v>8176.6835029113226</c:v>
                </c:pt>
                <c:pt idx="3457">
                  <c:v>8176.8418397343403</c:v>
                </c:pt>
                <c:pt idx="3458">
                  <c:v>8183.6909144906476</c:v>
                </c:pt>
                <c:pt idx="3459">
                  <c:v>8187.2999186093111</c:v>
                </c:pt>
                <c:pt idx="3460">
                  <c:v>8206.2891676762265</c:v>
                </c:pt>
                <c:pt idx="3461">
                  <c:v>8249.7141142991732</c:v>
                </c:pt>
                <c:pt idx="3462">
                  <c:v>8249.4184134115549</c:v>
                </c:pt>
                <c:pt idx="3463">
                  <c:v>8250.8165819121023</c:v>
                </c:pt>
                <c:pt idx="3464">
                  <c:v>8250.6772531553015</c:v>
                </c:pt>
                <c:pt idx="3465">
                  <c:v>8252.2168181004963</c:v>
                </c:pt>
                <c:pt idx="3466">
                  <c:v>8253.0548071135909</c:v>
                </c:pt>
                <c:pt idx="3467">
                  <c:v>8254.9550379199318</c:v>
                </c:pt>
                <c:pt idx="3468">
                  <c:v>8255.216121101148</c:v>
                </c:pt>
                <c:pt idx="3469">
                  <c:v>8255.8022716321848</c:v>
                </c:pt>
                <c:pt idx="3470">
                  <c:v>8255.9326608763768</c:v>
                </c:pt>
                <c:pt idx="3471">
                  <c:v>8256.0782353491486</c:v>
                </c:pt>
                <c:pt idx="3472">
                  <c:v>8256.0656083389913</c:v>
                </c:pt>
                <c:pt idx="3473">
                  <c:v>8256.276827660542</c:v>
                </c:pt>
                <c:pt idx="3474">
                  <c:v>8256.4548159608494</c:v>
                </c:pt>
                <c:pt idx="3475">
                  <c:v>8257.2408562426517</c:v>
                </c:pt>
                <c:pt idx="3476">
                  <c:v>8257.5959811856064</c:v>
                </c:pt>
                <c:pt idx="3477">
                  <c:v>8258.44691425364</c:v>
                </c:pt>
                <c:pt idx="3478">
                  <c:v>8258.9029963098219</c:v>
                </c:pt>
                <c:pt idx="3479">
                  <c:v>8259.5344170688586</c:v>
                </c:pt>
                <c:pt idx="3480">
                  <c:v>8260.0684156866173</c:v>
                </c:pt>
                <c:pt idx="3481">
                  <c:v>8261.6827056720103</c:v>
                </c:pt>
                <c:pt idx="3482">
                  <c:v>8263.2398245057357</c:v>
                </c:pt>
                <c:pt idx="3483">
                  <c:v>8263.1855976891165</c:v>
                </c:pt>
                <c:pt idx="3484">
                  <c:v>8263.416137503451</c:v>
                </c:pt>
                <c:pt idx="3485">
                  <c:v>8264.9500637825004</c:v>
                </c:pt>
                <c:pt idx="3486">
                  <c:v>8265.457271251651</c:v>
                </c:pt>
                <c:pt idx="3487">
                  <c:v>8266.1383735394047</c:v>
                </c:pt>
                <c:pt idx="3488">
                  <c:v>8266.0926052562154</c:v>
                </c:pt>
                <c:pt idx="3489">
                  <c:v>8266.9222505782873</c:v>
                </c:pt>
                <c:pt idx="3490">
                  <c:v>8267.0072911516072</c:v>
                </c:pt>
                <c:pt idx="3491">
                  <c:v>8267.0013976671962</c:v>
                </c:pt>
                <c:pt idx="3492">
                  <c:v>8267.4886508557011</c:v>
                </c:pt>
                <c:pt idx="3493">
                  <c:v>8267.6525015310199</c:v>
                </c:pt>
                <c:pt idx="3494">
                  <c:v>8267.6247220006135</c:v>
                </c:pt>
                <c:pt idx="3495">
                  <c:v>8268.0180887911465</c:v>
                </c:pt>
                <c:pt idx="3496">
                  <c:v>8268.3619305191187</c:v>
                </c:pt>
                <c:pt idx="3497">
                  <c:v>8268.3217723307826</c:v>
                </c:pt>
                <c:pt idx="3498">
                  <c:v>8268.708651624851</c:v>
                </c:pt>
                <c:pt idx="3499">
                  <c:v>8268.9150824290482</c:v>
                </c:pt>
                <c:pt idx="3500">
                  <c:v>8269.4634525998208</c:v>
                </c:pt>
                <c:pt idx="3501">
                  <c:v>8269.8109219747112</c:v>
                </c:pt>
                <c:pt idx="3502">
                  <c:v>8270.1915671362658</c:v>
                </c:pt>
                <c:pt idx="3503">
                  <c:v>8270.1759532954511</c:v>
                </c:pt>
                <c:pt idx="3504">
                  <c:v>8270.173022156243</c:v>
                </c:pt>
                <c:pt idx="3505">
                  <c:v>8270.2129960674629</c:v>
                </c:pt>
                <c:pt idx="3506">
                  <c:v>8270.2720912096065</c:v>
                </c:pt>
                <c:pt idx="3507">
                  <c:v>8270.268995878956</c:v>
                </c:pt>
                <c:pt idx="3508">
                  <c:v>8270.7215194517485</c:v>
                </c:pt>
                <c:pt idx="3509">
                  <c:v>8271.0859625910271</c:v>
                </c:pt>
                <c:pt idx="3510">
                  <c:v>8271.7560084338893</c:v>
                </c:pt>
                <c:pt idx="3511">
                  <c:v>8272.4239080542411</c:v>
                </c:pt>
                <c:pt idx="3512">
                  <c:v>8273.0146249984373</c:v>
                </c:pt>
                <c:pt idx="3513">
                  <c:v>8272.9629072839089</c:v>
                </c:pt>
                <c:pt idx="3514">
                  <c:v>8273.256956976913</c:v>
                </c:pt>
                <c:pt idx="3515">
                  <c:v>8273.7566483311693</c:v>
                </c:pt>
                <c:pt idx="3516">
                  <c:v>8273.7048676534996</c:v>
                </c:pt>
                <c:pt idx="3517">
                  <c:v>8273.7725526793001</c:v>
                </c:pt>
                <c:pt idx="3518">
                  <c:v>8276.8947527723849</c:v>
                </c:pt>
                <c:pt idx="3519">
                  <c:v>8277.6536065928794</c:v>
                </c:pt>
                <c:pt idx="3520">
                  <c:v>8277.5346801529213</c:v>
                </c:pt>
                <c:pt idx="3521">
                  <c:v>8278.4639370262121</c:v>
                </c:pt>
                <c:pt idx="3522">
                  <c:v>8279.4391813479615</c:v>
                </c:pt>
                <c:pt idx="3523">
                  <c:v>8282.2098237127175</c:v>
                </c:pt>
                <c:pt idx="3524">
                  <c:v>8285.0842469937033</c:v>
                </c:pt>
                <c:pt idx="3525">
                  <c:v>8285.4643003909532</c:v>
                </c:pt>
                <c:pt idx="3526">
                  <c:v>8285.4556492645806</c:v>
                </c:pt>
                <c:pt idx="3527">
                  <c:v>8285.7390534759506</c:v>
                </c:pt>
                <c:pt idx="3528">
                  <c:v>8285.8795177951215</c:v>
                </c:pt>
                <c:pt idx="3529">
                  <c:v>8288.4458851711697</c:v>
                </c:pt>
                <c:pt idx="3530">
                  <c:v>8288.3665579868812</c:v>
                </c:pt>
                <c:pt idx="3531">
                  <c:v>8288.3503418480886</c:v>
                </c:pt>
                <c:pt idx="3532">
                  <c:v>8288.3426612146704</c:v>
                </c:pt>
                <c:pt idx="3533">
                  <c:v>8288.3414583787835</c:v>
                </c:pt>
                <c:pt idx="3534">
                  <c:v>8289.282393735748</c:v>
                </c:pt>
                <c:pt idx="3535">
                  <c:v>8289.7853319305632</c:v>
                </c:pt>
                <c:pt idx="3536">
                  <c:v>8291.4012147545272</c:v>
                </c:pt>
                <c:pt idx="3537">
                  <c:v>8294.343249932359</c:v>
                </c:pt>
                <c:pt idx="3538">
                  <c:v>8295.8763536295628</c:v>
                </c:pt>
                <c:pt idx="3539">
                  <c:v>8301.4573375838336</c:v>
                </c:pt>
                <c:pt idx="3540">
                  <c:v>8302.1236499912029</c:v>
                </c:pt>
                <c:pt idx="3541">
                  <c:v>8309.876645684597</c:v>
                </c:pt>
                <c:pt idx="3542">
                  <c:v>8311.6761586989214</c:v>
                </c:pt>
                <c:pt idx="3543">
                  <c:v>8322.5448301195102</c:v>
                </c:pt>
                <c:pt idx="3544">
                  <c:v>8322.3839051406558</c:v>
                </c:pt>
                <c:pt idx="3545">
                  <c:v>8322.9775805860336</c:v>
                </c:pt>
                <c:pt idx="3546">
                  <c:v>8324.1293249336577</c:v>
                </c:pt>
                <c:pt idx="3547">
                  <c:v>8328.0416344419627</c:v>
                </c:pt>
                <c:pt idx="3548">
                  <c:v>8328.468018397476</c:v>
                </c:pt>
                <c:pt idx="3549">
                  <c:v>8328.9771655650275</c:v>
                </c:pt>
                <c:pt idx="3550">
                  <c:v>8329.0083612386061</c:v>
                </c:pt>
                <c:pt idx="3551">
                  <c:v>8329.0034110936049</c:v>
                </c:pt>
                <c:pt idx="3552">
                  <c:v>8329.0473558442918</c:v>
                </c:pt>
                <c:pt idx="3553">
                  <c:v>8329.6239032598405</c:v>
                </c:pt>
                <c:pt idx="3554">
                  <c:v>8329.7345172659516</c:v>
                </c:pt>
                <c:pt idx="3555">
                  <c:v>8330.107446192218</c:v>
                </c:pt>
                <c:pt idx="3556">
                  <c:v>8330.5001567069794</c:v>
                </c:pt>
                <c:pt idx="3557">
                  <c:v>8330.4714473116928</c:v>
                </c:pt>
                <c:pt idx="3558">
                  <c:v>8330.9004997600769</c:v>
                </c:pt>
                <c:pt idx="3559">
                  <c:v>8331.4763311357692</c:v>
                </c:pt>
                <c:pt idx="3560">
                  <c:v>8332.0015237337011</c:v>
                </c:pt>
                <c:pt idx="3561">
                  <c:v>8331.9403843120981</c:v>
                </c:pt>
                <c:pt idx="3562">
                  <c:v>8334.0790898075138</c:v>
                </c:pt>
                <c:pt idx="3563">
                  <c:v>8340.6322002484139</c:v>
                </c:pt>
                <c:pt idx="3564">
                  <c:v>8341.663094892001</c:v>
                </c:pt>
                <c:pt idx="3565">
                  <c:v>8341.445957888538</c:v>
                </c:pt>
                <c:pt idx="3566">
                  <c:v>8341.7931055661393</c:v>
                </c:pt>
                <c:pt idx="3567">
                  <c:v>8342.038978593564</c:v>
                </c:pt>
                <c:pt idx="3568">
                  <c:v>8342.0545872299681</c:v>
                </c:pt>
                <c:pt idx="3569">
                  <c:v>8343.0551421206328</c:v>
                </c:pt>
                <c:pt idx="3570">
                  <c:v>8344.2937495188598</c:v>
                </c:pt>
                <c:pt idx="3571">
                  <c:v>8347.7614097265177</c:v>
                </c:pt>
                <c:pt idx="3572">
                  <c:v>8348.1481399694148</c:v>
                </c:pt>
                <c:pt idx="3573">
                  <c:v>8348.739640155738</c:v>
                </c:pt>
                <c:pt idx="3574">
                  <c:v>8348.7091889348103</c:v>
                </c:pt>
                <c:pt idx="3575">
                  <c:v>8348.7061912772515</c:v>
                </c:pt>
                <c:pt idx="3576">
                  <c:v>8348.7049682078487</c:v>
                </c:pt>
                <c:pt idx="3577">
                  <c:v>8349.0407843137818</c:v>
                </c:pt>
                <c:pt idx="3578">
                  <c:v>8349.6781607434277</c:v>
                </c:pt>
                <c:pt idx="3579">
                  <c:v>8350.7614657059912</c:v>
                </c:pt>
                <c:pt idx="3580">
                  <c:v>8350.7217057165672</c:v>
                </c:pt>
                <c:pt idx="3581">
                  <c:v>8352.46992044137</c:v>
                </c:pt>
                <c:pt idx="3582">
                  <c:v>8354.3637601279061</c:v>
                </c:pt>
                <c:pt idx="3583">
                  <c:v>8362.7290793649481</c:v>
                </c:pt>
                <c:pt idx="3584">
                  <c:v>8373.3246534109494</c:v>
                </c:pt>
                <c:pt idx="3585">
                  <c:v>8375.5007570426151</c:v>
                </c:pt>
                <c:pt idx="3586">
                  <c:v>8395.1512358990512</c:v>
                </c:pt>
                <c:pt idx="3587">
                  <c:v>8396.3839463979821</c:v>
                </c:pt>
                <c:pt idx="3588">
                  <c:v>8397.3993184702849</c:v>
                </c:pt>
                <c:pt idx="3589">
                  <c:v>8399.4889308074216</c:v>
                </c:pt>
                <c:pt idx="3590">
                  <c:v>8399.9924853357497</c:v>
                </c:pt>
                <c:pt idx="3591">
                  <c:v>8400.0519997079537</c:v>
                </c:pt>
                <c:pt idx="3592">
                  <c:v>8412.43688939817</c:v>
                </c:pt>
                <c:pt idx="3593">
                  <c:v>8418.8975354716222</c:v>
                </c:pt>
                <c:pt idx="3594">
                  <c:v>8419.9877662280433</c:v>
                </c:pt>
                <c:pt idx="3595">
                  <c:v>8423.3223759804678</c:v>
                </c:pt>
                <c:pt idx="3596">
                  <c:v>8423.1151464711893</c:v>
                </c:pt>
                <c:pt idx="3597">
                  <c:v>8423.1974776375573</c:v>
                </c:pt>
                <c:pt idx="3598">
                  <c:v>8423.2482899852967</c:v>
                </c:pt>
                <c:pt idx="3599">
                  <c:v>8423.2439376638613</c:v>
                </c:pt>
                <c:pt idx="3600">
                  <c:v>8423.461653211356</c:v>
                </c:pt>
                <c:pt idx="3601">
                  <c:v>8423.708271352707</c:v>
                </c:pt>
                <c:pt idx="3602">
                  <c:v>8423.7966614216712</c:v>
                </c:pt>
                <c:pt idx="3603">
                  <c:v>8423.7911016589842</c:v>
                </c:pt>
                <c:pt idx="3604">
                  <c:v>8423.7954555456145</c:v>
                </c:pt>
                <c:pt idx="3605">
                  <c:v>8424.8833891629438</c:v>
                </c:pt>
                <c:pt idx="3606">
                  <c:v>8425.3503366483674</c:v>
                </c:pt>
                <c:pt idx="3607">
                  <c:v>8426.1714413986738</c:v>
                </c:pt>
                <c:pt idx="3608">
                  <c:v>8429.79740627504</c:v>
                </c:pt>
                <c:pt idx="3609">
                  <c:v>8434.0467138250751</c:v>
                </c:pt>
                <c:pt idx="3610">
                  <c:v>8434.8607525738298</c:v>
                </c:pt>
                <c:pt idx="3611">
                  <c:v>8437.7287770710409</c:v>
                </c:pt>
                <c:pt idx="3612">
                  <c:v>8465.7346569438541</c:v>
                </c:pt>
                <c:pt idx="3613">
                  <c:v>8470.5259494680631</c:v>
                </c:pt>
                <c:pt idx="3614">
                  <c:v>8470.3847272290113</c:v>
                </c:pt>
                <c:pt idx="3615">
                  <c:v>8470.7751995108938</c:v>
                </c:pt>
                <c:pt idx="3616">
                  <c:v>8470.747848626097</c:v>
                </c:pt>
                <c:pt idx="3617">
                  <c:v>8471.2052231733942</c:v>
                </c:pt>
                <c:pt idx="3618">
                  <c:v>8471.7553330194314</c:v>
                </c:pt>
                <c:pt idx="3619">
                  <c:v>8474.0660114071161</c:v>
                </c:pt>
                <c:pt idx="3620">
                  <c:v>8474.5252889090989</c:v>
                </c:pt>
                <c:pt idx="3621">
                  <c:v>8474.5377240688995</c:v>
                </c:pt>
                <c:pt idx="3622">
                  <c:v>8474.5379684450181</c:v>
                </c:pt>
                <c:pt idx="3623">
                  <c:v>8474.6167437899312</c:v>
                </c:pt>
                <c:pt idx="3624">
                  <c:v>8474.6263551705051</c:v>
                </c:pt>
                <c:pt idx="3625">
                  <c:v>8474.6716550522233</c:v>
                </c:pt>
                <c:pt idx="3626">
                  <c:v>8474.713687486239</c:v>
                </c:pt>
                <c:pt idx="3627">
                  <c:v>8474.7112250198625</c:v>
                </c:pt>
                <c:pt idx="3628">
                  <c:v>8475.4310447482148</c:v>
                </c:pt>
                <c:pt idx="3629">
                  <c:v>8476.8417034153554</c:v>
                </c:pt>
                <c:pt idx="3630">
                  <c:v>8479.5668160501355</c:v>
                </c:pt>
                <c:pt idx="3631">
                  <c:v>8483.2335144751851</c:v>
                </c:pt>
                <c:pt idx="3632">
                  <c:v>8483.4058870687968</c:v>
                </c:pt>
                <c:pt idx="3633">
                  <c:v>8483.2986048855146</c:v>
                </c:pt>
                <c:pt idx="3634">
                  <c:v>8494.0166288270993</c:v>
                </c:pt>
                <c:pt idx="3635">
                  <c:v>8497.2934006799678</c:v>
                </c:pt>
                <c:pt idx="3636">
                  <c:v>8499.0856910462662</c:v>
                </c:pt>
                <c:pt idx="3637">
                  <c:v>8498.9612683919277</c:v>
                </c:pt>
                <c:pt idx="3638">
                  <c:v>8498.9436462495778</c:v>
                </c:pt>
                <c:pt idx="3639">
                  <c:v>8498.9633397419148</c:v>
                </c:pt>
                <c:pt idx="3640">
                  <c:v>8498.9633397419148</c:v>
                </c:pt>
                <c:pt idx="3641">
                  <c:v>8498.9633397419148</c:v>
                </c:pt>
                <c:pt idx="3642">
                  <c:v>8499.1444010749783</c:v>
                </c:pt>
                <c:pt idx="3643">
                  <c:v>8499.3095647436694</c:v>
                </c:pt>
                <c:pt idx="3644">
                  <c:v>8499.3030525519662</c:v>
                </c:pt>
                <c:pt idx="3645">
                  <c:v>8504.5489680604624</c:v>
                </c:pt>
                <c:pt idx="3646">
                  <c:v>8504.3919572639388</c:v>
                </c:pt>
                <c:pt idx="3647">
                  <c:v>8504.5275882653077</c:v>
                </c:pt>
                <c:pt idx="3648">
                  <c:v>8506.2092429259719</c:v>
                </c:pt>
                <c:pt idx="3649">
                  <c:v>8506.5671729364603</c:v>
                </c:pt>
                <c:pt idx="3650">
                  <c:v>8507.5251088035602</c:v>
                </c:pt>
                <c:pt idx="3651">
                  <c:v>8507.6271874215472</c:v>
                </c:pt>
                <c:pt idx="3652">
                  <c:v>8507.6478886908862</c:v>
                </c:pt>
                <c:pt idx="3653">
                  <c:v>8507.8190742110819</c:v>
                </c:pt>
                <c:pt idx="3654">
                  <c:v>8508.0637733663043</c:v>
                </c:pt>
                <c:pt idx="3655">
                  <c:v>8509.941349736564</c:v>
                </c:pt>
                <c:pt idx="3656">
                  <c:v>8509.7903106953909</c:v>
                </c:pt>
                <c:pt idx="3657">
                  <c:v>8509.764223915332</c:v>
                </c:pt>
                <c:pt idx="3658">
                  <c:v>8509.8451425926378</c:v>
                </c:pt>
                <c:pt idx="3659">
                  <c:v>8509.8990335139242</c:v>
                </c:pt>
                <c:pt idx="3660">
                  <c:v>8509.8854627155433</c:v>
                </c:pt>
                <c:pt idx="3661">
                  <c:v>8509.8827186746021</c:v>
                </c:pt>
                <c:pt idx="3662">
                  <c:v>8509.9376057379523</c:v>
                </c:pt>
                <c:pt idx="3663">
                  <c:v>8509.9337259140902</c:v>
                </c:pt>
                <c:pt idx="3664">
                  <c:v>8510.2076178190564</c:v>
                </c:pt>
                <c:pt idx="3665">
                  <c:v>8510.1943609052923</c:v>
                </c:pt>
                <c:pt idx="3666">
                  <c:v>8510.1915397917182</c:v>
                </c:pt>
                <c:pt idx="3667">
                  <c:v>8510.1908344265994</c:v>
                </c:pt>
                <c:pt idx="3668">
                  <c:v>8510.3711514668321</c:v>
                </c:pt>
                <c:pt idx="3669">
                  <c:v>8512.1478031840834</c:v>
                </c:pt>
                <c:pt idx="3670">
                  <c:v>8512.6037924025895</c:v>
                </c:pt>
                <c:pt idx="3671">
                  <c:v>8513.0164679831996</c:v>
                </c:pt>
                <c:pt idx="3672">
                  <c:v>8513.4721494105506</c:v>
                </c:pt>
                <c:pt idx="3673">
                  <c:v>8514.0324088470297</c:v>
                </c:pt>
                <c:pt idx="3674">
                  <c:v>8514.4861504324563</c:v>
                </c:pt>
                <c:pt idx="3675">
                  <c:v>8515.1093342471449</c:v>
                </c:pt>
                <c:pt idx="3676">
                  <c:v>8516.2445925861557</c:v>
                </c:pt>
                <c:pt idx="3677">
                  <c:v>8516.9390092892445</c:v>
                </c:pt>
                <c:pt idx="3678">
                  <c:v>8518.049845159765</c:v>
                </c:pt>
                <c:pt idx="3679">
                  <c:v>8518.4932499668921</c:v>
                </c:pt>
                <c:pt idx="3680">
                  <c:v>8519.0976395751186</c:v>
                </c:pt>
                <c:pt idx="3681">
                  <c:v>8519.5498837893119</c:v>
                </c:pt>
                <c:pt idx="3682">
                  <c:v>8519.4822593939134</c:v>
                </c:pt>
                <c:pt idx="3683">
                  <c:v>8519.6018102199687</c:v>
                </c:pt>
                <c:pt idx="3684">
                  <c:v>8519.587492675937</c:v>
                </c:pt>
                <c:pt idx="3685">
                  <c:v>8519.5840591146498</c:v>
                </c:pt>
                <c:pt idx="3686">
                  <c:v>8519.6099516156592</c:v>
                </c:pt>
                <c:pt idx="3687">
                  <c:v>8519.6062398348204</c:v>
                </c:pt>
                <c:pt idx="3688">
                  <c:v>8519.6922935762595</c:v>
                </c:pt>
                <c:pt idx="3689">
                  <c:v>8519.6724090743337</c:v>
                </c:pt>
                <c:pt idx="3690">
                  <c:v>8519.6697034164972</c:v>
                </c:pt>
                <c:pt idx="3691">
                  <c:v>8520.8046597185021</c:v>
                </c:pt>
                <c:pt idx="3692">
                  <c:v>8521.1803797194534</c:v>
                </c:pt>
                <c:pt idx="3693">
                  <c:v>8521.905637500302</c:v>
                </c:pt>
                <c:pt idx="3694">
                  <c:v>8521.8689407178299</c:v>
                </c:pt>
                <c:pt idx="3695">
                  <c:v>8521.9421306707554</c:v>
                </c:pt>
                <c:pt idx="3696">
                  <c:v>8524.6252470485688</c:v>
                </c:pt>
                <c:pt idx="3697">
                  <c:v>8526.8679223343061</c:v>
                </c:pt>
                <c:pt idx="3698">
                  <c:v>8527.7717695097235</c:v>
                </c:pt>
                <c:pt idx="3699">
                  <c:v>8528.6729782107959</c:v>
                </c:pt>
                <c:pt idx="3700">
                  <c:v>8529.948433491405</c:v>
                </c:pt>
                <c:pt idx="3701">
                  <c:v>8530.1729484634943</c:v>
                </c:pt>
                <c:pt idx="3702">
                  <c:v>8530.5172510284156</c:v>
                </c:pt>
                <c:pt idx="3703">
                  <c:v>8531.0157824196849</c:v>
                </c:pt>
                <c:pt idx="3704">
                  <c:v>8532.2156186158318</c:v>
                </c:pt>
                <c:pt idx="3705">
                  <c:v>8532.10459578464</c:v>
                </c:pt>
                <c:pt idx="3706">
                  <c:v>8532.3555210642171</c:v>
                </c:pt>
                <c:pt idx="3707">
                  <c:v>8542.9419130883871</c:v>
                </c:pt>
                <c:pt idx="3708">
                  <c:v>8542.359370737051</c:v>
                </c:pt>
                <c:pt idx="3709">
                  <c:v>8544.8146506718913</c:v>
                </c:pt>
                <c:pt idx="3710">
                  <c:v>8544.6822300786134</c:v>
                </c:pt>
                <c:pt idx="3711">
                  <c:v>8544.6899825515429</c:v>
                </c:pt>
                <c:pt idx="3712">
                  <c:v>8544.7774747997082</c:v>
                </c:pt>
                <c:pt idx="3713">
                  <c:v>8546.5583238042673</c:v>
                </c:pt>
                <c:pt idx="3714">
                  <c:v>8547.5378112486742</c:v>
                </c:pt>
                <c:pt idx="3715">
                  <c:v>8548.142225313004</c:v>
                </c:pt>
                <c:pt idx="3716">
                  <c:v>8548.9091788538681</c:v>
                </c:pt>
                <c:pt idx="3717">
                  <c:v>8548.8597426363558</c:v>
                </c:pt>
                <c:pt idx="3718">
                  <c:v>8548.9180400416863</c:v>
                </c:pt>
                <c:pt idx="3719">
                  <c:v>8549.6958423419728</c:v>
                </c:pt>
                <c:pt idx="3720">
                  <c:v>8551.2025574865365</c:v>
                </c:pt>
                <c:pt idx="3721">
                  <c:v>8551.5352376157844</c:v>
                </c:pt>
                <c:pt idx="3722">
                  <c:v>8551.7634026442483</c:v>
                </c:pt>
                <c:pt idx="3723">
                  <c:v>8552.4782065816507</c:v>
                </c:pt>
                <c:pt idx="3724">
                  <c:v>8552.6583755525462</c:v>
                </c:pt>
                <c:pt idx="3725">
                  <c:v>8555.8969918797447</c:v>
                </c:pt>
                <c:pt idx="3726">
                  <c:v>8556.7907601524457</c:v>
                </c:pt>
                <c:pt idx="3727">
                  <c:v>8557.541640989848</c:v>
                </c:pt>
                <c:pt idx="3728">
                  <c:v>8557.5705954699733</c:v>
                </c:pt>
                <c:pt idx="3729">
                  <c:v>8557.5417716098655</c:v>
                </c:pt>
                <c:pt idx="3730">
                  <c:v>8560.0173776228676</c:v>
                </c:pt>
                <c:pt idx="3731">
                  <c:v>8559.8102431660591</c:v>
                </c:pt>
                <c:pt idx="3732">
                  <c:v>8560.2896325959609</c:v>
                </c:pt>
                <c:pt idx="3733">
                  <c:v>8560.2309757282492</c:v>
                </c:pt>
                <c:pt idx="3734">
                  <c:v>8560.3124934180814</c:v>
                </c:pt>
                <c:pt idx="3735">
                  <c:v>8560.5270561477137</c:v>
                </c:pt>
                <c:pt idx="3736">
                  <c:v>8560.6715918678728</c:v>
                </c:pt>
                <c:pt idx="3737">
                  <c:v>8561.1284137553957</c:v>
                </c:pt>
                <c:pt idx="3738">
                  <c:v>8561.3657436535887</c:v>
                </c:pt>
                <c:pt idx="3739">
                  <c:v>8562.0142786316628</c:v>
                </c:pt>
                <c:pt idx="3740">
                  <c:v>8561.9761206252715</c:v>
                </c:pt>
                <c:pt idx="3741">
                  <c:v>8562.2135065814873</c:v>
                </c:pt>
                <c:pt idx="3742">
                  <c:v>8563.3532575524532</c:v>
                </c:pt>
                <c:pt idx="3743">
                  <c:v>8563.8735438178119</c:v>
                </c:pt>
                <c:pt idx="3744">
                  <c:v>8563.9523302796915</c:v>
                </c:pt>
                <c:pt idx="3745">
                  <c:v>8564.6771422723032</c:v>
                </c:pt>
                <c:pt idx="3746">
                  <c:v>8564.8383413277024</c:v>
                </c:pt>
                <c:pt idx="3747">
                  <c:v>8565.0671272366399</c:v>
                </c:pt>
                <c:pt idx="3748">
                  <c:v>8565.8680379663983</c:v>
                </c:pt>
                <c:pt idx="3749">
                  <c:v>8566.4847989010195</c:v>
                </c:pt>
                <c:pt idx="3750">
                  <c:v>8566.7926703337653</c:v>
                </c:pt>
                <c:pt idx="3751">
                  <c:v>8567.5269055113131</c:v>
                </c:pt>
                <c:pt idx="3752">
                  <c:v>8568.1735572695015</c:v>
                </c:pt>
                <c:pt idx="3753">
                  <c:v>8568.6580069964039</c:v>
                </c:pt>
                <c:pt idx="3754">
                  <c:v>8569.2569834142123</c:v>
                </c:pt>
                <c:pt idx="3755">
                  <c:v>8569.1993955380767</c:v>
                </c:pt>
                <c:pt idx="3756">
                  <c:v>8569.2627291535027</c:v>
                </c:pt>
                <c:pt idx="3757">
                  <c:v>8569.3474114816327</c:v>
                </c:pt>
                <c:pt idx="3758">
                  <c:v>8569.3391486746241</c:v>
                </c:pt>
                <c:pt idx="3759">
                  <c:v>8573.4449257516881</c:v>
                </c:pt>
                <c:pt idx="3760">
                  <c:v>8573.2148228912411</c:v>
                </c:pt>
                <c:pt idx="3761">
                  <c:v>8573.6125502041978</c:v>
                </c:pt>
                <c:pt idx="3762">
                  <c:v>8574.6921512534063</c:v>
                </c:pt>
                <c:pt idx="3763">
                  <c:v>8575.8653687812421</c:v>
                </c:pt>
                <c:pt idx="3764">
                  <c:v>8576.1096253934993</c:v>
                </c:pt>
                <c:pt idx="3765">
                  <c:v>8577.1983177760521</c:v>
                </c:pt>
                <c:pt idx="3766">
                  <c:v>8577.8951366607889</c:v>
                </c:pt>
                <c:pt idx="3767">
                  <c:v>8578.0946199503433</c:v>
                </c:pt>
                <c:pt idx="3768">
                  <c:v>8578.4040679668979</c:v>
                </c:pt>
                <c:pt idx="3769">
                  <c:v>8578.6828561695493</c:v>
                </c:pt>
                <c:pt idx="3770">
                  <c:v>8579.1364405621334</c:v>
                </c:pt>
                <c:pt idx="3771">
                  <c:v>8580.1145544546143</c:v>
                </c:pt>
                <c:pt idx="3772">
                  <c:v>8580.6506816217661</c:v>
                </c:pt>
                <c:pt idx="3773">
                  <c:v>8582.679788896563</c:v>
                </c:pt>
                <c:pt idx="3774">
                  <c:v>8583.1580396747268</c:v>
                </c:pt>
                <c:pt idx="3775">
                  <c:v>8584.7790748224215</c:v>
                </c:pt>
                <c:pt idx="3776">
                  <c:v>8586.4189808244664</c:v>
                </c:pt>
                <c:pt idx="3777">
                  <c:v>8587.8303180093772</c:v>
                </c:pt>
                <c:pt idx="3778">
                  <c:v>8588.6009072668276</c:v>
                </c:pt>
                <c:pt idx="3779">
                  <c:v>8589.7280851567048</c:v>
                </c:pt>
                <c:pt idx="3780">
                  <c:v>8590.3648318034429</c:v>
                </c:pt>
                <c:pt idx="3781">
                  <c:v>8590.2866394415469</c:v>
                </c:pt>
                <c:pt idx="3782">
                  <c:v>8590.4402969198727</c:v>
                </c:pt>
                <c:pt idx="3783">
                  <c:v>8590.4183611041353</c:v>
                </c:pt>
                <c:pt idx="3784">
                  <c:v>8590.994844106739</c:v>
                </c:pt>
                <c:pt idx="3785">
                  <c:v>8591.4344876100495</c:v>
                </c:pt>
                <c:pt idx="3786">
                  <c:v>8591.5866576575845</c:v>
                </c:pt>
                <c:pt idx="3787">
                  <c:v>8592.3958600662081</c:v>
                </c:pt>
                <c:pt idx="3788">
                  <c:v>8593.4396893225185</c:v>
                </c:pt>
                <c:pt idx="3789">
                  <c:v>8594.0887512700356</c:v>
                </c:pt>
                <c:pt idx="3790">
                  <c:v>8594.2564224315156</c:v>
                </c:pt>
                <c:pt idx="3791">
                  <c:v>8594.2505702533617</c:v>
                </c:pt>
                <c:pt idx="3792">
                  <c:v>8594.3107659571251</c:v>
                </c:pt>
                <c:pt idx="3793">
                  <c:v>8594.4137614055362</c:v>
                </c:pt>
                <c:pt idx="3794">
                  <c:v>8594.5329746396092</c:v>
                </c:pt>
                <c:pt idx="3795">
                  <c:v>8596.923087096513</c:v>
                </c:pt>
                <c:pt idx="3796">
                  <c:v>8596.8101839852898</c:v>
                </c:pt>
                <c:pt idx="3797">
                  <c:v>8597.229150269306</c:v>
                </c:pt>
                <c:pt idx="3798">
                  <c:v>8598.592723451924</c:v>
                </c:pt>
                <c:pt idx="3799">
                  <c:v>8598.5300920750706</c:v>
                </c:pt>
                <c:pt idx="3800">
                  <c:v>8599.2217905832931</c:v>
                </c:pt>
                <c:pt idx="3801">
                  <c:v>8599.3797559712111</c:v>
                </c:pt>
                <c:pt idx="3802">
                  <c:v>8604.2745918109704</c:v>
                </c:pt>
                <c:pt idx="3803">
                  <c:v>8604.0085879801209</c:v>
                </c:pt>
                <c:pt idx="3804">
                  <c:v>8603.9121656215066</c:v>
                </c:pt>
                <c:pt idx="3805">
                  <c:v>8603.8922508076175</c:v>
                </c:pt>
                <c:pt idx="3806">
                  <c:v>8603.9106500825728</c:v>
                </c:pt>
                <c:pt idx="3807">
                  <c:v>8604.0366951200122</c:v>
                </c:pt>
                <c:pt idx="3808">
                  <c:v>8604.1507606794057</c:v>
                </c:pt>
                <c:pt idx="3809">
                  <c:v>8605.1966465886944</c:v>
                </c:pt>
                <c:pt idx="3810">
                  <c:v>8606.2003996222502</c:v>
                </c:pt>
                <c:pt idx="3811">
                  <c:v>8607.3992478140462</c:v>
                </c:pt>
                <c:pt idx="3812">
                  <c:v>8607.322022782515</c:v>
                </c:pt>
                <c:pt idx="3813">
                  <c:v>8608.1856093320002</c:v>
                </c:pt>
                <c:pt idx="3814">
                  <c:v>8608.3807554937193</c:v>
                </c:pt>
                <c:pt idx="3815">
                  <c:v>8608.6489986044926</c:v>
                </c:pt>
                <c:pt idx="3816">
                  <c:v>8608.9442159722221</c:v>
                </c:pt>
                <c:pt idx="3817">
                  <c:v>8608.9405473525312</c:v>
                </c:pt>
                <c:pt idx="3818">
                  <c:v>8608.9387830683372</c:v>
                </c:pt>
                <c:pt idx="3819">
                  <c:v>8609.5075991527265</c:v>
                </c:pt>
                <c:pt idx="3820">
                  <c:v>8611.4382843125695</c:v>
                </c:pt>
                <c:pt idx="3821">
                  <c:v>8612.9154730623068</c:v>
                </c:pt>
                <c:pt idx="3822">
                  <c:v>8614.177090283074</c:v>
                </c:pt>
                <c:pt idx="3823">
                  <c:v>8614.8850449092224</c:v>
                </c:pt>
                <c:pt idx="3824">
                  <c:v>8615.8609719798551</c:v>
                </c:pt>
                <c:pt idx="3825">
                  <c:v>8616.3689124896337</c:v>
                </c:pt>
                <c:pt idx="3826">
                  <c:v>8616.2779111164637</c:v>
                </c:pt>
                <c:pt idx="3827">
                  <c:v>8621.776774060103</c:v>
                </c:pt>
                <c:pt idx="3828">
                  <c:v>8638.0200400298399</c:v>
                </c:pt>
                <c:pt idx="3829">
                  <c:v>8637.1719693583236</c:v>
                </c:pt>
                <c:pt idx="3830">
                  <c:v>8637.0862957651952</c:v>
                </c:pt>
                <c:pt idx="3831">
                  <c:v>8641.107061500461</c:v>
                </c:pt>
                <c:pt idx="3832">
                  <c:v>8641.4367948534618</c:v>
                </c:pt>
                <c:pt idx="3833">
                  <c:v>8641.3586965182512</c:v>
                </c:pt>
                <c:pt idx="3834">
                  <c:v>8641.3431360255254</c:v>
                </c:pt>
                <c:pt idx="3835">
                  <c:v>8641.6458063426744</c:v>
                </c:pt>
                <c:pt idx="3836">
                  <c:v>8643.0100100519958</c:v>
                </c:pt>
                <c:pt idx="3837">
                  <c:v>8644.1014188397839</c:v>
                </c:pt>
                <c:pt idx="3838">
                  <c:v>8644.1708984359975</c:v>
                </c:pt>
                <c:pt idx="3839">
                  <c:v>8644.1580030967998</c:v>
                </c:pt>
                <c:pt idx="3840">
                  <c:v>8644.9723586821929</c:v>
                </c:pt>
                <c:pt idx="3841">
                  <c:v>8645.866711715149</c:v>
                </c:pt>
                <c:pt idx="3842">
                  <c:v>8646.6356306582493</c:v>
                </c:pt>
                <c:pt idx="3843">
                  <c:v>8648.2336181254577</c:v>
                </c:pt>
                <c:pt idx="3844">
                  <c:v>8648.5192591242831</c:v>
                </c:pt>
                <c:pt idx="3845">
                  <c:v>8649.9932477076836</c:v>
                </c:pt>
                <c:pt idx="3846">
                  <c:v>8650.5534692760266</c:v>
                </c:pt>
                <c:pt idx="3847">
                  <c:v>8650.6521996534193</c:v>
                </c:pt>
                <c:pt idx="3848">
                  <c:v>8650.6166719538069</c:v>
                </c:pt>
                <c:pt idx="3849">
                  <c:v>8650.7276542145864</c:v>
                </c:pt>
                <c:pt idx="3850">
                  <c:v>8650.766124603997</c:v>
                </c:pt>
                <c:pt idx="3851">
                  <c:v>8650.7597095629008</c:v>
                </c:pt>
                <c:pt idx="3852">
                  <c:v>8650.7583071907411</c:v>
                </c:pt>
                <c:pt idx="3853">
                  <c:v>8651.0657764484913</c:v>
                </c:pt>
                <c:pt idx="3854">
                  <c:v>8651.0512007186808</c:v>
                </c:pt>
                <c:pt idx="3855">
                  <c:v>8651.0481282585843</c:v>
                </c:pt>
                <c:pt idx="3856">
                  <c:v>8651.1141440090123</c:v>
                </c:pt>
                <c:pt idx="3857">
                  <c:v>8651.3526832028074</c:v>
                </c:pt>
                <c:pt idx="3858">
                  <c:v>8651.325311006829</c:v>
                </c:pt>
                <c:pt idx="3859">
                  <c:v>8651.338803606106</c:v>
                </c:pt>
                <c:pt idx="3860">
                  <c:v>8652.0646146366162</c:v>
                </c:pt>
                <c:pt idx="3861">
                  <c:v>8652.5917951006122</c:v>
                </c:pt>
                <c:pt idx="3862">
                  <c:v>8652.8875681348454</c:v>
                </c:pt>
                <c:pt idx="3863">
                  <c:v>8652.9051145074664</c:v>
                </c:pt>
                <c:pt idx="3864">
                  <c:v>8653.8554561926048</c:v>
                </c:pt>
                <c:pt idx="3865">
                  <c:v>8653.9848885479187</c:v>
                </c:pt>
                <c:pt idx="3866">
                  <c:v>8654.2339802721726</c:v>
                </c:pt>
                <c:pt idx="3867">
                  <c:v>8654.5348156924138</c:v>
                </c:pt>
                <c:pt idx="3868">
                  <c:v>8655.2992505420589</c:v>
                </c:pt>
                <c:pt idx="3869">
                  <c:v>8657.1248750304167</c:v>
                </c:pt>
                <c:pt idx="3870">
                  <c:v>8657.9535097810294</c:v>
                </c:pt>
                <c:pt idx="3871">
                  <c:v>8661.0033728017461</c:v>
                </c:pt>
                <c:pt idx="3872">
                  <c:v>8660.8374201279912</c:v>
                </c:pt>
                <c:pt idx="3873">
                  <c:v>8660.6433398650042</c:v>
                </c:pt>
                <c:pt idx="3874">
                  <c:v>8660.7903340144821</c:v>
                </c:pt>
                <c:pt idx="3875">
                  <c:v>8661.580233417455</c:v>
                </c:pt>
                <c:pt idx="3876">
                  <c:v>8662.865226608259</c:v>
                </c:pt>
                <c:pt idx="3877">
                  <c:v>8665.6008347817933</c:v>
                </c:pt>
                <c:pt idx="3878">
                  <c:v>8665.9181504744956</c:v>
                </c:pt>
                <c:pt idx="3879">
                  <c:v>8665.819930864689</c:v>
                </c:pt>
                <c:pt idx="3880">
                  <c:v>8666.6146593685644</c:v>
                </c:pt>
                <c:pt idx="3881">
                  <c:v>8668.9689597381966</c:v>
                </c:pt>
                <c:pt idx="3882">
                  <c:v>8678.0561989124144</c:v>
                </c:pt>
                <c:pt idx="3883">
                  <c:v>8678.3023580850859</c:v>
                </c:pt>
                <c:pt idx="3884">
                  <c:v>8678.3622560647564</c:v>
                </c:pt>
                <c:pt idx="3885">
                  <c:v>8679.1273767465336</c:v>
                </c:pt>
                <c:pt idx="3886">
                  <c:v>8679.3564147574543</c:v>
                </c:pt>
                <c:pt idx="3887">
                  <c:v>8679.3372247492189</c:v>
                </c:pt>
                <c:pt idx="3888">
                  <c:v>8679.3582743644238</c:v>
                </c:pt>
                <c:pt idx="3889">
                  <c:v>8679.3540723775477</c:v>
                </c:pt>
                <c:pt idx="3890">
                  <c:v>8679.9131688645812</c:v>
                </c:pt>
                <c:pt idx="3891">
                  <c:v>8679.8949541856564</c:v>
                </c:pt>
                <c:pt idx="3892">
                  <c:v>8680.3894209342943</c:v>
                </c:pt>
                <c:pt idx="3893">
                  <c:v>8680.8641125046815</c:v>
                </c:pt>
                <c:pt idx="3894">
                  <c:v>8681.6394168889019</c:v>
                </c:pt>
                <c:pt idx="3895">
                  <c:v>8684.473764877428</c:v>
                </c:pt>
                <c:pt idx="3896">
                  <c:v>8685.707648386373</c:v>
                </c:pt>
                <c:pt idx="3897">
                  <c:v>8687.6974022165032</c:v>
                </c:pt>
                <c:pt idx="3898">
                  <c:v>8691.3845818844075</c:v>
                </c:pt>
                <c:pt idx="3899">
                  <c:v>8691.0563675317808</c:v>
                </c:pt>
                <c:pt idx="3900">
                  <c:v>8692.3016815070459</c:v>
                </c:pt>
                <c:pt idx="3901">
                  <c:v>8692.1487938623359</c:v>
                </c:pt>
                <c:pt idx="3902">
                  <c:v>8692.4283255066912</c:v>
                </c:pt>
                <c:pt idx="3903">
                  <c:v>8692.4614266357257</c:v>
                </c:pt>
                <c:pt idx="3904">
                  <c:v>8692.459285849538</c:v>
                </c:pt>
                <c:pt idx="3905">
                  <c:v>8693.0927589114435</c:v>
                </c:pt>
                <c:pt idx="3906">
                  <c:v>8693.8981884475488</c:v>
                </c:pt>
                <c:pt idx="3907">
                  <c:v>8695.3554657864443</c:v>
                </c:pt>
                <c:pt idx="3908">
                  <c:v>8695.2562121152041</c:v>
                </c:pt>
                <c:pt idx="3909">
                  <c:v>8695.4598679962983</c:v>
                </c:pt>
                <c:pt idx="3910">
                  <c:v>8695.7214909213635</c:v>
                </c:pt>
                <c:pt idx="3911">
                  <c:v>8695.7129916204558</c:v>
                </c:pt>
                <c:pt idx="3912">
                  <c:v>8696.0529155715794</c:v>
                </c:pt>
                <c:pt idx="3913">
                  <c:v>8696.0466406184205</c:v>
                </c:pt>
                <c:pt idx="3914">
                  <c:v>8696.4960137065664</c:v>
                </c:pt>
                <c:pt idx="3915">
                  <c:v>8698.6452490400043</c:v>
                </c:pt>
                <c:pt idx="3916">
                  <c:v>8700.8088965967345</c:v>
                </c:pt>
                <c:pt idx="3917">
                  <c:v>8702.0225563189197</c:v>
                </c:pt>
                <c:pt idx="3918">
                  <c:v>8702.3527707381145</c:v>
                </c:pt>
                <c:pt idx="3919">
                  <c:v>8703.4271704029543</c:v>
                </c:pt>
                <c:pt idx="3920">
                  <c:v>8703.328570184678</c:v>
                </c:pt>
                <c:pt idx="3921">
                  <c:v>8703.3085641846938</c:v>
                </c:pt>
                <c:pt idx="3922">
                  <c:v>8703.3045559045368</c:v>
                </c:pt>
                <c:pt idx="3923">
                  <c:v>8703.5431034239318</c:v>
                </c:pt>
                <c:pt idx="3924">
                  <c:v>8703.5294797390416</c:v>
                </c:pt>
                <c:pt idx="3925">
                  <c:v>8703.5267934309013</c:v>
                </c:pt>
                <c:pt idx="3926">
                  <c:v>8704.403466991118</c:v>
                </c:pt>
                <c:pt idx="3927">
                  <c:v>8704.3562665272857</c:v>
                </c:pt>
                <c:pt idx="3928">
                  <c:v>8704.3946858346062</c:v>
                </c:pt>
                <c:pt idx="3929">
                  <c:v>8704.6633925544393</c:v>
                </c:pt>
                <c:pt idx="3930">
                  <c:v>8705.5921008686964</c:v>
                </c:pt>
                <c:pt idx="3931">
                  <c:v>8708.3671555517722</c:v>
                </c:pt>
                <c:pt idx="3932">
                  <c:v>8710.3109245745436</c:v>
                </c:pt>
                <c:pt idx="3933">
                  <c:v>8710.7985973973791</c:v>
                </c:pt>
                <c:pt idx="3934">
                  <c:v>8710.7591809961887</c:v>
                </c:pt>
                <c:pt idx="3935">
                  <c:v>8711.0155835415226</c:v>
                </c:pt>
                <c:pt idx="3936">
                  <c:v>8711.291344472831</c:v>
                </c:pt>
                <c:pt idx="3937">
                  <c:v>8711.2836848510015</c:v>
                </c:pt>
                <c:pt idx="3938">
                  <c:v>8711.8986259580925</c:v>
                </c:pt>
                <c:pt idx="3939">
                  <c:v>8712.2436941165524</c:v>
                </c:pt>
                <c:pt idx="3940">
                  <c:v>8712.2993547309634</c:v>
                </c:pt>
                <c:pt idx="3941">
                  <c:v>8712.9707908025575</c:v>
                </c:pt>
                <c:pt idx="3942">
                  <c:v>8713.0167115913264</c:v>
                </c:pt>
                <c:pt idx="3943">
                  <c:v>8713.5018925815657</c:v>
                </c:pt>
                <c:pt idx="3944">
                  <c:v>8723.331810510339</c:v>
                </c:pt>
                <c:pt idx="3945">
                  <c:v>8728.2544470865087</c:v>
                </c:pt>
                <c:pt idx="3946">
                  <c:v>8732.0412345410787</c:v>
                </c:pt>
                <c:pt idx="3947">
                  <c:v>8732.2720486248745</c:v>
                </c:pt>
                <c:pt idx="3948">
                  <c:v>8732.6767480318904</c:v>
                </c:pt>
                <c:pt idx="3949">
                  <c:v>8743.4566278536968</c:v>
                </c:pt>
                <c:pt idx="3950">
                  <c:v>8745.84516013965</c:v>
                </c:pt>
                <c:pt idx="3951">
                  <c:v>8752.406248782594</c:v>
                </c:pt>
                <c:pt idx="3952">
                  <c:v>8761.8729870149928</c:v>
                </c:pt>
                <c:pt idx="3953">
                  <c:v>8763.0925081400437</c:v>
                </c:pt>
                <c:pt idx="3954">
                  <c:v>8765.9870742859803</c:v>
                </c:pt>
                <c:pt idx="3955">
                  <c:v>8767.7426070807051</c:v>
                </c:pt>
                <c:pt idx="3956">
                  <c:v>8767.6054428761272</c:v>
                </c:pt>
                <c:pt idx="3957">
                  <c:v>8769.1822503575022</c:v>
                </c:pt>
                <c:pt idx="3958">
                  <c:v>8769.2134115057961</c:v>
                </c:pt>
                <c:pt idx="3959">
                  <c:v>8769.1967671661241</c:v>
                </c:pt>
                <c:pt idx="3960">
                  <c:v>8770.5386825860915</c:v>
                </c:pt>
                <c:pt idx="3961">
                  <c:v>8770.353268668634</c:v>
                </c:pt>
                <c:pt idx="3962">
                  <c:v>8770.3658292848668</c:v>
                </c:pt>
                <c:pt idx="3963">
                  <c:v>8771.666678153968</c:v>
                </c:pt>
                <c:pt idx="3964">
                  <c:v>8772.039796430432</c:v>
                </c:pt>
                <c:pt idx="3965">
                  <c:v>8772.8376474398574</c:v>
                </c:pt>
                <c:pt idx="3966">
                  <c:v>8773.0412522437891</c:v>
                </c:pt>
                <c:pt idx="3967">
                  <c:v>8773.7985152742094</c:v>
                </c:pt>
                <c:pt idx="3968">
                  <c:v>8774.2613185194969</c:v>
                </c:pt>
                <c:pt idx="3969">
                  <c:v>8774.2301213985847</c:v>
                </c:pt>
                <c:pt idx="3970">
                  <c:v>8774.5289132532471</c:v>
                </c:pt>
                <c:pt idx="3971">
                  <c:v>8777.0456257171409</c:v>
                </c:pt>
                <c:pt idx="3972">
                  <c:v>8776.7911189243841</c:v>
                </c:pt>
                <c:pt idx="3973">
                  <c:v>8783.6365502177759</c:v>
                </c:pt>
                <c:pt idx="3974">
                  <c:v>8788.1085884478744</c:v>
                </c:pt>
                <c:pt idx="3975">
                  <c:v>8788.1459763478051</c:v>
                </c:pt>
                <c:pt idx="3976">
                  <c:v>8788.4475422255346</c:v>
                </c:pt>
                <c:pt idx="3977">
                  <c:v>8789.2648605621307</c:v>
                </c:pt>
                <c:pt idx="3978">
                  <c:v>8800.4973369875224</c:v>
                </c:pt>
                <c:pt idx="3979">
                  <c:v>8811.2794061442419</c:v>
                </c:pt>
                <c:pt idx="3980">
                  <c:v>8810.9442611598624</c:v>
                </c:pt>
                <c:pt idx="3981">
                  <c:v>8811.1872335211174</c:v>
                </c:pt>
                <c:pt idx="3982">
                  <c:v>8811.1728486143547</c:v>
                </c:pt>
                <c:pt idx="3983">
                  <c:v>8811.1728486143547</c:v>
                </c:pt>
                <c:pt idx="3984">
                  <c:v>8811.1728486143547</c:v>
                </c:pt>
                <c:pt idx="3985">
                  <c:v>8811.1688976383011</c:v>
                </c:pt>
                <c:pt idx="3986">
                  <c:v>8811.1682202413231</c:v>
                </c:pt>
                <c:pt idx="3987">
                  <c:v>8811.8995978018102</c:v>
                </c:pt>
                <c:pt idx="3988">
                  <c:v>8811.9562040808232</c:v>
                </c:pt>
                <c:pt idx="3989">
                  <c:v>8812.056917213582</c:v>
                </c:pt>
                <c:pt idx="3990">
                  <c:v>8819.7318646029507</c:v>
                </c:pt>
                <c:pt idx="3991">
                  <c:v>8820.2624643710787</c:v>
                </c:pt>
                <c:pt idx="3992">
                  <c:v>8822.8811293886283</c:v>
                </c:pt>
                <c:pt idx="3993">
                  <c:v>8822.6366401314608</c:v>
                </c:pt>
                <c:pt idx="3994">
                  <c:v>8822.571657710725</c:v>
                </c:pt>
                <c:pt idx="3995">
                  <c:v>8825.1213042914751</c:v>
                </c:pt>
                <c:pt idx="3996">
                  <c:v>8825.8302173436223</c:v>
                </c:pt>
                <c:pt idx="3997">
                  <c:v>8828.117076718223</c:v>
                </c:pt>
                <c:pt idx="3998">
                  <c:v>8828.0144620730862</c:v>
                </c:pt>
                <c:pt idx="3999">
                  <c:v>8828.4254924500583</c:v>
                </c:pt>
                <c:pt idx="4000">
                  <c:v>8831.8436416389777</c:v>
                </c:pt>
                <c:pt idx="4001">
                  <c:v>8838.5437910150158</c:v>
                </c:pt>
                <c:pt idx="4002">
                  <c:v>8838.5138572558062</c:v>
                </c:pt>
                <c:pt idx="4003">
                  <c:v>8839.4303383139068</c:v>
                </c:pt>
                <c:pt idx="4004">
                  <c:v>8840.3563030445566</c:v>
                </c:pt>
                <c:pt idx="4005">
                  <c:v>8840.96499983576</c:v>
                </c:pt>
                <c:pt idx="4006">
                  <c:v>8841.140267931507</c:v>
                </c:pt>
                <c:pt idx="4007">
                  <c:v>8841.2517367247692</c:v>
                </c:pt>
                <c:pt idx="4008">
                  <c:v>8841.542797628812</c:v>
                </c:pt>
                <c:pt idx="4009">
                  <c:v>8841.6486685762029</c:v>
                </c:pt>
                <c:pt idx="4010">
                  <c:v>8843.4658588648326</c:v>
                </c:pt>
                <c:pt idx="4011">
                  <c:v>8844.0434735716335</c:v>
                </c:pt>
                <c:pt idx="4012">
                  <c:v>8844.2868767122145</c:v>
                </c:pt>
                <c:pt idx="4013">
                  <c:v>8845.622293440103</c:v>
                </c:pt>
                <c:pt idx="4014">
                  <c:v>8845.7459812112338</c:v>
                </c:pt>
                <c:pt idx="4015">
                  <c:v>8845.7408040543942</c:v>
                </c:pt>
                <c:pt idx="4016">
                  <c:v>8845.8202583449747</c:v>
                </c:pt>
                <c:pt idx="4017">
                  <c:v>8846.322626011528</c:v>
                </c:pt>
                <c:pt idx="4018">
                  <c:v>8846.2637846983907</c:v>
                </c:pt>
                <c:pt idx="4019">
                  <c:v>8846.7691580697738</c:v>
                </c:pt>
                <c:pt idx="4020">
                  <c:v>8846.9788613230121</c:v>
                </c:pt>
                <c:pt idx="4021">
                  <c:v>8846.928750903031</c:v>
                </c:pt>
                <c:pt idx="4022">
                  <c:v>8846.9439622051232</c:v>
                </c:pt>
                <c:pt idx="4023">
                  <c:v>8847.0906804979641</c:v>
                </c:pt>
                <c:pt idx="4024">
                  <c:v>8847.0773838216737</c:v>
                </c:pt>
                <c:pt idx="4025">
                  <c:v>8847.3447416151612</c:v>
                </c:pt>
                <c:pt idx="4026">
                  <c:v>8847.3265877268859</c:v>
                </c:pt>
                <c:pt idx="4027">
                  <c:v>8847.7518598446222</c:v>
                </c:pt>
                <c:pt idx="4028">
                  <c:v>8848.0546221650729</c:v>
                </c:pt>
                <c:pt idx="4029">
                  <c:v>8848.3146834673062</c:v>
                </c:pt>
                <c:pt idx="4030">
                  <c:v>8848.3000143188292</c:v>
                </c:pt>
                <c:pt idx="4031">
                  <c:v>8848.4364823753967</c:v>
                </c:pt>
                <c:pt idx="4032">
                  <c:v>8848.5347946847924</c:v>
                </c:pt>
                <c:pt idx="4033">
                  <c:v>8848.6367791901139</c:v>
                </c:pt>
                <c:pt idx="4034">
                  <c:v>8848.6324921287287</c:v>
                </c:pt>
                <c:pt idx="4035">
                  <c:v>8848.6402125716359</c:v>
                </c:pt>
                <c:pt idx="4036">
                  <c:v>8848.9014810136141</c:v>
                </c:pt>
                <c:pt idx="4037">
                  <c:v>8849.6182147641448</c:v>
                </c:pt>
                <c:pt idx="4038">
                  <c:v>8850.3628261724934</c:v>
                </c:pt>
                <c:pt idx="4039">
                  <c:v>8850.4818719779287</c:v>
                </c:pt>
                <c:pt idx="4040">
                  <c:v>8850.9972141325215</c:v>
                </c:pt>
                <c:pt idx="4041">
                  <c:v>8851.645268565715</c:v>
                </c:pt>
                <c:pt idx="4042">
                  <c:v>8854.7480807119555</c:v>
                </c:pt>
                <c:pt idx="4043">
                  <c:v>8867.6533057264478</c:v>
                </c:pt>
                <c:pt idx="4044">
                  <c:v>8868.3755837564622</c:v>
                </c:pt>
                <c:pt idx="4045">
                  <c:v>8869.7847804420689</c:v>
                </c:pt>
                <c:pt idx="4046">
                  <c:v>8869.9907584742359</c:v>
                </c:pt>
                <c:pt idx="4047">
                  <c:v>8869.9534601955274</c:v>
                </c:pt>
                <c:pt idx="4048">
                  <c:v>8869.9463977105806</c:v>
                </c:pt>
                <c:pt idx="4049">
                  <c:v>8870.6790372213181</c:v>
                </c:pt>
                <c:pt idx="4050">
                  <c:v>8871.7930695499363</c:v>
                </c:pt>
                <c:pt idx="4051">
                  <c:v>8872.6755484006189</c:v>
                </c:pt>
                <c:pt idx="4052">
                  <c:v>8872.5917940608379</c:v>
                </c:pt>
                <c:pt idx="4053">
                  <c:v>8872.6576775362973</c:v>
                </c:pt>
                <c:pt idx="4054">
                  <c:v>8873.0011952266104</c:v>
                </c:pt>
                <c:pt idx="4055">
                  <c:v>8873.1225935330949</c:v>
                </c:pt>
                <c:pt idx="4056">
                  <c:v>8873.5728119048545</c:v>
                </c:pt>
                <c:pt idx="4057">
                  <c:v>8873.5827419277648</c:v>
                </c:pt>
                <c:pt idx="4058">
                  <c:v>8873.7577053060486</c:v>
                </c:pt>
                <c:pt idx="4059">
                  <c:v>8874.1302133939898</c:v>
                </c:pt>
                <c:pt idx="4060">
                  <c:v>8874.5065005760935</c:v>
                </c:pt>
                <c:pt idx="4061">
                  <c:v>8875.0324285190709</c:v>
                </c:pt>
                <c:pt idx="4062">
                  <c:v>8875.2649375271521</c:v>
                </c:pt>
                <c:pt idx="4063">
                  <c:v>8875.8054652671926</c:v>
                </c:pt>
                <c:pt idx="4064">
                  <c:v>8875.7487374540106</c:v>
                </c:pt>
                <c:pt idx="4065">
                  <c:v>8875.7370648105898</c:v>
                </c:pt>
                <c:pt idx="4066">
                  <c:v>8875.8413571055862</c:v>
                </c:pt>
                <c:pt idx="4067">
                  <c:v>8876.0969840377948</c:v>
                </c:pt>
                <c:pt idx="4068">
                  <c:v>8877.3131072320994</c:v>
                </c:pt>
                <c:pt idx="4069">
                  <c:v>8877.4003116248659</c:v>
                </c:pt>
                <c:pt idx="4070">
                  <c:v>8877.3586256334875</c:v>
                </c:pt>
                <c:pt idx="4071">
                  <c:v>8877.4014230174489</c:v>
                </c:pt>
                <c:pt idx="4072">
                  <c:v>8878.2120286955651</c:v>
                </c:pt>
                <c:pt idx="4073">
                  <c:v>8878.4544141088718</c:v>
                </c:pt>
                <c:pt idx="4074">
                  <c:v>8878.850600817168</c:v>
                </c:pt>
                <c:pt idx="4075">
                  <c:v>8879.5762976487713</c:v>
                </c:pt>
                <c:pt idx="4076">
                  <c:v>8879.7561767106945</c:v>
                </c:pt>
                <c:pt idx="4077">
                  <c:v>8880.1802528875724</c:v>
                </c:pt>
                <c:pt idx="4078">
                  <c:v>8880.3491654603022</c:v>
                </c:pt>
                <c:pt idx="4079">
                  <c:v>8880.6098193272137</c:v>
                </c:pt>
                <c:pt idx="4080">
                  <c:v>8880.72050423371</c:v>
                </c:pt>
                <c:pt idx="4081">
                  <c:v>8881.1813640716064</c:v>
                </c:pt>
                <c:pt idx="4082">
                  <c:v>8881.359278574284</c:v>
                </c:pt>
                <c:pt idx="4083">
                  <c:v>8881.6964418050029</c:v>
                </c:pt>
                <c:pt idx="4084">
                  <c:v>8881.9888002174157</c:v>
                </c:pt>
                <c:pt idx="4085">
                  <c:v>8882.509517670791</c:v>
                </c:pt>
                <c:pt idx="4086">
                  <c:v>8883.3941001589974</c:v>
                </c:pt>
                <c:pt idx="4087">
                  <c:v>8883.3381560472844</c:v>
                </c:pt>
                <c:pt idx="4088">
                  <c:v>8883.8762790653109</c:v>
                </c:pt>
                <c:pt idx="4089">
                  <c:v>8884.1143489134156</c:v>
                </c:pt>
                <c:pt idx="4090">
                  <c:v>8884.0583511082459</c:v>
                </c:pt>
                <c:pt idx="4091">
                  <c:v>8884.146793004209</c:v>
                </c:pt>
                <c:pt idx="4092">
                  <c:v>8884.2489984512849</c:v>
                </c:pt>
                <c:pt idx="4093">
                  <c:v>8884.23743611379</c:v>
                </c:pt>
                <c:pt idx="4094">
                  <c:v>8884.2900632686033</c:v>
                </c:pt>
                <c:pt idx="4095">
                  <c:v>8884.4792112806081</c:v>
                </c:pt>
                <c:pt idx="4096">
                  <c:v>8884.4961428058978</c:v>
                </c:pt>
                <c:pt idx="4097">
                  <c:v>8885.0734781069023</c:v>
                </c:pt>
                <c:pt idx="4098">
                  <c:v>8885.0349570397448</c:v>
                </c:pt>
                <c:pt idx="4099">
                  <c:v>8885.8769136940864</c:v>
                </c:pt>
                <c:pt idx="4100">
                  <c:v>8886.4481212252122</c:v>
                </c:pt>
                <c:pt idx="4101">
                  <c:v>8886.4976088826879</c:v>
                </c:pt>
                <c:pt idx="4102">
                  <c:v>8886.4862734831622</c:v>
                </c:pt>
                <c:pt idx="4103">
                  <c:v>8886.539967810384</c:v>
                </c:pt>
                <c:pt idx="4104">
                  <c:v>8886.7908561949553</c:v>
                </c:pt>
                <c:pt idx="4105">
                  <c:v>8886.7835194358486</c:v>
                </c:pt>
                <c:pt idx="4106">
                  <c:v>8887.2368633272708</c:v>
                </c:pt>
                <c:pt idx="4107">
                  <c:v>8887.5036547455838</c:v>
                </c:pt>
                <c:pt idx="4108">
                  <c:v>8892.1855461857194</c:v>
                </c:pt>
                <c:pt idx="4109">
                  <c:v>8892.7010597880399</c:v>
                </c:pt>
                <c:pt idx="4110">
                  <c:v>8893.1582693473047</c:v>
                </c:pt>
                <c:pt idx="4111">
                  <c:v>8893.2818072683331</c:v>
                </c:pt>
                <c:pt idx="4112">
                  <c:v>8897.8287609854524</c:v>
                </c:pt>
                <c:pt idx="4113">
                  <c:v>8899.4723734954259</c:v>
                </c:pt>
                <c:pt idx="4114">
                  <c:v>8899.6481196280565</c:v>
                </c:pt>
                <c:pt idx="4115">
                  <c:v>8899.5735940233735</c:v>
                </c:pt>
                <c:pt idx="4116">
                  <c:v>8900.0256483450103</c:v>
                </c:pt>
                <c:pt idx="4117">
                  <c:v>8900.619735634984</c:v>
                </c:pt>
                <c:pt idx="4118">
                  <c:v>8912.3824839553054</c:v>
                </c:pt>
                <c:pt idx="4119">
                  <c:v>8913.3006984663134</c:v>
                </c:pt>
                <c:pt idx="4120">
                  <c:v>8913.2189035251686</c:v>
                </c:pt>
                <c:pt idx="4121">
                  <c:v>8914.3440941128883</c:v>
                </c:pt>
                <c:pt idx="4122">
                  <c:v>8915.4223900981287</c:v>
                </c:pt>
                <c:pt idx="4123">
                  <c:v>8921.4619602511593</c:v>
                </c:pt>
                <c:pt idx="4124">
                  <c:v>8921.6102429763359</c:v>
                </c:pt>
                <c:pt idx="4125">
                  <c:v>8921.6606922170577</c:v>
                </c:pt>
                <c:pt idx="4126">
                  <c:v>8921.7148547063116</c:v>
                </c:pt>
                <c:pt idx="4127">
                  <c:v>8921.7087961292982</c:v>
                </c:pt>
                <c:pt idx="4128">
                  <c:v>8921.7075007494605</c:v>
                </c:pt>
                <c:pt idx="4129">
                  <c:v>8921.9358444771533</c:v>
                </c:pt>
                <c:pt idx="4130">
                  <c:v>8922.0898604104696</c:v>
                </c:pt>
                <c:pt idx="4131">
                  <c:v>8922.4558210017585</c:v>
                </c:pt>
                <c:pt idx="4132">
                  <c:v>8922.7618700383846</c:v>
                </c:pt>
                <c:pt idx="4133">
                  <c:v>8922.9994290494615</c:v>
                </c:pt>
                <c:pt idx="4134">
                  <c:v>8923.3376735508264</c:v>
                </c:pt>
                <c:pt idx="4135">
                  <c:v>8923.5520626324651</c:v>
                </c:pt>
                <c:pt idx="4136">
                  <c:v>8923.7986199667848</c:v>
                </c:pt>
                <c:pt idx="4137">
                  <c:v>8923.8739275733569</c:v>
                </c:pt>
                <c:pt idx="4138">
                  <c:v>8923.854711607215</c:v>
                </c:pt>
                <c:pt idx="4139">
                  <c:v>8923.8744336312648</c:v>
                </c:pt>
                <c:pt idx="4140">
                  <c:v>8923.9005545069795</c:v>
                </c:pt>
                <c:pt idx="4141">
                  <c:v>8924.1749175417517</c:v>
                </c:pt>
                <c:pt idx="4142">
                  <c:v>8924.2615991612784</c:v>
                </c:pt>
                <c:pt idx="4143">
                  <c:v>8925.5174982129738</c:v>
                </c:pt>
                <c:pt idx="4144">
                  <c:v>8925.6085684383615</c:v>
                </c:pt>
                <c:pt idx="4145">
                  <c:v>8925.5942558510178</c:v>
                </c:pt>
                <c:pt idx="4146">
                  <c:v>8947.7833238858748</c:v>
                </c:pt>
                <c:pt idx="4147">
                  <c:v>8949.7183180427965</c:v>
                </c:pt>
                <c:pt idx="4148">
                  <c:v>8949.5073763421096</c:v>
                </c:pt>
                <c:pt idx="4149">
                  <c:v>8949.587055356651</c:v>
                </c:pt>
                <c:pt idx="4150">
                  <c:v>8949.5778204960188</c:v>
                </c:pt>
                <c:pt idx="4151">
                  <c:v>8949.6279013152107</c:v>
                </c:pt>
                <c:pt idx="4152">
                  <c:v>8949.6700955430279</c:v>
                </c:pt>
                <c:pt idx="4153">
                  <c:v>8949.7749491448249</c:v>
                </c:pt>
                <c:pt idx="4154">
                  <c:v>8949.8399705452666</c:v>
                </c:pt>
                <c:pt idx="4155">
                  <c:v>8950.0385597271252</c:v>
                </c:pt>
                <c:pt idx="4156">
                  <c:v>8950.1799900914721</c:v>
                </c:pt>
                <c:pt idx="4157">
                  <c:v>8950.2389553636349</c:v>
                </c:pt>
                <c:pt idx="4158">
                  <c:v>8950.7162924316326</c:v>
                </c:pt>
                <c:pt idx="4159">
                  <c:v>8952.2114979602084</c:v>
                </c:pt>
                <c:pt idx="4160">
                  <c:v>8952.0749629328293</c:v>
                </c:pt>
                <c:pt idx="4161">
                  <c:v>8952.1145327605718</c:v>
                </c:pt>
                <c:pt idx="4162">
                  <c:v>8952.0995217669133</c:v>
                </c:pt>
                <c:pt idx="4163">
                  <c:v>8952.13189989272</c:v>
                </c:pt>
                <c:pt idx="4164">
                  <c:v>8952.1249343378622</c:v>
                </c:pt>
                <c:pt idx="4165">
                  <c:v>8952.872137124361</c:v>
                </c:pt>
                <c:pt idx="4166">
                  <c:v>8953.0819976567127</c:v>
                </c:pt>
                <c:pt idx="4167">
                  <c:v>8953.0338371269972</c:v>
                </c:pt>
                <c:pt idx="4168">
                  <c:v>8953.06548791567</c:v>
                </c:pt>
                <c:pt idx="4169">
                  <c:v>8953.0559135271069</c:v>
                </c:pt>
                <c:pt idx="4170">
                  <c:v>8953.0736426168605</c:v>
                </c:pt>
                <c:pt idx="4171">
                  <c:v>8953.5263762144768</c:v>
                </c:pt>
                <c:pt idx="4172">
                  <c:v>8954.1855453012904</c:v>
                </c:pt>
                <c:pt idx="4173">
                  <c:v>8954.157077628226</c:v>
                </c:pt>
                <c:pt idx="4174">
                  <c:v>8954.2577569047553</c:v>
                </c:pt>
                <c:pt idx="4175">
                  <c:v>8954.2528762250295</c:v>
                </c:pt>
                <c:pt idx="4176">
                  <c:v>8954.2842640286053</c:v>
                </c:pt>
                <c:pt idx="4177">
                  <c:v>8954.2828600000648</c:v>
                </c:pt>
                <c:pt idx="4178">
                  <c:v>8954.4061628420604</c:v>
                </c:pt>
                <c:pt idx="4179">
                  <c:v>8954.7565245629721</c:v>
                </c:pt>
                <c:pt idx="4180">
                  <c:v>8954.7639866928639</c:v>
                </c:pt>
                <c:pt idx="4181">
                  <c:v>8955.1770223681251</c:v>
                </c:pt>
                <c:pt idx="4182">
                  <c:v>8955.6838326341312</c:v>
                </c:pt>
                <c:pt idx="4183">
                  <c:v>8955.9482575509046</c:v>
                </c:pt>
                <c:pt idx="4184">
                  <c:v>8956.233414066759</c:v>
                </c:pt>
                <c:pt idx="4185">
                  <c:v>8956.3748534857732</c:v>
                </c:pt>
                <c:pt idx="4186">
                  <c:v>8956.3340370708847</c:v>
                </c:pt>
                <c:pt idx="4187">
                  <c:v>8956.3403744151492</c:v>
                </c:pt>
                <c:pt idx="4188">
                  <c:v>8956.4332535559133</c:v>
                </c:pt>
                <c:pt idx="4189">
                  <c:v>8956.4642964913473</c:v>
                </c:pt>
                <c:pt idx="4190">
                  <c:v>8956.5646175581569</c:v>
                </c:pt>
                <c:pt idx="4191">
                  <c:v>8956.563691204221</c:v>
                </c:pt>
                <c:pt idx="4192">
                  <c:v>8956.6075845436626</c:v>
                </c:pt>
                <c:pt idx="4193">
                  <c:v>8956.6148598453947</c:v>
                </c:pt>
                <c:pt idx="4194">
                  <c:v>8956.990891167181</c:v>
                </c:pt>
                <c:pt idx="4195">
                  <c:v>8957.5424354491934</c:v>
                </c:pt>
                <c:pt idx="4196">
                  <c:v>8958.3424641016554</c:v>
                </c:pt>
                <c:pt idx="4197">
                  <c:v>8958.745390873637</c:v>
                </c:pt>
                <c:pt idx="4198">
                  <c:v>8958.7675624428266</c:v>
                </c:pt>
                <c:pt idx="4199">
                  <c:v>8958.864368300392</c:v>
                </c:pt>
                <c:pt idx="4200">
                  <c:v>8958.9851612940183</c:v>
                </c:pt>
                <c:pt idx="4201">
                  <c:v>8959.0480621783754</c:v>
                </c:pt>
                <c:pt idx="4202">
                  <c:v>8959.2098259714876</c:v>
                </c:pt>
                <c:pt idx="4203">
                  <c:v>8959.9653211964305</c:v>
                </c:pt>
                <c:pt idx="4204">
                  <c:v>8960.795488356549</c:v>
                </c:pt>
                <c:pt idx="4205">
                  <c:v>8961.4908999167255</c:v>
                </c:pt>
                <c:pt idx="4206">
                  <c:v>8962.6169797233215</c:v>
                </c:pt>
                <c:pt idx="4207">
                  <c:v>8962.8751587966435</c:v>
                </c:pt>
                <c:pt idx="4208">
                  <c:v>8962.8542346637932</c:v>
                </c:pt>
                <c:pt idx="4209">
                  <c:v>8963.3500875716436</c:v>
                </c:pt>
                <c:pt idx="4210">
                  <c:v>8963.3993137689176</c:v>
                </c:pt>
                <c:pt idx="4211">
                  <c:v>8967.6607819041146</c:v>
                </c:pt>
                <c:pt idx="4212">
                  <c:v>8967.219612927116</c:v>
                </c:pt>
                <c:pt idx="4213">
                  <c:v>8967.129692600518</c:v>
                </c:pt>
                <c:pt idx="4214">
                  <c:v>8967.1159249074553</c:v>
                </c:pt>
                <c:pt idx="4215">
                  <c:v>8967.1288956541284</c:v>
                </c:pt>
                <c:pt idx="4216">
                  <c:v>8967.1258181786816</c:v>
                </c:pt>
                <c:pt idx="4217">
                  <c:v>8967.3550595526376</c:v>
                </c:pt>
                <c:pt idx="4218">
                  <c:v>8967.3378147400454</c:v>
                </c:pt>
                <c:pt idx="4219">
                  <c:v>8969.2967792151503</c:v>
                </c:pt>
                <c:pt idx="4220">
                  <c:v>8969.0976985544876</c:v>
                </c:pt>
                <c:pt idx="4221">
                  <c:v>8970.0602458335852</c:v>
                </c:pt>
                <c:pt idx="4222">
                  <c:v>8970.4549570666495</c:v>
                </c:pt>
                <c:pt idx="4223">
                  <c:v>8970.9315744602845</c:v>
                </c:pt>
                <c:pt idx="4224">
                  <c:v>8971.0601140487015</c:v>
                </c:pt>
                <c:pt idx="4225">
                  <c:v>8971.3795351941226</c:v>
                </c:pt>
                <c:pt idx="4226">
                  <c:v>8971.5954432111903</c:v>
                </c:pt>
                <c:pt idx="4227">
                  <c:v>8971.7506241472747</c:v>
                </c:pt>
                <c:pt idx="4228">
                  <c:v>8971.8588657302626</c:v>
                </c:pt>
                <c:pt idx="4229">
                  <c:v>8972.0939526678685</c:v>
                </c:pt>
                <c:pt idx="4230">
                  <c:v>8972.0840643795964</c:v>
                </c:pt>
                <c:pt idx="4231">
                  <c:v>8972.5098754764895</c:v>
                </c:pt>
                <c:pt idx="4232">
                  <c:v>8972.7153592426876</c:v>
                </c:pt>
                <c:pt idx="4233">
                  <c:v>8972.7206933402867</c:v>
                </c:pt>
                <c:pt idx="4234">
                  <c:v>8972.8089717962794</c:v>
                </c:pt>
                <c:pt idx="4235">
                  <c:v>8972.7929009066884</c:v>
                </c:pt>
                <c:pt idx="4236">
                  <c:v>8972.9389519793112</c:v>
                </c:pt>
                <c:pt idx="4237">
                  <c:v>8972.9236542121962</c:v>
                </c:pt>
                <c:pt idx="4238">
                  <c:v>8972.9701092085179</c:v>
                </c:pt>
                <c:pt idx="4239">
                  <c:v>8973.1576033517413</c:v>
                </c:pt>
                <c:pt idx="4240">
                  <c:v>8973.1503837818309</c:v>
                </c:pt>
                <c:pt idx="4241">
                  <c:v>8974.0962910343187</c:v>
                </c:pt>
                <c:pt idx="4242">
                  <c:v>8974.8384062996665</c:v>
                </c:pt>
                <c:pt idx="4243">
                  <c:v>8975.7012345223084</c:v>
                </c:pt>
                <c:pt idx="4244">
                  <c:v>8976.1673334158495</c:v>
                </c:pt>
                <c:pt idx="4245">
                  <c:v>8977.2158841271175</c:v>
                </c:pt>
                <c:pt idx="4246">
                  <c:v>8978.1793678868635</c:v>
                </c:pt>
                <c:pt idx="4247">
                  <c:v>8978.471017937798</c:v>
                </c:pt>
                <c:pt idx="4248">
                  <c:v>8978.467733231997</c:v>
                </c:pt>
                <c:pt idx="4249">
                  <c:v>8978.6250542071266</c:v>
                </c:pt>
                <c:pt idx="4250">
                  <c:v>8979.1546166154458</c:v>
                </c:pt>
                <c:pt idx="4251">
                  <c:v>8979.7392087685166</c:v>
                </c:pt>
                <c:pt idx="4252">
                  <c:v>8980.2657579515544</c:v>
                </c:pt>
                <c:pt idx="4253">
                  <c:v>8981.2363536040739</c:v>
                </c:pt>
                <c:pt idx="4254">
                  <c:v>8982.036203954669</c:v>
                </c:pt>
                <c:pt idx="4255">
                  <c:v>8982.7426864447752</c:v>
                </c:pt>
                <c:pt idx="4256">
                  <c:v>8982.649925170901</c:v>
                </c:pt>
                <c:pt idx="4257">
                  <c:v>8983.3812457320946</c:v>
                </c:pt>
                <c:pt idx="4258">
                  <c:v>8983.9707112778797</c:v>
                </c:pt>
                <c:pt idx="4259">
                  <c:v>8983.8990527084261</c:v>
                </c:pt>
                <c:pt idx="4260">
                  <c:v>8983.8845314003411</c:v>
                </c:pt>
                <c:pt idx="4261">
                  <c:v>8983.8816756153137</c:v>
                </c:pt>
                <c:pt idx="4262">
                  <c:v>8983.9226551251122</c:v>
                </c:pt>
                <c:pt idx="4263">
                  <c:v>8983.972361343207</c:v>
                </c:pt>
                <c:pt idx="4264">
                  <c:v>8984.045920730061</c:v>
                </c:pt>
                <c:pt idx="4265">
                  <c:v>8984.2793467472438</c:v>
                </c:pt>
                <c:pt idx="4266">
                  <c:v>8984.5370184672338</c:v>
                </c:pt>
                <c:pt idx="4267">
                  <c:v>8985.3229566806876</c:v>
                </c:pt>
                <c:pt idx="4268">
                  <c:v>8985.5335384247119</c:v>
                </c:pt>
                <c:pt idx="4269">
                  <c:v>8986.7879920264804</c:v>
                </c:pt>
                <c:pt idx="4270">
                  <c:v>8987.1897317086987</c:v>
                </c:pt>
                <c:pt idx="4271">
                  <c:v>8987.1681435872633</c:v>
                </c:pt>
                <c:pt idx="4272">
                  <c:v>8987.1638266809186</c:v>
                </c:pt>
                <c:pt idx="4273">
                  <c:v>8987.4078890758046</c:v>
                </c:pt>
                <c:pt idx="4274">
                  <c:v>8987.4549146473</c:v>
                </c:pt>
                <c:pt idx="4275">
                  <c:v>8991.8035863190307</c:v>
                </c:pt>
                <c:pt idx="4276">
                  <c:v>8991.7668068687835</c:v>
                </c:pt>
                <c:pt idx="4277">
                  <c:v>8993.302597182068</c:v>
                </c:pt>
                <c:pt idx="4278">
                  <c:v>8994.5799144315697</c:v>
                </c:pt>
                <c:pt idx="4279">
                  <c:v>9003.9048276034628</c:v>
                </c:pt>
                <c:pt idx="4280">
                  <c:v>9004.5700309623535</c:v>
                </c:pt>
                <c:pt idx="4281">
                  <c:v>9004.8991586211268</c:v>
                </c:pt>
                <c:pt idx="4282">
                  <c:v>9005.6391505739339</c:v>
                </c:pt>
                <c:pt idx="4283">
                  <c:v>9006.5443856553647</c:v>
                </c:pt>
                <c:pt idx="4284">
                  <c:v>9006.4783897603356</c:v>
                </c:pt>
                <c:pt idx="4285">
                  <c:v>9006.4547139802544</c:v>
                </c:pt>
                <c:pt idx="4286">
                  <c:v>9006.5167053785572</c:v>
                </c:pt>
                <c:pt idx="4287">
                  <c:v>9006.560411623539</c:v>
                </c:pt>
                <c:pt idx="4288">
                  <c:v>9006.5719771326148</c:v>
                </c:pt>
                <c:pt idx="4289">
                  <c:v>9006.7278003985866</c:v>
                </c:pt>
                <c:pt idx="4290">
                  <c:v>9006.7237003045848</c:v>
                </c:pt>
                <c:pt idx="4291">
                  <c:v>9007.2361490744279</c:v>
                </c:pt>
                <c:pt idx="4292">
                  <c:v>9007.5374908208378</c:v>
                </c:pt>
                <c:pt idx="4293">
                  <c:v>9008.8397563895815</c:v>
                </c:pt>
                <c:pt idx="4294">
                  <c:v>9010.6241144554315</c:v>
                </c:pt>
                <c:pt idx="4295">
                  <c:v>9010.7080567409848</c:v>
                </c:pt>
                <c:pt idx="4296">
                  <c:v>9016.0654543247674</c:v>
                </c:pt>
                <c:pt idx="4297">
                  <c:v>9016.109318657318</c:v>
                </c:pt>
                <c:pt idx="4298">
                  <c:v>9017.2862147164669</c:v>
                </c:pt>
                <c:pt idx="4299">
                  <c:v>9017.6379950061073</c:v>
                </c:pt>
                <c:pt idx="4300">
                  <c:v>9017.8891276645736</c:v>
                </c:pt>
                <c:pt idx="4301">
                  <c:v>9017.9824594986658</c:v>
                </c:pt>
                <c:pt idx="4302">
                  <c:v>9018.3159459236103</c:v>
                </c:pt>
                <c:pt idx="4303">
                  <c:v>9018.6573117320786</c:v>
                </c:pt>
                <c:pt idx="4304">
                  <c:v>9019.0576762452802</c:v>
                </c:pt>
                <c:pt idx="4305">
                  <c:v>9019.0840877414648</c:v>
                </c:pt>
                <c:pt idx="4306">
                  <c:v>9019.1794797674465</c:v>
                </c:pt>
                <c:pt idx="4307">
                  <c:v>9019.3457921945555</c:v>
                </c:pt>
                <c:pt idx="4308">
                  <c:v>9019.3224441288312</c:v>
                </c:pt>
                <c:pt idx="4309">
                  <c:v>9019.3172787715594</c:v>
                </c:pt>
                <c:pt idx="4310">
                  <c:v>9019.3379356818241</c:v>
                </c:pt>
                <c:pt idx="4311">
                  <c:v>9019.3384498649866</c:v>
                </c:pt>
                <c:pt idx="4312">
                  <c:v>9019.5409647924826</c:v>
                </c:pt>
                <c:pt idx="4313">
                  <c:v>9020.424308234431</c:v>
                </c:pt>
                <c:pt idx="4314">
                  <c:v>9020.6884311438698</c:v>
                </c:pt>
                <c:pt idx="4315">
                  <c:v>9021.677966389434</c:v>
                </c:pt>
                <c:pt idx="4316">
                  <c:v>9021.9166600937151</c:v>
                </c:pt>
                <c:pt idx="4317">
                  <c:v>9021.896825360096</c:v>
                </c:pt>
                <c:pt idx="4318">
                  <c:v>9024.1227047077755</c:v>
                </c:pt>
                <c:pt idx="4319">
                  <c:v>9024.2712851120541</c:v>
                </c:pt>
                <c:pt idx="4320">
                  <c:v>9024.6162131687961</c:v>
                </c:pt>
                <c:pt idx="4321">
                  <c:v>9024.7178938030775</c:v>
                </c:pt>
                <c:pt idx="4322">
                  <c:v>9025.02941425276</c:v>
                </c:pt>
                <c:pt idx="4323">
                  <c:v>9025.2781905312058</c:v>
                </c:pt>
                <c:pt idx="4324">
                  <c:v>9025.2958901171187</c:v>
                </c:pt>
                <c:pt idx="4325">
                  <c:v>9026.4345985388463</c:v>
                </c:pt>
                <c:pt idx="4326">
                  <c:v>9026.3689176599346</c:v>
                </c:pt>
                <c:pt idx="4327">
                  <c:v>9026.6165498138671</c:v>
                </c:pt>
                <c:pt idx="4328">
                  <c:v>9027.2597460461002</c:v>
                </c:pt>
                <c:pt idx="4329">
                  <c:v>9027.4579244588203</c:v>
                </c:pt>
                <c:pt idx="4330">
                  <c:v>9027.8809500918633</c:v>
                </c:pt>
                <c:pt idx="4331">
                  <c:v>9027.8983818461129</c:v>
                </c:pt>
                <c:pt idx="4332">
                  <c:v>9027.8656687605708</c:v>
                </c:pt>
                <c:pt idx="4333">
                  <c:v>9028.0067768178596</c:v>
                </c:pt>
                <c:pt idx="4334">
                  <c:v>9028.0008535531961</c:v>
                </c:pt>
                <c:pt idx="4335">
                  <c:v>9032.6197870441702</c:v>
                </c:pt>
                <c:pt idx="4336">
                  <c:v>9032.3325535499716</c:v>
                </c:pt>
                <c:pt idx="4337">
                  <c:v>9032.4164228709087</c:v>
                </c:pt>
                <c:pt idx="4338">
                  <c:v>9032.39575117602</c:v>
                </c:pt>
                <c:pt idx="4339">
                  <c:v>9032.9447071593531</c:v>
                </c:pt>
                <c:pt idx="4340">
                  <c:v>9033.6151991044917</c:v>
                </c:pt>
                <c:pt idx="4341">
                  <c:v>9033.9406574572786</c:v>
                </c:pt>
                <c:pt idx="4342">
                  <c:v>9034.4873777553294</c:v>
                </c:pt>
                <c:pt idx="4343">
                  <c:v>9034.8857661345028</c:v>
                </c:pt>
                <c:pt idx="4344">
                  <c:v>9035.0995843478104</c:v>
                </c:pt>
                <c:pt idx="4345">
                  <c:v>9035.0880908162453</c:v>
                </c:pt>
                <c:pt idx="4346">
                  <c:v>9035.4392214296095</c:v>
                </c:pt>
                <c:pt idx="4347">
                  <c:v>9035.6629086862376</c:v>
                </c:pt>
                <c:pt idx="4348">
                  <c:v>9037.6994444968241</c:v>
                </c:pt>
                <c:pt idx="4349">
                  <c:v>9037.4433747982002</c:v>
                </c:pt>
                <c:pt idx="4350">
                  <c:v>9037.3918379445331</c:v>
                </c:pt>
                <c:pt idx="4351">
                  <c:v>9037.3949788104801</c:v>
                </c:pt>
                <c:pt idx="4352">
                  <c:v>9039.4613726949938</c:v>
                </c:pt>
                <c:pt idx="4353">
                  <c:v>9039.2773764677713</c:v>
                </c:pt>
                <c:pt idx="4354">
                  <c:v>9039.2401934182271</c:v>
                </c:pt>
                <c:pt idx="4355">
                  <c:v>9039.2711244744405</c:v>
                </c:pt>
                <c:pt idx="4356">
                  <c:v>9039.2627604395311</c:v>
                </c:pt>
                <c:pt idx="4357">
                  <c:v>9039.2610178977902</c:v>
                </c:pt>
                <c:pt idx="4358">
                  <c:v>9039.2607606309266</c:v>
                </c:pt>
                <c:pt idx="4359">
                  <c:v>9039.2606961868823</c:v>
                </c:pt>
                <c:pt idx="4360">
                  <c:v>9039.2713649221478</c:v>
                </c:pt>
                <c:pt idx="4361">
                  <c:v>9039.2691981281623</c:v>
                </c:pt>
                <c:pt idx="4362">
                  <c:v>9039.2687537399688</c:v>
                </c:pt>
                <c:pt idx="4363">
                  <c:v>9039.2560620137428</c:v>
                </c:pt>
                <c:pt idx="4364">
                  <c:v>9039.2559068622722</c:v>
                </c:pt>
                <c:pt idx="4365">
                  <c:v>9039.2558811330255</c:v>
                </c:pt>
                <c:pt idx="4366">
                  <c:v>9039.2558696728465</c:v>
                </c:pt>
                <c:pt idx="4367">
                  <c:v>9039.2558613553829</c:v>
                </c:pt>
                <c:pt idx="4368">
                  <c:v>9039.9809739011216</c:v>
                </c:pt>
                <c:pt idx="4369">
                  <c:v>9039.962750273462</c:v>
                </c:pt>
                <c:pt idx="4370">
                  <c:v>9039.959160805809</c:v>
                </c:pt>
                <c:pt idx="4371">
                  <c:v>9040.2469435881958</c:v>
                </c:pt>
                <c:pt idx="4372">
                  <c:v>9040.2305309929234</c:v>
                </c:pt>
                <c:pt idx="4373">
                  <c:v>9040.2271670211157</c:v>
                </c:pt>
                <c:pt idx="4374">
                  <c:v>9041.1132480226879</c:v>
                </c:pt>
                <c:pt idx="4375">
                  <c:v>9042.2300730179541</c:v>
                </c:pt>
                <c:pt idx="4376">
                  <c:v>9042.1150804608478</c:v>
                </c:pt>
                <c:pt idx="4377">
                  <c:v>9042.0340264680417</c:v>
                </c:pt>
                <c:pt idx="4378">
                  <c:v>9042.1026847572175</c:v>
                </c:pt>
                <c:pt idx="4379">
                  <c:v>9042.0938543546508</c:v>
                </c:pt>
                <c:pt idx="4380">
                  <c:v>9042.0920541773321</c:v>
                </c:pt>
                <c:pt idx="4381">
                  <c:v>9042.0916748913423</c:v>
                </c:pt>
                <c:pt idx="4382">
                  <c:v>9042.0916134245581</c:v>
                </c:pt>
                <c:pt idx="4383">
                  <c:v>9042.091590608452</c:v>
                </c:pt>
                <c:pt idx="4384">
                  <c:v>9042.0915756121103</c:v>
                </c:pt>
                <c:pt idx="4385">
                  <c:v>9042.0915623139863</c:v>
                </c:pt>
                <c:pt idx="4386">
                  <c:v>9042.0915495181998</c:v>
                </c:pt>
                <c:pt idx="4387">
                  <c:v>9042.0915368140486</c:v>
                </c:pt>
                <c:pt idx="4388">
                  <c:v>9042.0910494364362</c:v>
                </c:pt>
                <c:pt idx="4389">
                  <c:v>9042.0910361072984</c:v>
                </c:pt>
                <c:pt idx="4390">
                  <c:v>9042.0910273059944</c:v>
                </c:pt>
                <c:pt idx="4391">
                  <c:v>9044.5675535672017</c:v>
                </c:pt>
                <c:pt idx="4392">
                  <c:v>9044.4553009884003</c:v>
                </c:pt>
                <c:pt idx="4393">
                  <c:v>9045.571643837804</c:v>
                </c:pt>
                <c:pt idx="4394">
                  <c:v>9045.5016565674923</c:v>
                </c:pt>
                <c:pt idx="4395">
                  <c:v>9045.663701551146</c:v>
                </c:pt>
                <c:pt idx="4396">
                  <c:v>9045.6526229480933</c:v>
                </c:pt>
                <c:pt idx="4397">
                  <c:v>9045.6503535605589</c:v>
                </c:pt>
                <c:pt idx="4398">
                  <c:v>9047.0315336360691</c:v>
                </c:pt>
                <c:pt idx="4399">
                  <c:v>9046.9449162736237</c:v>
                </c:pt>
                <c:pt idx="4400">
                  <c:v>9046.9924600295453</c:v>
                </c:pt>
                <c:pt idx="4401">
                  <c:v>9046.981844219521</c:v>
                </c:pt>
                <c:pt idx="4402">
                  <c:v>9046.9796812538862</c:v>
                </c:pt>
                <c:pt idx="4403">
                  <c:v>9047.1556677066601</c:v>
                </c:pt>
                <c:pt idx="4404">
                  <c:v>9047.1252035094385</c:v>
                </c:pt>
                <c:pt idx="4405">
                  <c:v>9047.1190364999256</c:v>
                </c:pt>
                <c:pt idx="4406">
                  <c:v>9047.1182076648365</c:v>
                </c:pt>
                <c:pt idx="4407">
                  <c:v>9047.1180296953662</c:v>
                </c:pt>
                <c:pt idx="4408">
                  <c:v>9047.1179839309225</c:v>
                </c:pt>
                <c:pt idx="4409">
                  <c:v>9047.1179647956633</c:v>
                </c:pt>
                <c:pt idx="4410">
                  <c:v>9047.1179511057289</c:v>
                </c:pt>
                <c:pt idx="4411">
                  <c:v>9047.1179385050873</c:v>
                </c:pt>
                <c:pt idx="4412">
                  <c:v>9047.1179261154739</c:v>
                </c:pt>
                <c:pt idx="4413">
                  <c:v>9047.6347243767887</c:v>
                </c:pt>
                <c:pt idx="4414">
                  <c:v>9050.3717396157881</c:v>
                </c:pt>
                <c:pt idx="4415">
                  <c:v>9050.2915656037749</c:v>
                </c:pt>
                <c:pt idx="4416">
                  <c:v>9050.5710761288756</c:v>
                </c:pt>
                <c:pt idx="4417">
                  <c:v>9050.5795859598438</c:v>
                </c:pt>
                <c:pt idx="4418">
                  <c:v>9051.0409883687807</c:v>
                </c:pt>
                <c:pt idx="4419">
                  <c:v>9057.5791157819076</c:v>
                </c:pt>
                <c:pt idx="4420">
                  <c:v>9057.27540444837</c:v>
                </c:pt>
                <c:pt idx="4421">
                  <c:v>9057.2155899023965</c:v>
                </c:pt>
                <c:pt idx="4422">
                  <c:v>9057.2526867514207</c:v>
                </c:pt>
                <c:pt idx="4423">
                  <c:v>9057.2456593723909</c:v>
                </c:pt>
                <c:pt idx="4424">
                  <c:v>9057.2434018996591</c:v>
                </c:pt>
                <c:pt idx="4425">
                  <c:v>9056.9621990000942</c:v>
                </c:pt>
                <c:pt idx="4426">
                  <c:v>9058.0739523441353</c:v>
                </c:pt>
                <c:pt idx="4427">
                  <c:v>9057.9605855715872</c:v>
                </c:pt>
                <c:pt idx="4428">
                  <c:v>9057.9377003249738</c:v>
                </c:pt>
                <c:pt idx="4429">
                  <c:v>9058.144438256606</c:v>
                </c:pt>
                <c:pt idx="4430">
                  <c:v>9058.1224478727072</c:v>
                </c:pt>
                <c:pt idx="4431">
                  <c:v>9058.1180185220637</c:v>
                </c:pt>
                <c:pt idx="4432">
                  <c:v>9058.1603666888132</c:v>
                </c:pt>
                <c:pt idx="4433">
                  <c:v>9058.15446109816</c:v>
                </c:pt>
                <c:pt idx="4434">
                  <c:v>9058.1532653076556</c:v>
                </c:pt>
                <c:pt idx="4435">
                  <c:v>9059.1854574981735</c:v>
                </c:pt>
                <c:pt idx="4436">
                  <c:v>9059.1050101883757</c:v>
                </c:pt>
                <c:pt idx="4437">
                  <c:v>9062.3023792424428</c:v>
                </c:pt>
                <c:pt idx="4438">
                  <c:v>9062.1852207427219</c:v>
                </c:pt>
                <c:pt idx="4439">
                  <c:v>9062.1624630820024</c:v>
                </c:pt>
                <c:pt idx="4440">
                  <c:v>9067.4114252142281</c:v>
                </c:pt>
                <c:pt idx="4441">
                  <c:v>9067.3016933280505</c:v>
                </c:pt>
                <c:pt idx="4442">
                  <c:v>9067.2809679417642</c:v>
                </c:pt>
                <c:pt idx="4443">
                  <c:v>9067.4727975481364</c:v>
                </c:pt>
                <c:pt idx="4444">
                  <c:v>9067.9097856009994</c:v>
                </c:pt>
                <c:pt idx="4445">
                  <c:v>9071.4247031054601</c:v>
                </c:pt>
                <c:pt idx="4446">
                  <c:v>9071.3099343686135</c:v>
                </c:pt>
                <c:pt idx="4447">
                  <c:v>9071.2852049293651</c:v>
                </c:pt>
                <c:pt idx="4448">
                  <c:v>9070.8898358808528</c:v>
                </c:pt>
                <c:pt idx="4449">
                  <c:v>9071.8074688295674</c:v>
                </c:pt>
                <c:pt idx="4450">
                  <c:v>9072.1824898343893</c:v>
                </c:pt>
                <c:pt idx="4451">
                  <c:v>9072.1276445296644</c:v>
                </c:pt>
                <c:pt idx="4452">
                  <c:v>9072.1182719076351</c:v>
                </c:pt>
                <c:pt idx="4453">
                  <c:v>9072.5540060114254</c:v>
                </c:pt>
                <c:pt idx="4454">
                  <c:v>9072.515315243676</c:v>
                </c:pt>
                <c:pt idx="4455">
                  <c:v>9072.5077400347673</c:v>
                </c:pt>
                <c:pt idx="4456">
                  <c:v>9072.5061790149648</c:v>
                </c:pt>
                <c:pt idx="4457">
                  <c:v>9072.505864944098</c:v>
                </c:pt>
                <c:pt idx="4458">
                  <c:v>9072.5057923769909</c:v>
                </c:pt>
                <c:pt idx="4459">
                  <c:v>9072.5057674280433</c:v>
                </c:pt>
                <c:pt idx="4460">
                  <c:v>9072.5057521572417</c:v>
                </c:pt>
                <c:pt idx="4461">
                  <c:v>9072.5057437913547</c:v>
                </c:pt>
                <c:pt idx="4462">
                  <c:v>9072.5057358904669</c:v>
                </c:pt>
                <c:pt idx="4463">
                  <c:v>9073.1560223324177</c:v>
                </c:pt>
                <c:pt idx="4464">
                  <c:v>9073.1338223307066</c:v>
                </c:pt>
                <c:pt idx="4465">
                  <c:v>9076.699244775542</c:v>
                </c:pt>
                <c:pt idx="4466">
                  <c:v>9076.5832411833635</c:v>
                </c:pt>
                <c:pt idx="4467">
                  <c:v>9078.1627208303908</c:v>
                </c:pt>
                <c:pt idx="4468">
                  <c:v>9078.3074093185751</c:v>
                </c:pt>
                <c:pt idx="4469">
                  <c:v>9078.27132342406</c:v>
                </c:pt>
                <c:pt idx="4470">
                  <c:v>9078.265652927701</c:v>
                </c:pt>
                <c:pt idx="4471">
                  <c:v>9078.2082950349341</c:v>
                </c:pt>
                <c:pt idx="4472">
                  <c:v>9079.8862162599162</c:v>
                </c:pt>
                <c:pt idx="4473">
                  <c:v>9081.0755297561336</c:v>
                </c:pt>
                <c:pt idx="4474">
                  <c:v>9080.9519406451236</c:v>
                </c:pt>
                <c:pt idx="4475">
                  <c:v>9083.7035009296069</c:v>
                </c:pt>
                <c:pt idx="4476">
                  <c:v>9083.5808245024728</c:v>
                </c:pt>
                <c:pt idx="4477">
                  <c:v>9083.5557698178363</c:v>
                </c:pt>
                <c:pt idx="4478">
                  <c:v>9083.5521669356312</c:v>
                </c:pt>
                <c:pt idx="4479">
                  <c:v>9083.5514119392119</c:v>
                </c:pt>
                <c:pt idx="4480">
                  <c:v>9088.5345196499838</c:v>
                </c:pt>
                <c:pt idx="4481">
                  <c:v>9088.2016932096267</c:v>
                </c:pt>
                <c:pt idx="4482">
                  <c:v>9088.4841381507249</c:v>
                </c:pt>
                <c:pt idx="4483">
                  <c:v>9090.5949717272742</c:v>
                </c:pt>
                <c:pt idx="4484">
                  <c:v>9090.5036483065778</c:v>
                </c:pt>
                <c:pt idx="4485">
                  <c:v>9090.4923015463573</c:v>
                </c:pt>
                <c:pt idx="4486">
                  <c:v>9090.490057058636</c:v>
                </c:pt>
                <c:pt idx="4487">
                  <c:v>9090.4896015583818</c:v>
                </c:pt>
                <c:pt idx="4488">
                  <c:v>9090.8973381793385</c:v>
                </c:pt>
                <c:pt idx="4489">
                  <c:v>9090.8822581867007</c:v>
                </c:pt>
                <c:pt idx="4490">
                  <c:v>9090.8792752235167</c:v>
                </c:pt>
                <c:pt idx="4491">
                  <c:v>9090.8786639482805</c:v>
                </c:pt>
                <c:pt idx="4492">
                  <c:v>9092.836310403316</c:v>
                </c:pt>
                <c:pt idx="4493">
                  <c:v>9092.633186583611</c:v>
                </c:pt>
                <c:pt idx="4494">
                  <c:v>9093.807731612711</c:v>
                </c:pt>
                <c:pt idx="4495">
                  <c:v>9098.1664825719581</c:v>
                </c:pt>
                <c:pt idx="4496">
                  <c:v>9100.3203738300945</c:v>
                </c:pt>
                <c:pt idx="4497">
                  <c:v>9101.4364379479484</c:v>
                </c:pt>
                <c:pt idx="4498">
                  <c:v>9101.9431150471883</c:v>
                </c:pt>
                <c:pt idx="4499">
                  <c:v>9101.8387415820016</c:v>
                </c:pt>
                <c:pt idx="4500">
                  <c:v>9101.7891314705303</c:v>
                </c:pt>
                <c:pt idx="4501">
                  <c:v>9101.784566891085</c:v>
                </c:pt>
                <c:pt idx="4502">
                  <c:v>9101.9443464626529</c:v>
                </c:pt>
                <c:pt idx="4503">
                  <c:v>9101.9370237603998</c:v>
                </c:pt>
                <c:pt idx="4504">
                  <c:v>9101.9866431261908</c:v>
                </c:pt>
                <c:pt idx="4505">
                  <c:v>9101.9824389568184</c:v>
                </c:pt>
                <c:pt idx="4506">
                  <c:v>9101.9816081682693</c:v>
                </c:pt>
                <c:pt idx="4507">
                  <c:v>9101.9814287398931</c:v>
                </c:pt>
                <c:pt idx="4508">
                  <c:v>9101.9813820692871</c:v>
                </c:pt>
                <c:pt idx="4509">
                  <c:v>9101.9813696942674</c:v>
                </c:pt>
                <c:pt idx="4510">
                  <c:v>9101.9813608412151</c:v>
                </c:pt>
                <c:pt idx="4511">
                  <c:v>9101.9813527087172</c:v>
                </c:pt>
                <c:pt idx="4512">
                  <c:v>9101.981344903792</c:v>
                </c:pt>
                <c:pt idx="4513">
                  <c:v>9101.9813374413297</c:v>
                </c:pt>
                <c:pt idx="4514">
                  <c:v>9101.9813302476268</c:v>
                </c:pt>
                <c:pt idx="4515">
                  <c:v>9101.9813230123891</c:v>
                </c:pt>
                <c:pt idx="4516">
                  <c:v>9101.9813110810501</c:v>
                </c:pt>
                <c:pt idx="4517">
                  <c:v>9101.9812988259473</c:v>
                </c:pt>
                <c:pt idx="4518">
                  <c:v>9102.5138944370083</c:v>
                </c:pt>
                <c:pt idx="4519">
                  <c:v>9102.6575040315365</c:v>
                </c:pt>
                <c:pt idx="4520">
                  <c:v>9102.8821211502673</c:v>
                </c:pt>
                <c:pt idx="4521">
                  <c:v>9102.9735655219629</c:v>
                </c:pt>
                <c:pt idx="4522">
                  <c:v>9103.0641752559022</c:v>
                </c:pt>
                <c:pt idx="4523">
                  <c:v>9103.7041250918392</c:v>
                </c:pt>
                <c:pt idx="4524">
                  <c:v>9103.5794207289891</c:v>
                </c:pt>
                <c:pt idx="4525">
                  <c:v>9103.5542815466015</c:v>
                </c:pt>
                <c:pt idx="4526">
                  <c:v>9103.7077697672212</c:v>
                </c:pt>
                <c:pt idx="4527">
                  <c:v>9103.7121584288034</c:v>
                </c:pt>
                <c:pt idx="4528">
                  <c:v>9103.679300637541</c:v>
                </c:pt>
                <c:pt idx="4529">
                  <c:v>9103.6728273146291</c:v>
                </c:pt>
                <c:pt idx="4530">
                  <c:v>9103.6715443605663</c:v>
                </c:pt>
                <c:pt idx="4531">
                  <c:v>9103.6712738876413</c:v>
                </c:pt>
                <c:pt idx="4532">
                  <c:v>9107.2238264388961</c:v>
                </c:pt>
                <c:pt idx="4533">
                  <c:v>9110.9096031193003</c:v>
                </c:pt>
                <c:pt idx="4534">
                  <c:v>9110.7524394481334</c:v>
                </c:pt>
                <c:pt idx="4535">
                  <c:v>9110.8798335346128</c:v>
                </c:pt>
                <c:pt idx="4536">
                  <c:v>9110.8688592701546</c:v>
                </c:pt>
                <c:pt idx="4537">
                  <c:v>9110.866738697996</c:v>
                </c:pt>
                <c:pt idx="4538">
                  <c:v>9110.8663188821192</c:v>
                </c:pt>
                <c:pt idx="4539">
                  <c:v>9110.8662281359066</c:v>
                </c:pt>
                <c:pt idx="4540">
                  <c:v>9110.8661882397901</c:v>
                </c:pt>
                <c:pt idx="4541">
                  <c:v>9111.3770709378077</c:v>
                </c:pt>
                <c:pt idx="4542">
                  <c:v>9112.8280686818762</c:v>
                </c:pt>
                <c:pt idx="4543">
                  <c:v>9114.5542740023047</c:v>
                </c:pt>
                <c:pt idx="4544">
                  <c:v>9115.0437205176713</c:v>
                </c:pt>
                <c:pt idx="4545">
                  <c:v>9118.2331581319104</c:v>
                </c:pt>
                <c:pt idx="4546">
                  <c:v>9118.0733106030384</c:v>
                </c:pt>
                <c:pt idx="4547">
                  <c:v>9118.041089163411</c:v>
                </c:pt>
                <c:pt idx="4548">
                  <c:v>9118.0344442952519</c:v>
                </c:pt>
                <c:pt idx="4549">
                  <c:v>9118.0330648572562</c:v>
                </c:pt>
                <c:pt idx="4550">
                  <c:v>9118.0323910994684</c:v>
                </c:pt>
                <c:pt idx="4551">
                  <c:v>9118.0477556313181</c:v>
                </c:pt>
                <c:pt idx="4552">
                  <c:v>9118.1187634782291</c:v>
                </c:pt>
                <c:pt idx="4553">
                  <c:v>9118.1059679319023</c:v>
                </c:pt>
                <c:pt idx="4554">
                  <c:v>9118.1033972115383</c:v>
                </c:pt>
                <c:pt idx="4555">
                  <c:v>9118.8952497180562</c:v>
                </c:pt>
                <c:pt idx="4556">
                  <c:v>9119.6388299634618</c:v>
                </c:pt>
                <c:pt idx="4557">
                  <c:v>9119.5940734394298</c:v>
                </c:pt>
                <c:pt idx="4558">
                  <c:v>9119.5851937281786</c:v>
                </c:pt>
                <c:pt idx="4559">
                  <c:v>9119.5834077631916</c:v>
                </c:pt>
                <c:pt idx="4560">
                  <c:v>9119.5830487112034</c:v>
                </c:pt>
                <c:pt idx="4561">
                  <c:v>9119.5829745443261</c:v>
                </c:pt>
                <c:pt idx="4562">
                  <c:v>9119.7148762905726</c:v>
                </c:pt>
                <c:pt idx="4563">
                  <c:v>9121.6762991930391</c:v>
                </c:pt>
                <c:pt idx="4564">
                  <c:v>9121.0125665170453</c:v>
                </c:pt>
                <c:pt idx="4565">
                  <c:v>9120.8768899081879</c:v>
                </c:pt>
                <c:pt idx="4566">
                  <c:v>9120.9425944048835</c:v>
                </c:pt>
                <c:pt idx="4567">
                  <c:v>9120.9339220995807</c:v>
                </c:pt>
                <c:pt idx="4568">
                  <c:v>9132.577836189188</c:v>
                </c:pt>
                <c:pt idx="4569">
                  <c:v>9132.8811555879201</c:v>
                </c:pt>
                <c:pt idx="4570">
                  <c:v>9132.9255510290732</c:v>
                </c:pt>
                <c:pt idx="4571">
                  <c:v>9133.4761301796516</c:v>
                </c:pt>
                <c:pt idx="4572">
                  <c:v>9140.5332834875117</c:v>
                </c:pt>
                <c:pt idx="4573">
                  <c:v>9140.2188303217008</c:v>
                </c:pt>
                <c:pt idx="4574">
                  <c:v>9141.4483309912939</c:v>
                </c:pt>
                <c:pt idx="4575">
                  <c:v>9141.3596504747875</c:v>
                </c:pt>
                <c:pt idx="4576">
                  <c:v>9143.7340230616592</c:v>
                </c:pt>
                <c:pt idx="4577">
                  <c:v>9143.5640105555976</c:v>
                </c:pt>
                <c:pt idx="4578">
                  <c:v>9143.5302757073059</c:v>
                </c:pt>
                <c:pt idx="4579">
                  <c:v>9143.5891359134766</c:v>
                </c:pt>
                <c:pt idx="4580">
                  <c:v>9143.5764610151837</c:v>
                </c:pt>
                <c:pt idx="4581">
                  <c:v>9143.5748501131275</c:v>
                </c:pt>
                <c:pt idx="4582">
                  <c:v>9143.8213556742739</c:v>
                </c:pt>
                <c:pt idx="4583">
                  <c:v>9143.8150225796744</c:v>
                </c:pt>
                <c:pt idx="4584">
                  <c:v>9143.8137602711031</c:v>
                </c:pt>
                <c:pt idx="4585">
                  <c:v>9143.8135043890979</c:v>
                </c:pt>
                <c:pt idx="4586">
                  <c:v>9143.8134478285119</c:v>
                </c:pt>
                <c:pt idx="4587">
                  <c:v>9143.8187571332728</c:v>
                </c:pt>
                <c:pt idx="4588">
                  <c:v>9143.8239699482565</c:v>
                </c:pt>
                <c:pt idx="4589">
                  <c:v>9143.8237973678333</c:v>
                </c:pt>
                <c:pt idx="4590">
                  <c:v>9143.8237522294985</c:v>
                </c:pt>
                <c:pt idx="4591">
                  <c:v>9143.8243426508416</c:v>
                </c:pt>
                <c:pt idx="4592">
                  <c:v>9143.8242885952568</c:v>
                </c:pt>
                <c:pt idx="4593">
                  <c:v>9143.8242622723155</c:v>
                </c:pt>
                <c:pt idx="4594">
                  <c:v>9144.0040424109211</c:v>
                </c:pt>
                <c:pt idx="4595">
                  <c:v>9143.9660121618726</c:v>
                </c:pt>
                <c:pt idx="4596">
                  <c:v>9143.9582709470251</c:v>
                </c:pt>
                <c:pt idx="4597">
                  <c:v>9143.9566947741987</c:v>
                </c:pt>
                <c:pt idx="4598">
                  <c:v>9143.9564686098656</c:v>
                </c:pt>
                <c:pt idx="4599">
                  <c:v>9143.9564116685524</c:v>
                </c:pt>
                <c:pt idx="4600">
                  <c:v>9143.9563895664487</c:v>
                </c:pt>
                <c:pt idx="4601">
                  <c:v>9144.6553026477832</c:v>
                </c:pt>
                <c:pt idx="4602">
                  <c:v>9144.6362638152441</c:v>
                </c:pt>
                <c:pt idx="4603">
                  <c:v>9145.6907126051137</c:v>
                </c:pt>
                <c:pt idx="4604">
                  <c:v>9145.6191015194454</c:v>
                </c:pt>
                <c:pt idx="4605">
                  <c:v>9145.6686323225058</c:v>
                </c:pt>
                <c:pt idx="4606">
                  <c:v>9145.6654863963158</c:v>
                </c:pt>
                <c:pt idx="4607">
                  <c:v>9146.1475296495537</c:v>
                </c:pt>
                <c:pt idx="4608">
                  <c:v>9146.1315354537255</c:v>
                </c:pt>
                <c:pt idx="4609">
                  <c:v>9146.128403391529</c:v>
                </c:pt>
                <c:pt idx="4610">
                  <c:v>9146.127794440752</c:v>
                </c:pt>
                <c:pt idx="4611">
                  <c:v>9146.1276717019118</c:v>
                </c:pt>
                <c:pt idx="4612">
                  <c:v>9146.1276223420937</c:v>
                </c:pt>
                <c:pt idx="4613">
                  <c:v>9148.5605722800974</c:v>
                </c:pt>
                <c:pt idx="4614">
                  <c:v>9148.4501456961316</c:v>
                </c:pt>
                <c:pt idx="4615">
                  <c:v>9149.2615429256148</c:v>
                </c:pt>
                <c:pt idx="4616">
                  <c:v>9150.0790116359331</c:v>
                </c:pt>
                <c:pt idx="4617">
                  <c:v>9151.0366815130492</c:v>
                </c:pt>
                <c:pt idx="4618">
                  <c:v>9154.835677652045</c:v>
                </c:pt>
                <c:pt idx="4619">
                  <c:v>9154.773966865152</c:v>
                </c:pt>
                <c:pt idx="4620">
                  <c:v>9154.6154177461249</c:v>
                </c:pt>
                <c:pt idx="4621">
                  <c:v>9154.5831369967291</c:v>
                </c:pt>
                <c:pt idx="4622">
                  <c:v>9154.57860613312</c:v>
                </c:pt>
                <c:pt idx="4623">
                  <c:v>9154.5776561573839</c:v>
                </c:pt>
                <c:pt idx="4624">
                  <c:v>9154.5774531264342</c:v>
                </c:pt>
                <c:pt idx="4625">
                  <c:v>9154.5774028297019</c:v>
                </c:pt>
                <c:pt idx="4626">
                  <c:v>9154.5773825442302</c:v>
                </c:pt>
                <c:pt idx="4627">
                  <c:v>9155.4797476885215</c:v>
                </c:pt>
                <c:pt idx="4628">
                  <c:v>9155.414225505725</c:v>
                </c:pt>
                <c:pt idx="4629">
                  <c:v>9155.4060358710285</c:v>
                </c:pt>
                <c:pt idx="4630">
                  <c:v>9155.4044273611798</c:v>
                </c:pt>
                <c:pt idx="4631">
                  <c:v>9155.4041032727437</c:v>
                </c:pt>
                <c:pt idx="4632">
                  <c:v>9155.5239882865553</c:v>
                </c:pt>
                <c:pt idx="4633">
                  <c:v>9155.5185108970691</c:v>
                </c:pt>
                <c:pt idx="4634">
                  <c:v>9155.5174242588419</c:v>
                </c:pt>
                <c:pt idx="4635">
                  <c:v>9155.5171981062813</c:v>
                </c:pt>
                <c:pt idx="4636">
                  <c:v>9155.5171155877088</c:v>
                </c:pt>
                <c:pt idx="4637">
                  <c:v>9156.774906143808</c:v>
                </c:pt>
                <c:pt idx="4638">
                  <c:v>9157.0459193494771</c:v>
                </c:pt>
                <c:pt idx="4639">
                  <c:v>9158.9908801363472</c:v>
                </c:pt>
                <c:pt idx="4640">
                  <c:v>9161.0467718450345</c:v>
                </c:pt>
                <c:pt idx="4641">
                  <c:v>9160.6608638179423</c:v>
                </c:pt>
                <c:pt idx="4642">
                  <c:v>9160.8606802795675</c:v>
                </c:pt>
                <c:pt idx="4643">
                  <c:v>9160.8293809298102</c:v>
                </c:pt>
                <c:pt idx="4644">
                  <c:v>9161.2456226095655</c:v>
                </c:pt>
                <c:pt idx="4645">
                  <c:v>9161.1934456652798</c:v>
                </c:pt>
                <c:pt idx="4646">
                  <c:v>9161.1856696692103</c:v>
                </c:pt>
                <c:pt idx="4647">
                  <c:v>9162.1204315174691</c:v>
                </c:pt>
                <c:pt idx="4648">
                  <c:v>9161.9560794571571</c:v>
                </c:pt>
                <c:pt idx="4649">
                  <c:v>9163.9103264424957</c:v>
                </c:pt>
                <c:pt idx="4650">
                  <c:v>9163.7255804755441</c:v>
                </c:pt>
                <c:pt idx="4651">
                  <c:v>9168.8885498627315</c:v>
                </c:pt>
                <c:pt idx="4652">
                  <c:v>9171.4198571805173</c:v>
                </c:pt>
                <c:pt idx="4653">
                  <c:v>9172.327980486265</c:v>
                </c:pt>
                <c:pt idx="4654">
                  <c:v>9172.2630507753856</c:v>
                </c:pt>
                <c:pt idx="4655">
                  <c:v>9172.2502468731291</c:v>
                </c:pt>
                <c:pt idx="4656">
                  <c:v>9174.620199866411</c:v>
                </c:pt>
                <c:pt idx="4657">
                  <c:v>9174.4920194035967</c:v>
                </c:pt>
                <c:pt idx="4658">
                  <c:v>9174.5630337267521</c:v>
                </c:pt>
                <c:pt idx="4659">
                  <c:v>9174.553098494167</c:v>
                </c:pt>
                <c:pt idx="4660">
                  <c:v>9174.5499162254273</c:v>
                </c:pt>
                <c:pt idx="4661">
                  <c:v>9174.5490470699951</c:v>
                </c:pt>
                <c:pt idx="4662">
                  <c:v>9175.12937743773</c:v>
                </c:pt>
                <c:pt idx="4663">
                  <c:v>9182.4459993276523</c:v>
                </c:pt>
                <c:pt idx="4664">
                  <c:v>9185.7734717161111</c:v>
                </c:pt>
                <c:pt idx="4665">
                  <c:v>9185.9193998713126</c:v>
                </c:pt>
                <c:pt idx="4666">
                  <c:v>9185.8395060328439</c:v>
                </c:pt>
                <c:pt idx="4667">
                  <c:v>9185.8243895608975</c:v>
                </c:pt>
                <c:pt idx="4668">
                  <c:v>9185.8212942349819</c:v>
                </c:pt>
                <c:pt idx="4669">
                  <c:v>9185.8206390586311</c:v>
                </c:pt>
                <c:pt idx="4670">
                  <c:v>9186.1316569043775</c:v>
                </c:pt>
                <c:pt idx="4671">
                  <c:v>9186.1004130498841</c:v>
                </c:pt>
                <c:pt idx="4672">
                  <c:v>9186.4553512341045</c:v>
                </c:pt>
                <c:pt idx="4673">
                  <c:v>9186.4361103607571</c:v>
                </c:pt>
                <c:pt idx="4674">
                  <c:v>9186.4303975123767</c:v>
                </c:pt>
                <c:pt idx="4675">
                  <c:v>9187.2472693337404</c:v>
                </c:pt>
                <c:pt idx="4676">
                  <c:v>9187.6690602616272</c:v>
                </c:pt>
                <c:pt idx="4677">
                  <c:v>9187.6319517966676</c:v>
                </c:pt>
                <c:pt idx="4678">
                  <c:v>9187.624685192066</c:v>
                </c:pt>
                <c:pt idx="4679">
                  <c:v>9187.6229945550367</c:v>
                </c:pt>
                <c:pt idx="4680">
                  <c:v>9187.6488143293063</c:v>
                </c:pt>
                <c:pt idx="4681">
                  <c:v>9187.6484004826234</c:v>
                </c:pt>
                <c:pt idx="4682">
                  <c:v>9188.236818777852</c:v>
                </c:pt>
                <c:pt idx="4683">
                  <c:v>9189.8513026290657</c:v>
                </c:pt>
                <c:pt idx="4684">
                  <c:v>9189.5985104772481</c:v>
                </c:pt>
                <c:pt idx="4685">
                  <c:v>9189.5475532744513</c:v>
                </c:pt>
                <c:pt idx="4686">
                  <c:v>9190.4086040289694</c:v>
                </c:pt>
                <c:pt idx="4687">
                  <c:v>9191.2495992701897</c:v>
                </c:pt>
                <c:pt idx="4688">
                  <c:v>9191.1441921546229</c:v>
                </c:pt>
                <c:pt idx="4689">
                  <c:v>9191.4618116791535</c:v>
                </c:pt>
                <c:pt idx="4690">
                  <c:v>9191.6241168679499</c:v>
                </c:pt>
                <c:pt idx="4691">
                  <c:v>9191.2508164645169</c:v>
                </c:pt>
                <c:pt idx="4692">
                  <c:v>9191.1749414277856</c:v>
                </c:pt>
                <c:pt idx="4693">
                  <c:v>9193.6854592346572</c:v>
                </c:pt>
                <c:pt idx="4694">
                  <c:v>9193.6283799703288</c:v>
                </c:pt>
                <c:pt idx="4695">
                  <c:v>9193.6146373869051</c:v>
                </c:pt>
                <c:pt idx="4696">
                  <c:v>9193.6117129492868</c:v>
                </c:pt>
                <c:pt idx="4697">
                  <c:v>9196.0977832160042</c:v>
                </c:pt>
                <c:pt idx="4698">
                  <c:v>9195.8461693901208</c:v>
                </c:pt>
                <c:pt idx="4699">
                  <c:v>9195.7965915892528</c:v>
                </c:pt>
                <c:pt idx="4700">
                  <c:v>9196.2338869644136</c:v>
                </c:pt>
                <c:pt idx="4701">
                  <c:v>9196.2163263558105</c:v>
                </c:pt>
                <c:pt idx="4702">
                  <c:v>9196.2128102821898</c:v>
                </c:pt>
                <c:pt idx="4703">
                  <c:v>9196.212113307085</c:v>
                </c:pt>
                <c:pt idx="4704">
                  <c:v>9200.8989183263893</c:v>
                </c:pt>
                <c:pt idx="4705">
                  <c:v>9200.7447272544305</c:v>
                </c:pt>
                <c:pt idx="4706">
                  <c:v>9201.0563952956727</c:v>
                </c:pt>
                <c:pt idx="4707">
                  <c:v>9201.288778205937</c:v>
                </c:pt>
                <c:pt idx="4708">
                  <c:v>9201.2531973106852</c:v>
                </c:pt>
                <c:pt idx="4709">
                  <c:v>9201.2456080001848</c:v>
                </c:pt>
                <c:pt idx="4710">
                  <c:v>9201.2596803722845</c:v>
                </c:pt>
                <c:pt idx="4711">
                  <c:v>9201.2579269247781</c:v>
                </c:pt>
                <c:pt idx="4712">
                  <c:v>9201.2573666284788</c:v>
                </c:pt>
                <c:pt idx="4713">
                  <c:v>9201.2572366939148</c:v>
                </c:pt>
                <c:pt idx="4714">
                  <c:v>9201.2571570422515</c:v>
                </c:pt>
                <c:pt idx="4715">
                  <c:v>9201.2640186550088</c:v>
                </c:pt>
                <c:pt idx="4716">
                  <c:v>9201.2625636212106</c:v>
                </c:pt>
                <c:pt idx="4717">
                  <c:v>9201.2625193620679</c:v>
                </c:pt>
                <c:pt idx="4718">
                  <c:v>9201.2625021544118</c:v>
                </c:pt>
                <c:pt idx="4719">
                  <c:v>9201.2624869708216</c:v>
                </c:pt>
                <c:pt idx="4720">
                  <c:v>9201.2618345714109</c:v>
                </c:pt>
                <c:pt idx="4721">
                  <c:v>9201.2618003557691</c:v>
                </c:pt>
                <c:pt idx="4722">
                  <c:v>9201.2617832177802</c:v>
                </c:pt>
                <c:pt idx="4723">
                  <c:v>9201.2599391208314</c:v>
                </c:pt>
                <c:pt idx="4724">
                  <c:v>9202.0051082736172</c:v>
                </c:pt>
                <c:pt idx="4725">
                  <c:v>9201.9662380048412</c:v>
                </c:pt>
                <c:pt idx="4726">
                  <c:v>9201.9585195551845</c:v>
                </c:pt>
                <c:pt idx="4727">
                  <c:v>9204.9454874601724</c:v>
                </c:pt>
                <c:pt idx="4728">
                  <c:v>9204.6682802299601</c:v>
                </c:pt>
                <c:pt idx="4729">
                  <c:v>9204.7597203061432</c:v>
                </c:pt>
                <c:pt idx="4730">
                  <c:v>9204.7417825107932</c:v>
                </c:pt>
                <c:pt idx="4731">
                  <c:v>9205.2506909203985</c:v>
                </c:pt>
                <c:pt idx="4732">
                  <c:v>9205.499550581977</c:v>
                </c:pt>
                <c:pt idx="4733">
                  <c:v>9205.4954661965476</c:v>
                </c:pt>
                <c:pt idx="4734">
                  <c:v>9205.4915786306265</c:v>
                </c:pt>
                <c:pt idx="4735">
                  <c:v>9207.8633670375002</c:v>
                </c:pt>
                <c:pt idx="4736">
                  <c:v>9207.4859977493561</c:v>
                </c:pt>
                <c:pt idx="4737">
                  <c:v>9207.4095009575085</c:v>
                </c:pt>
                <c:pt idx="4738">
                  <c:v>9207.7599864336316</c:v>
                </c:pt>
                <c:pt idx="4739">
                  <c:v>9208.1786131385925</c:v>
                </c:pt>
                <c:pt idx="4740">
                  <c:v>9208.0796116046677</c:v>
                </c:pt>
                <c:pt idx="4741">
                  <c:v>9208.0589841494329</c:v>
                </c:pt>
                <c:pt idx="4742">
                  <c:v>9208.0559473502926</c:v>
                </c:pt>
                <c:pt idx="4743">
                  <c:v>9208.0553021422056</c:v>
                </c:pt>
                <c:pt idx="4744">
                  <c:v>9208.0551615088661</c:v>
                </c:pt>
                <c:pt idx="4745">
                  <c:v>9208.055125256009</c:v>
                </c:pt>
                <c:pt idx="4746">
                  <c:v>9208.0551073383886</c:v>
                </c:pt>
                <c:pt idx="4747">
                  <c:v>9208.0612282743259</c:v>
                </c:pt>
                <c:pt idx="4748">
                  <c:v>9208.3504775268175</c:v>
                </c:pt>
                <c:pt idx="4749">
                  <c:v>9208.3438353531692</c:v>
                </c:pt>
                <c:pt idx="4750">
                  <c:v>9208.3425383570593</c:v>
                </c:pt>
                <c:pt idx="4751">
                  <c:v>9208.3422680137064</c:v>
                </c:pt>
                <c:pt idx="4752">
                  <c:v>9208.3422077256528</c:v>
                </c:pt>
                <c:pt idx="4753">
                  <c:v>9208.3421894740495</c:v>
                </c:pt>
                <c:pt idx="4754">
                  <c:v>9208.3421796208859</c:v>
                </c:pt>
                <c:pt idx="4755">
                  <c:v>9208.3421714490178</c:v>
                </c:pt>
                <c:pt idx="4756">
                  <c:v>9208.3421592351588</c:v>
                </c:pt>
                <c:pt idx="4757">
                  <c:v>9208.3421471059992</c:v>
                </c:pt>
                <c:pt idx="4758">
                  <c:v>9208.3441333283263</c:v>
                </c:pt>
                <c:pt idx="4759">
                  <c:v>9208.3440584401815</c:v>
                </c:pt>
                <c:pt idx="4760">
                  <c:v>9208.3440195388939</c:v>
                </c:pt>
                <c:pt idx="4761">
                  <c:v>9208.3439957693263</c:v>
                </c:pt>
                <c:pt idx="4762">
                  <c:v>9208.3439745466221</c:v>
                </c:pt>
                <c:pt idx="4763">
                  <c:v>9208.343953399255</c:v>
                </c:pt>
                <c:pt idx="4764">
                  <c:v>9208.3439213111687</c:v>
                </c:pt>
                <c:pt idx="4765">
                  <c:v>9208.3438886037547</c:v>
                </c:pt>
                <c:pt idx="4766">
                  <c:v>9208.3992107360555</c:v>
                </c:pt>
                <c:pt idx="4767">
                  <c:v>9208.3894014327288</c:v>
                </c:pt>
                <c:pt idx="4768">
                  <c:v>9208.6128261658869</c:v>
                </c:pt>
                <c:pt idx="4769">
                  <c:v>9208.5937858747529</c:v>
                </c:pt>
                <c:pt idx="4770">
                  <c:v>9208.5920603533505</c:v>
                </c:pt>
                <c:pt idx="4771">
                  <c:v>9208.59169734645</c:v>
                </c:pt>
                <c:pt idx="4772">
                  <c:v>9208.5846941528107</c:v>
                </c:pt>
                <c:pt idx="4773">
                  <c:v>9208.5842660640756</c:v>
                </c:pt>
                <c:pt idx="4774">
                  <c:v>9208.5841748921484</c:v>
                </c:pt>
                <c:pt idx="4775">
                  <c:v>9208.584150849465</c:v>
                </c:pt>
                <c:pt idx="4776">
                  <c:v>9208.5841396437954</c:v>
                </c:pt>
                <c:pt idx="4777">
                  <c:v>9208.5841310753804</c:v>
                </c:pt>
                <c:pt idx="4778">
                  <c:v>9208.5841230989536</c:v>
                </c:pt>
                <c:pt idx="4779">
                  <c:v>9208.9513833493311</c:v>
                </c:pt>
                <c:pt idx="4780">
                  <c:v>9209.9788915660374</c:v>
                </c:pt>
                <c:pt idx="4781">
                  <c:v>9209.8588254232691</c:v>
                </c:pt>
                <c:pt idx="4782">
                  <c:v>9209.8342047283204</c:v>
                </c:pt>
                <c:pt idx="4783">
                  <c:v>9209.8291578708358</c:v>
                </c:pt>
                <c:pt idx="4784">
                  <c:v>9209.8275693990508</c:v>
                </c:pt>
                <c:pt idx="4785">
                  <c:v>9209.827223915192</c:v>
                </c:pt>
                <c:pt idx="4786">
                  <c:v>9209.8271356558653</c:v>
                </c:pt>
                <c:pt idx="4787">
                  <c:v>9209.8271009996151</c:v>
                </c:pt>
                <c:pt idx="4788">
                  <c:v>9209.8270771297794</c:v>
                </c:pt>
                <c:pt idx="4789">
                  <c:v>9209.8270551583537</c:v>
                </c:pt>
                <c:pt idx="4790">
                  <c:v>9219.9394963940449</c:v>
                </c:pt>
                <c:pt idx="4791">
                  <c:v>9219.8039177794035</c:v>
                </c:pt>
                <c:pt idx="4792">
                  <c:v>9220.2501052667976</c:v>
                </c:pt>
                <c:pt idx="4793">
                  <c:v>9220.1991236743834</c:v>
                </c:pt>
                <c:pt idx="4794">
                  <c:v>9220.1895383152005</c:v>
                </c:pt>
                <c:pt idx="4795">
                  <c:v>9220.1875882931727</c:v>
                </c:pt>
                <c:pt idx="4796">
                  <c:v>9220.1928360600832</c:v>
                </c:pt>
                <c:pt idx="4797">
                  <c:v>9220.9377077513363</c:v>
                </c:pt>
                <c:pt idx="4798">
                  <c:v>9220.9578947435057</c:v>
                </c:pt>
                <c:pt idx="4799">
                  <c:v>9221.0151330381323</c:v>
                </c:pt>
                <c:pt idx="4800">
                  <c:v>9221.0108711270732</c:v>
                </c:pt>
                <c:pt idx="4801">
                  <c:v>9221.0100120363968</c:v>
                </c:pt>
                <c:pt idx="4802">
                  <c:v>9221.0098340461955</c:v>
                </c:pt>
                <c:pt idx="4803">
                  <c:v>9221.0097917684852</c:v>
                </c:pt>
                <c:pt idx="4804">
                  <c:v>9221.0097917684852</c:v>
                </c:pt>
                <c:pt idx="4805">
                  <c:v>9220.919421996794</c:v>
                </c:pt>
                <c:pt idx="4806">
                  <c:v>9221.8535340757899</c:v>
                </c:pt>
                <c:pt idx="4807">
                  <c:v>9224.8316273076052</c:v>
                </c:pt>
                <c:pt idx="4808">
                  <c:v>9224.5638110498166</c:v>
                </c:pt>
                <c:pt idx="4809">
                  <c:v>9225.02465966214</c:v>
                </c:pt>
                <c:pt idx="4810">
                  <c:v>9224.9577785492093</c:v>
                </c:pt>
                <c:pt idx="4811">
                  <c:v>9224.9348792351157</c:v>
                </c:pt>
                <c:pt idx="4812">
                  <c:v>9236.7774945998517</c:v>
                </c:pt>
                <c:pt idx="4813">
                  <c:v>9236.7774945998517</c:v>
                </c:pt>
                <c:pt idx="4814">
                  <c:v>9341.0698378370635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482-4EFF-ABB5-C8830F45B13A}"/>
            </c:ext>
          </c:extLst>
        </c:ser>
        <c:ser>
          <c:idx val="2"/>
          <c:order val="2"/>
          <c:tx>
            <c:v>10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Sheet1!$A$3:$A$4817</c:f>
              <c:numCache>
                <c:formatCode>General</c:formatCode>
                <c:ptCount val="481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  <c:pt idx="99">
                  <c:v>101</c:v>
                </c:pt>
                <c:pt idx="100">
                  <c:v>102</c:v>
                </c:pt>
                <c:pt idx="101">
                  <c:v>103</c:v>
                </c:pt>
                <c:pt idx="102">
                  <c:v>104</c:v>
                </c:pt>
                <c:pt idx="103">
                  <c:v>105</c:v>
                </c:pt>
                <c:pt idx="104">
                  <c:v>106</c:v>
                </c:pt>
                <c:pt idx="105">
                  <c:v>107</c:v>
                </c:pt>
                <c:pt idx="106">
                  <c:v>108</c:v>
                </c:pt>
                <c:pt idx="107">
                  <c:v>109</c:v>
                </c:pt>
                <c:pt idx="108">
                  <c:v>110</c:v>
                </c:pt>
                <c:pt idx="109">
                  <c:v>111</c:v>
                </c:pt>
                <c:pt idx="110">
                  <c:v>112</c:v>
                </c:pt>
                <c:pt idx="111">
                  <c:v>113</c:v>
                </c:pt>
                <c:pt idx="112">
                  <c:v>114</c:v>
                </c:pt>
                <c:pt idx="113">
                  <c:v>115</c:v>
                </c:pt>
                <c:pt idx="114">
                  <c:v>116</c:v>
                </c:pt>
                <c:pt idx="115">
                  <c:v>117</c:v>
                </c:pt>
                <c:pt idx="116">
                  <c:v>118</c:v>
                </c:pt>
                <c:pt idx="117">
                  <c:v>119</c:v>
                </c:pt>
                <c:pt idx="118">
                  <c:v>120</c:v>
                </c:pt>
                <c:pt idx="119">
                  <c:v>121</c:v>
                </c:pt>
                <c:pt idx="120">
                  <c:v>122</c:v>
                </c:pt>
                <c:pt idx="121">
                  <c:v>123</c:v>
                </c:pt>
                <c:pt idx="122">
                  <c:v>124</c:v>
                </c:pt>
                <c:pt idx="123">
                  <c:v>125</c:v>
                </c:pt>
                <c:pt idx="124">
                  <c:v>126</c:v>
                </c:pt>
                <c:pt idx="125">
                  <c:v>127</c:v>
                </c:pt>
                <c:pt idx="126">
                  <c:v>128</c:v>
                </c:pt>
                <c:pt idx="127">
                  <c:v>129</c:v>
                </c:pt>
                <c:pt idx="128">
                  <c:v>130</c:v>
                </c:pt>
                <c:pt idx="129">
                  <c:v>131</c:v>
                </c:pt>
                <c:pt idx="130">
                  <c:v>132</c:v>
                </c:pt>
                <c:pt idx="131">
                  <c:v>133</c:v>
                </c:pt>
                <c:pt idx="132">
                  <c:v>134</c:v>
                </c:pt>
                <c:pt idx="133">
                  <c:v>135</c:v>
                </c:pt>
                <c:pt idx="134">
                  <c:v>136</c:v>
                </c:pt>
                <c:pt idx="135">
                  <c:v>137</c:v>
                </c:pt>
                <c:pt idx="136">
                  <c:v>138</c:v>
                </c:pt>
                <c:pt idx="137">
                  <c:v>139</c:v>
                </c:pt>
                <c:pt idx="138">
                  <c:v>140</c:v>
                </c:pt>
                <c:pt idx="139">
                  <c:v>141</c:v>
                </c:pt>
                <c:pt idx="140">
                  <c:v>142</c:v>
                </c:pt>
                <c:pt idx="141">
                  <c:v>143</c:v>
                </c:pt>
                <c:pt idx="142">
                  <c:v>144</c:v>
                </c:pt>
                <c:pt idx="143">
                  <c:v>145</c:v>
                </c:pt>
                <c:pt idx="144">
                  <c:v>146</c:v>
                </c:pt>
                <c:pt idx="145">
                  <c:v>147</c:v>
                </c:pt>
                <c:pt idx="146">
                  <c:v>148</c:v>
                </c:pt>
                <c:pt idx="147">
                  <c:v>149</c:v>
                </c:pt>
                <c:pt idx="148">
                  <c:v>150</c:v>
                </c:pt>
                <c:pt idx="149">
                  <c:v>151</c:v>
                </c:pt>
                <c:pt idx="150">
                  <c:v>152</c:v>
                </c:pt>
                <c:pt idx="151">
                  <c:v>153</c:v>
                </c:pt>
                <c:pt idx="152">
                  <c:v>154</c:v>
                </c:pt>
                <c:pt idx="153">
                  <c:v>155</c:v>
                </c:pt>
                <c:pt idx="154">
                  <c:v>156</c:v>
                </c:pt>
                <c:pt idx="155">
                  <c:v>157</c:v>
                </c:pt>
                <c:pt idx="156">
                  <c:v>158</c:v>
                </c:pt>
                <c:pt idx="157">
                  <c:v>159</c:v>
                </c:pt>
                <c:pt idx="158">
                  <c:v>160</c:v>
                </c:pt>
                <c:pt idx="159">
                  <c:v>161</c:v>
                </c:pt>
                <c:pt idx="160">
                  <c:v>162</c:v>
                </c:pt>
                <c:pt idx="161">
                  <c:v>163</c:v>
                </c:pt>
                <c:pt idx="162">
                  <c:v>164</c:v>
                </c:pt>
                <c:pt idx="163">
                  <c:v>165</c:v>
                </c:pt>
                <c:pt idx="164">
                  <c:v>166</c:v>
                </c:pt>
                <c:pt idx="165">
                  <c:v>167</c:v>
                </c:pt>
                <c:pt idx="166">
                  <c:v>168</c:v>
                </c:pt>
                <c:pt idx="167">
                  <c:v>169</c:v>
                </c:pt>
                <c:pt idx="168">
                  <c:v>170</c:v>
                </c:pt>
                <c:pt idx="169">
                  <c:v>171</c:v>
                </c:pt>
                <c:pt idx="170">
                  <c:v>172</c:v>
                </c:pt>
                <c:pt idx="171">
                  <c:v>173</c:v>
                </c:pt>
                <c:pt idx="172">
                  <c:v>174</c:v>
                </c:pt>
                <c:pt idx="173">
                  <c:v>175</c:v>
                </c:pt>
                <c:pt idx="174">
                  <c:v>176</c:v>
                </c:pt>
                <c:pt idx="175">
                  <c:v>177</c:v>
                </c:pt>
                <c:pt idx="176">
                  <c:v>178</c:v>
                </c:pt>
                <c:pt idx="177">
                  <c:v>179</c:v>
                </c:pt>
                <c:pt idx="178">
                  <c:v>180</c:v>
                </c:pt>
                <c:pt idx="179">
                  <c:v>181</c:v>
                </c:pt>
                <c:pt idx="180">
                  <c:v>182</c:v>
                </c:pt>
                <c:pt idx="181">
                  <c:v>183</c:v>
                </c:pt>
                <c:pt idx="182">
                  <c:v>184</c:v>
                </c:pt>
                <c:pt idx="183">
                  <c:v>185</c:v>
                </c:pt>
                <c:pt idx="184">
                  <c:v>186</c:v>
                </c:pt>
                <c:pt idx="185">
                  <c:v>187</c:v>
                </c:pt>
                <c:pt idx="186">
                  <c:v>188</c:v>
                </c:pt>
                <c:pt idx="187">
                  <c:v>189</c:v>
                </c:pt>
                <c:pt idx="188">
                  <c:v>190</c:v>
                </c:pt>
                <c:pt idx="189">
                  <c:v>191</c:v>
                </c:pt>
                <c:pt idx="190">
                  <c:v>192</c:v>
                </c:pt>
                <c:pt idx="191">
                  <c:v>193</c:v>
                </c:pt>
                <c:pt idx="192">
                  <c:v>194</c:v>
                </c:pt>
                <c:pt idx="193">
                  <c:v>195</c:v>
                </c:pt>
                <c:pt idx="194">
                  <c:v>196</c:v>
                </c:pt>
                <c:pt idx="195">
                  <c:v>197</c:v>
                </c:pt>
                <c:pt idx="196">
                  <c:v>198</c:v>
                </c:pt>
                <c:pt idx="197">
                  <c:v>199</c:v>
                </c:pt>
                <c:pt idx="198">
                  <c:v>200</c:v>
                </c:pt>
                <c:pt idx="199">
                  <c:v>201</c:v>
                </c:pt>
                <c:pt idx="200">
                  <c:v>202</c:v>
                </c:pt>
                <c:pt idx="201">
                  <c:v>203</c:v>
                </c:pt>
                <c:pt idx="202">
                  <c:v>204</c:v>
                </c:pt>
                <c:pt idx="203">
                  <c:v>205</c:v>
                </c:pt>
                <c:pt idx="204">
                  <c:v>206</c:v>
                </c:pt>
                <c:pt idx="205">
                  <c:v>207</c:v>
                </c:pt>
                <c:pt idx="206">
                  <c:v>208</c:v>
                </c:pt>
                <c:pt idx="207">
                  <c:v>209</c:v>
                </c:pt>
                <c:pt idx="208">
                  <c:v>210</c:v>
                </c:pt>
                <c:pt idx="209">
                  <c:v>211</c:v>
                </c:pt>
                <c:pt idx="210">
                  <c:v>212</c:v>
                </c:pt>
                <c:pt idx="211">
                  <c:v>213</c:v>
                </c:pt>
                <c:pt idx="212">
                  <c:v>214</c:v>
                </c:pt>
                <c:pt idx="213">
                  <c:v>215</c:v>
                </c:pt>
                <c:pt idx="214">
                  <c:v>216</c:v>
                </c:pt>
                <c:pt idx="215">
                  <c:v>217</c:v>
                </c:pt>
                <c:pt idx="216">
                  <c:v>218</c:v>
                </c:pt>
                <c:pt idx="217">
                  <c:v>219</c:v>
                </c:pt>
                <c:pt idx="218">
                  <c:v>220</c:v>
                </c:pt>
                <c:pt idx="219">
                  <c:v>221</c:v>
                </c:pt>
                <c:pt idx="220">
                  <c:v>222</c:v>
                </c:pt>
                <c:pt idx="221">
                  <c:v>223</c:v>
                </c:pt>
                <c:pt idx="222">
                  <c:v>224</c:v>
                </c:pt>
                <c:pt idx="223">
                  <c:v>225</c:v>
                </c:pt>
                <c:pt idx="224">
                  <c:v>226</c:v>
                </c:pt>
                <c:pt idx="225">
                  <c:v>227</c:v>
                </c:pt>
                <c:pt idx="226">
                  <c:v>228</c:v>
                </c:pt>
                <c:pt idx="227">
                  <c:v>229</c:v>
                </c:pt>
                <c:pt idx="228">
                  <c:v>230</c:v>
                </c:pt>
                <c:pt idx="229">
                  <c:v>231</c:v>
                </c:pt>
                <c:pt idx="230">
                  <c:v>232</c:v>
                </c:pt>
                <c:pt idx="231">
                  <c:v>233</c:v>
                </c:pt>
                <c:pt idx="232">
                  <c:v>234</c:v>
                </c:pt>
                <c:pt idx="233">
                  <c:v>235</c:v>
                </c:pt>
                <c:pt idx="234">
                  <c:v>236</c:v>
                </c:pt>
                <c:pt idx="235">
                  <c:v>237</c:v>
                </c:pt>
                <c:pt idx="236">
                  <c:v>238</c:v>
                </c:pt>
                <c:pt idx="237">
                  <c:v>239</c:v>
                </c:pt>
                <c:pt idx="238">
                  <c:v>240</c:v>
                </c:pt>
                <c:pt idx="239">
                  <c:v>241</c:v>
                </c:pt>
                <c:pt idx="240">
                  <c:v>242</c:v>
                </c:pt>
                <c:pt idx="241">
                  <c:v>243</c:v>
                </c:pt>
                <c:pt idx="242">
                  <c:v>244</c:v>
                </c:pt>
                <c:pt idx="243">
                  <c:v>245</c:v>
                </c:pt>
                <c:pt idx="244">
                  <c:v>246</c:v>
                </c:pt>
                <c:pt idx="245">
                  <c:v>247</c:v>
                </c:pt>
                <c:pt idx="246">
                  <c:v>248</c:v>
                </c:pt>
                <c:pt idx="247">
                  <c:v>249</c:v>
                </c:pt>
                <c:pt idx="248">
                  <c:v>250</c:v>
                </c:pt>
                <c:pt idx="249">
                  <c:v>251</c:v>
                </c:pt>
                <c:pt idx="250">
                  <c:v>252</c:v>
                </c:pt>
                <c:pt idx="251">
                  <c:v>253</c:v>
                </c:pt>
                <c:pt idx="252">
                  <c:v>254</c:v>
                </c:pt>
                <c:pt idx="253">
                  <c:v>255</c:v>
                </c:pt>
                <c:pt idx="254">
                  <c:v>256</c:v>
                </c:pt>
                <c:pt idx="255">
                  <c:v>257</c:v>
                </c:pt>
                <c:pt idx="256">
                  <c:v>258</c:v>
                </c:pt>
                <c:pt idx="257">
                  <c:v>259</c:v>
                </c:pt>
                <c:pt idx="258">
                  <c:v>260</c:v>
                </c:pt>
                <c:pt idx="259">
                  <c:v>261</c:v>
                </c:pt>
                <c:pt idx="260">
                  <c:v>262</c:v>
                </c:pt>
                <c:pt idx="261">
                  <c:v>263</c:v>
                </c:pt>
                <c:pt idx="262">
                  <c:v>264</c:v>
                </c:pt>
                <c:pt idx="263">
                  <c:v>265</c:v>
                </c:pt>
                <c:pt idx="264">
                  <c:v>266</c:v>
                </c:pt>
                <c:pt idx="265">
                  <c:v>267</c:v>
                </c:pt>
                <c:pt idx="266">
                  <c:v>268</c:v>
                </c:pt>
                <c:pt idx="267">
                  <c:v>269</c:v>
                </c:pt>
                <c:pt idx="268">
                  <c:v>270</c:v>
                </c:pt>
                <c:pt idx="269">
                  <c:v>271</c:v>
                </c:pt>
                <c:pt idx="270">
                  <c:v>272</c:v>
                </c:pt>
                <c:pt idx="271">
                  <c:v>273</c:v>
                </c:pt>
                <c:pt idx="272">
                  <c:v>274</c:v>
                </c:pt>
                <c:pt idx="273">
                  <c:v>275</c:v>
                </c:pt>
                <c:pt idx="274">
                  <c:v>276</c:v>
                </c:pt>
                <c:pt idx="275">
                  <c:v>277</c:v>
                </c:pt>
                <c:pt idx="276">
                  <c:v>278</c:v>
                </c:pt>
                <c:pt idx="277">
                  <c:v>279</c:v>
                </c:pt>
                <c:pt idx="278">
                  <c:v>280</c:v>
                </c:pt>
                <c:pt idx="279">
                  <c:v>281</c:v>
                </c:pt>
                <c:pt idx="280">
                  <c:v>282</c:v>
                </c:pt>
                <c:pt idx="281">
                  <c:v>283</c:v>
                </c:pt>
                <c:pt idx="282">
                  <c:v>284</c:v>
                </c:pt>
                <c:pt idx="283">
                  <c:v>285</c:v>
                </c:pt>
                <c:pt idx="284">
                  <c:v>286</c:v>
                </c:pt>
                <c:pt idx="285">
                  <c:v>287</c:v>
                </c:pt>
                <c:pt idx="286">
                  <c:v>288</c:v>
                </c:pt>
                <c:pt idx="287">
                  <c:v>289</c:v>
                </c:pt>
                <c:pt idx="288">
                  <c:v>290</c:v>
                </c:pt>
                <c:pt idx="289">
                  <c:v>291</c:v>
                </c:pt>
                <c:pt idx="290">
                  <c:v>292</c:v>
                </c:pt>
                <c:pt idx="291">
                  <c:v>293</c:v>
                </c:pt>
                <c:pt idx="292">
                  <c:v>294</c:v>
                </c:pt>
                <c:pt idx="293">
                  <c:v>295</c:v>
                </c:pt>
                <c:pt idx="294">
                  <c:v>296</c:v>
                </c:pt>
                <c:pt idx="295">
                  <c:v>297</c:v>
                </c:pt>
                <c:pt idx="296">
                  <c:v>298</c:v>
                </c:pt>
                <c:pt idx="297">
                  <c:v>299</c:v>
                </c:pt>
                <c:pt idx="298">
                  <c:v>300</c:v>
                </c:pt>
                <c:pt idx="299">
                  <c:v>301</c:v>
                </c:pt>
                <c:pt idx="300">
                  <c:v>302</c:v>
                </c:pt>
                <c:pt idx="301">
                  <c:v>303</c:v>
                </c:pt>
                <c:pt idx="302">
                  <c:v>304</c:v>
                </c:pt>
                <c:pt idx="303">
                  <c:v>305</c:v>
                </c:pt>
                <c:pt idx="304">
                  <c:v>306</c:v>
                </c:pt>
                <c:pt idx="305">
                  <c:v>307</c:v>
                </c:pt>
                <c:pt idx="306">
                  <c:v>308</c:v>
                </c:pt>
                <c:pt idx="307">
                  <c:v>309</c:v>
                </c:pt>
                <c:pt idx="308">
                  <c:v>310</c:v>
                </c:pt>
                <c:pt idx="309">
                  <c:v>311</c:v>
                </c:pt>
                <c:pt idx="310">
                  <c:v>312</c:v>
                </c:pt>
                <c:pt idx="311">
                  <c:v>313</c:v>
                </c:pt>
                <c:pt idx="312">
                  <c:v>314</c:v>
                </c:pt>
                <c:pt idx="313">
                  <c:v>315</c:v>
                </c:pt>
                <c:pt idx="314">
                  <c:v>316</c:v>
                </c:pt>
                <c:pt idx="315">
                  <c:v>317</c:v>
                </c:pt>
                <c:pt idx="316">
                  <c:v>318</c:v>
                </c:pt>
                <c:pt idx="317">
                  <c:v>319</c:v>
                </c:pt>
                <c:pt idx="318">
                  <c:v>320</c:v>
                </c:pt>
                <c:pt idx="319">
                  <c:v>321</c:v>
                </c:pt>
                <c:pt idx="320">
                  <c:v>322</c:v>
                </c:pt>
                <c:pt idx="321">
                  <c:v>323</c:v>
                </c:pt>
                <c:pt idx="322">
                  <c:v>324</c:v>
                </c:pt>
                <c:pt idx="323">
                  <c:v>325</c:v>
                </c:pt>
                <c:pt idx="324">
                  <c:v>326</c:v>
                </c:pt>
                <c:pt idx="325">
                  <c:v>327</c:v>
                </c:pt>
                <c:pt idx="326">
                  <c:v>328</c:v>
                </c:pt>
                <c:pt idx="327">
                  <c:v>329</c:v>
                </c:pt>
                <c:pt idx="328">
                  <c:v>330</c:v>
                </c:pt>
                <c:pt idx="329">
                  <c:v>331</c:v>
                </c:pt>
                <c:pt idx="330">
                  <c:v>332</c:v>
                </c:pt>
                <c:pt idx="331">
                  <c:v>333</c:v>
                </c:pt>
                <c:pt idx="332">
                  <c:v>334</c:v>
                </c:pt>
                <c:pt idx="333">
                  <c:v>335</c:v>
                </c:pt>
                <c:pt idx="334">
                  <c:v>336</c:v>
                </c:pt>
                <c:pt idx="335">
                  <c:v>337</c:v>
                </c:pt>
                <c:pt idx="336">
                  <c:v>338</c:v>
                </c:pt>
                <c:pt idx="337">
                  <c:v>339</c:v>
                </c:pt>
                <c:pt idx="338">
                  <c:v>340</c:v>
                </c:pt>
                <c:pt idx="339">
                  <c:v>341</c:v>
                </c:pt>
                <c:pt idx="340">
                  <c:v>342</c:v>
                </c:pt>
                <c:pt idx="341">
                  <c:v>343</c:v>
                </c:pt>
                <c:pt idx="342">
                  <c:v>344</c:v>
                </c:pt>
                <c:pt idx="343">
                  <c:v>345</c:v>
                </c:pt>
                <c:pt idx="344">
                  <c:v>346</c:v>
                </c:pt>
                <c:pt idx="345">
                  <c:v>347</c:v>
                </c:pt>
                <c:pt idx="346">
                  <c:v>348</c:v>
                </c:pt>
                <c:pt idx="347">
                  <c:v>349</c:v>
                </c:pt>
                <c:pt idx="348">
                  <c:v>350</c:v>
                </c:pt>
                <c:pt idx="349">
                  <c:v>351</c:v>
                </c:pt>
                <c:pt idx="350">
                  <c:v>352</c:v>
                </c:pt>
                <c:pt idx="351">
                  <c:v>353</c:v>
                </c:pt>
                <c:pt idx="352">
                  <c:v>354</c:v>
                </c:pt>
                <c:pt idx="353">
                  <c:v>355</c:v>
                </c:pt>
                <c:pt idx="354">
                  <c:v>356</c:v>
                </c:pt>
                <c:pt idx="355">
                  <c:v>357</c:v>
                </c:pt>
                <c:pt idx="356">
                  <c:v>358</c:v>
                </c:pt>
                <c:pt idx="357">
                  <c:v>359</c:v>
                </c:pt>
                <c:pt idx="358">
                  <c:v>360</c:v>
                </c:pt>
                <c:pt idx="359">
                  <c:v>361</c:v>
                </c:pt>
                <c:pt idx="360">
                  <c:v>362</c:v>
                </c:pt>
                <c:pt idx="361">
                  <c:v>363</c:v>
                </c:pt>
                <c:pt idx="362">
                  <c:v>364</c:v>
                </c:pt>
                <c:pt idx="363">
                  <c:v>365</c:v>
                </c:pt>
                <c:pt idx="364">
                  <c:v>366</c:v>
                </c:pt>
                <c:pt idx="365">
                  <c:v>367</c:v>
                </c:pt>
                <c:pt idx="366">
                  <c:v>368</c:v>
                </c:pt>
                <c:pt idx="367">
                  <c:v>369</c:v>
                </c:pt>
                <c:pt idx="368">
                  <c:v>370</c:v>
                </c:pt>
                <c:pt idx="369">
                  <c:v>371</c:v>
                </c:pt>
                <c:pt idx="370">
                  <c:v>372</c:v>
                </c:pt>
                <c:pt idx="371">
                  <c:v>373</c:v>
                </c:pt>
                <c:pt idx="372">
                  <c:v>374</c:v>
                </c:pt>
                <c:pt idx="373">
                  <c:v>375</c:v>
                </c:pt>
                <c:pt idx="374">
                  <c:v>376</c:v>
                </c:pt>
                <c:pt idx="375">
                  <c:v>377</c:v>
                </c:pt>
                <c:pt idx="376">
                  <c:v>378</c:v>
                </c:pt>
                <c:pt idx="377">
                  <c:v>379</c:v>
                </c:pt>
                <c:pt idx="378">
                  <c:v>380</c:v>
                </c:pt>
                <c:pt idx="379">
                  <c:v>381</c:v>
                </c:pt>
                <c:pt idx="380">
                  <c:v>382</c:v>
                </c:pt>
                <c:pt idx="381">
                  <c:v>383</c:v>
                </c:pt>
                <c:pt idx="382">
                  <c:v>384</c:v>
                </c:pt>
                <c:pt idx="383">
                  <c:v>385</c:v>
                </c:pt>
                <c:pt idx="384">
                  <c:v>386</c:v>
                </c:pt>
                <c:pt idx="385">
                  <c:v>387</c:v>
                </c:pt>
                <c:pt idx="386">
                  <c:v>388</c:v>
                </c:pt>
                <c:pt idx="387">
                  <c:v>389</c:v>
                </c:pt>
                <c:pt idx="388">
                  <c:v>390</c:v>
                </c:pt>
                <c:pt idx="389">
                  <c:v>391</c:v>
                </c:pt>
                <c:pt idx="390">
                  <c:v>392</c:v>
                </c:pt>
                <c:pt idx="391">
                  <c:v>393</c:v>
                </c:pt>
                <c:pt idx="392">
                  <c:v>394</c:v>
                </c:pt>
                <c:pt idx="393">
                  <c:v>395</c:v>
                </c:pt>
                <c:pt idx="394">
                  <c:v>396</c:v>
                </c:pt>
                <c:pt idx="395">
                  <c:v>397</c:v>
                </c:pt>
                <c:pt idx="396">
                  <c:v>398</c:v>
                </c:pt>
                <c:pt idx="397">
                  <c:v>399</c:v>
                </c:pt>
                <c:pt idx="398">
                  <c:v>400</c:v>
                </c:pt>
                <c:pt idx="399">
                  <c:v>401</c:v>
                </c:pt>
                <c:pt idx="400">
                  <c:v>402</c:v>
                </c:pt>
                <c:pt idx="401">
                  <c:v>403</c:v>
                </c:pt>
                <c:pt idx="402">
                  <c:v>404</c:v>
                </c:pt>
                <c:pt idx="403">
                  <c:v>405</c:v>
                </c:pt>
                <c:pt idx="404">
                  <c:v>406</c:v>
                </c:pt>
                <c:pt idx="405">
                  <c:v>407</c:v>
                </c:pt>
                <c:pt idx="406">
                  <c:v>408</c:v>
                </c:pt>
                <c:pt idx="407">
                  <c:v>409</c:v>
                </c:pt>
                <c:pt idx="408">
                  <c:v>410</c:v>
                </c:pt>
                <c:pt idx="409">
                  <c:v>411</c:v>
                </c:pt>
                <c:pt idx="410">
                  <c:v>412</c:v>
                </c:pt>
                <c:pt idx="411">
                  <c:v>413</c:v>
                </c:pt>
                <c:pt idx="412">
                  <c:v>414</c:v>
                </c:pt>
                <c:pt idx="413">
                  <c:v>415</c:v>
                </c:pt>
                <c:pt idx="414">
                  <c:v>416</c:v>
                </c:pt>
                <c:pt idx="415">
                  <c:v>417</c:v>
                </c:pt>
                <c:pt idx="416">
                  <c:v>418</c:v>
                </c:pt>
                <c:pt idx="417">
                  <c:v>419</c:v>
                </c:pt>
                <c:pt idx="418">
                  <c:v>420</c:v>
                </c:pt>
                <c:pt idx="419">
                  <c:v>421</c:v>
                </c:pt>
                <c:pt idx="420">
                  <c:v>422</c:v>
                </c:pt>
                <c:pt idx="421">
                  <c:v>423</c:v>
                </c:pt>
                <c:pt idx="422">
                  <c:v>424</c:v>
                </c:pt>
                <c:pt idx="423">
                  <c:v>425</c:v>
                </c:pt>
                <c:pt idx="424">
                  <c:v>426</c:v>
                </c:pt>
                <c:pt idx="425">
                  <c:v>427</c:v>
                </c:pt>
                <c:pt idx="426">
                  <c:v>428</c:v>
                </c:pt>
                <c:pt idx="427">
                  <c:v>429</c:v>
                </c:pt>
                <c:pt idx="428">
                  <c:v>430</c:v>
                </c:pt>
                <c:pt idx="429">
                  <c:v>431</c:v>
                </c:pt>
                <c:pt idx="430">
                  <c:v>432</c:v>
                </c:pt>
                <c:pt idx="431">
                  <c:v>433</c:v>
                </c:pt>
                <c:pt idx="432">
                  <c:v>434</c:v>
                </c:pt>
                <c:pt idx="433">
                  <c:v>435</c:v>
                </c:pt>
                <c:pt idx="434">
                  <c:v>436</c:v>
                </c:pt>
                <c:pt idx="435">
                  <c:v>437</c:v>
                </c:pt>
                <c:pt idx="436">
                  <c:v>438</c:v>
                </c:pt>
                <c:pt idx="437">
                  <c:v>439</c:v>
                </c:pt>
                <c:pt idx="438">
                  <c:v>440</c:v>
                </c:pt>
                <c:pt idx="439">
                  <c:v>441</c:v>
                </c:pt>
                <c:pt idx="440">
                  <c:v>442</c:v>
                </c:pt>
                <c:pt idx="441">
                  <c:v>443</c:v>
                </c:pt>
                <c:pt idx="442">
                  <c:v>444</c:v>
                </c:pt>
                <c:pt idx="443">
                  <c:v>445</c:v>
                </c:pt>
                <c:pt idx="444">
                  <c:v>446</c:v>
                </c:pt>
                <c:pt idx="445">
                  <c:v>447</c:v>
                </c:pt>
                <c:pt idx="446">
                  <c:v>448</c:v>
                </c:pt>
                <c:pt idx="447">
                  <c:v>449</c:v>
                </c:pt>
                <c:pt idx="448">
                  <c:v>450</c:v>
                </c:pt>
                <c:pt idx="449">
                  <c:v>451</c:v>
                </c:pt>
                <c:pt idx="450">
                  <c:v>452</c:v>
                </c:pt>
                <c:pt idx="451">
                  <c:v>453</c:v>
                </c:pt>
                <c:pt idx="452">
                  <c:v>454</c:v>
                </c:pt>
                <c:pt idx="453">
                  <c:v>455</c:v>
                </c:pt>
                <c:pt idx="454">
                  <c:v>456</c:v>
                </c:pt>
                <c:pt idx="455">
                  <c:v>457</c:v>
                </c:pt>
                <c:pt idx="456">
                  <c:v>458</c:v>
                </c:pt>
                <c:pt idx="457">
                  <c:v>459</c:v>
                </c:pt>
                <c:pt idx="458">
                  <c:v>460</c:v>
                </c:pt>
                <c:pt idx="459">
                  <c:v>461</c:v>
                </c:pt>
                <c:pt idx="460">
                  <c:v>462</c:v>
                </c:pt>
                <c:pt idx="461">
                  <c:v>463</c:v>
                </c:pt>
                <c:pt idx="462">
                  <c:v>464</c:v>
                </c:pt>
                <c:pt idx="463">
                  <c:v>465</c:v>
                </c:pt>
                <c:pt idx="464">
                  <c:v>466</c:v>
                </c:pt>
                <c:pt idx="465">
                  <c:v>467</c:v>
                </c:pt>
                <c:pt idx="466">
                  <c:v>468</c:v>
                </c:pt>
                <c:pt idx="467">
                  <c:v>469</c:v>
                </c:pt>
                <c:pt idx="468">
                  <c:v>470</c:v>
                </c:pt>
                <c:pt idx="469">
                  <c:v>471</c:v>
                </c:pt>
                <c:pt idx="470">
                  <c:v>472</c:v>
                </c:pt>
                <c:pt idx="471">
                  <c:v>473</c:v>
                </c:pt>
                <c:pt idx="472">
                  <c:v>474</c:v>
                </c:pt>
                <c:pt idx="473">
                  <c:v>475</c:v>
                </c:pt>
                <c:pt idx="474">
                  <c:v>476</c:v>
                </c:pt>
                <c:pt idx="475">
                  <c:v>477</c:v>
                </c:pt>
                <c:pt idx="476">
                  <c:v>478</c:v>
                </c:pt>
                <c:pt idx="477">
                  <c:v>479</c:v>
                </c:pt>
                <c:pt idx="478">
                  <c:v>480</c:v>
                </c:pt>
                <c:pt idx="479">
                  <c:v>481</c:v>
                </c:pt>
                <c:pt idx="480">
                  <c:v>482</c:v>
                </c:pt>
                <c:pt idx="481">
                  <c:v>483</c:v>
                </c:pt>
                <c:pt idx="482">
                  <c:v>484</c:v>
                </c:pt>
                <c:pt idx="483">
                  <c:v>485</c:v>
                </c:pt>
                <c:pt idx="484">
                  <c:v>486</c:v>
                </c:pt>
                <c:pt idx="485">
                  <c:v>487</c:v>
                </c:pt>
                <c:pt idx="486">
                  <c:v>488</c:v>
                </c:pt>
                <c:pt idx="487">
                  <c:v>489</c:v>
                </c:pt>
                <c:pt idx="488">
                  <c:v>490</c:v>
                </c:pt>
                <c:pt idx="489">
                  <c:v>491</c:v>
                </c:pt>
                <c:pt idx="490">
                  <c:v>492</c:v>
                </c:pt>
                <c:pt idx="491">
                  <c:v>493</c:v>
                </c:pt>
                <c:pt idx="492">
                  <c:v>494</c:v>
                </c:pt>
                <c:pt idx="493">
                  <c:v>495</c:v>
                </c:pt>
                <c:pt idx="494">
                  <c:v>496</c:v>
                </c:pt>
                <c:pt idx="495">
                  <c:v>497</c:v>
                </c:pt>
                <c:pt idx="496">
                  <c:v>498</c:v>
                </c:pt>
                <c:pt idx="497">
                  <c:v>499</c:v>
                </c:pt>
                <c:pt idx="498">
                  <c:v>500</c:v>
                </c:pt>
                <c:pt idx="499">
                  <c:v>501</c:v>
                </c:pt>
                <c:pt idx="500">
                  <c:v>502</c:v>
                </c:pt>
                <c:pt idx="501">
                  <c:v>503</c:v>
                </c:pt>
                <c:pt idx="502">
                  <c:v>504</c:v>
                </c:pt>
                <c:pt idx="503">
                  <c:v>505</c:v>
                </c:pt>
                <c:pt idx="504">
                  <c:v>506</c:v>
                </c:pt>
                <c:pt idx="505">
                  <c:v>507</c:v>
                </c:pt>
                <c:pt idx="506">
                  <c:v>508</c:v>
                </c:pt>
                <c:pt idx="507">
                  <c:v>509</c:v>
                </c:pt>
                <c:pt idx="508">
                  <c:v>510</c:v>
                </c:pt>
                <c:pt idx="509">
                  <c:v>511</c:v>
                </c:pt>
                <c:pt idx="510">
                  <c:v>512</c:v>
                </c:pt>
                <c:pt idx="511">
                  <c:v>513</c:v>
                </c:pt>
                <c:pt idx="512">
                  <c:v>514</c:v>
                </c:pt>
                <c:pt idx="513">
                  <c:v>515</c:v>
                </c:pt>
                <c:pt idx="514">
                  <c:v>516</c:v>
                </c:pt>
                <c:pt idx="515">
                  <c:v>517</c:v>
                </c:pt>
                <c:pt idx="516">
                  <c:v>518</c:v>
                </c:pt>
                <c:pt idx="517">
                  <c:v>519</c:v>
                </c:pt>
                <c:pt idx="518">
                  <c:v>520</c:v>
                </c:pt>
                <c:pt idx="519">
                  <c:v>521</c:v>
                </c:pt>
                <c:pt idx="520">
                  <c:v>522</c:v>
                </c:pt>
                <c:pt idx="521">
                  <c:v>523</c:v>
                </c:pt>
                <c:pt idx="522">
                  <c:v>524</c:v>
                </c:pt>
                <c:pt idx="523">
                  <c:v>525</c:v>
                </c:pt>
                <c:pt idx="524">
                  <c:v>526</c:v>
                </c:pt>
                <c:pt idx="525">
                  <c:v>527</c:v>
                </c:pt>
                <c:pt idx="526">
                  <c:v>528</c:v>
                </c:pt>
                <c:pt idx="527">
                  <c:v>529</c:v>
                </c:pt>
                <c:pt idx="528">
                  <c:v>530</c:v>
                </c:pt>
                <c:pt idx="529">
                  <c:v>531</c:v>
                </c:pt>
                <c:pt idx="530">
                  <c:v>532</c:v>
                </c:pt>
                <c:pt idx="531">
                  <c:v>533</c:v>
                </c:pt>
                <c:pt idx="532">
                  <c:v>534</c:v>
                </c:pt>
                <c:pt idx="533">
                  <c:v>535</c:v>
                </c:pt>
                <c:pt idx="534">
                  <c:v>536</c:v>
                </c:pt>
                <c:pt idx="535">
                  <c:v>537</c:v>
                </c:pt>
                <c:pt idx="536">
                  <c:v>538</c:v>
                </c:pt>
                <c:pt idx="537">
                  <c:v>539</c:v>
                </c:pt>
                <c:pt idx="538">
                  <c:v>540</c:v>
                </c:pt>
                <c:pt idx="539">
                  <c:v>541</c:v>
                </c:pt>
                <c:pt idx="540">
                  <c:v>542</c:v>
                </c:pt>
                <c:pt idx="541">
                  <c:v>543</c:v>
                </c:pt>
                <c:pt idx="542">
                  <c:v>544</c:v>
                </c:pt>
                <c:pt idx="543">
                  <c:v>545</c:v>
                </c:pt>
                <c:pt idx="544">
                  <c:v>546</c:v>
                </c:pt>
                <c:pt idx="545">
                  <c:v>547</c:v>
                </c:pt>
                <c:pt idx="546">
                  <c:v>548</c:v>
                </c:pt>
                <c:pt idx="547">
                  <c:v>549</c:v>
                </c:pt>
                <c:pt idx="548">
                  <c:v>550</c:v>
                </c:pt>
                <c:pt idx="549">
                  <c:v>551</c:v>
                </c:pt>
                <c:pt idx="550">
                  <c:v>552</c:v>
                </c:pt>
                <c:pt idx="551">
                  <c:v>553</c:v>
                </c:pt>
                <c:pt idx="552">
                  <c:v>554</c:v>
                </c:pt>
                <c:pt idx="553">
                  <c:v>555</c:v>
                </c:pt>
                <c:pt idx="554">
                  <c:v>556</c:v>
                </c:pt>
                <c:pt idx="555">
                  <c:v>557</c:v>
                </c:pt>
                <c:pt idx="556">
                  <c:v>558</c:v>
                </c:pt>
                <c:pt idx="557">
                  <c:v>559</c:v>
                </c:pt>
                <c:pt idx="558">
                  <c:v>560</c:v>
                </c:pt>
                <c:pt idx="559">
                  <c:v>561</c:v>
                </c:pt>
                <c:pt idx="560">
                  <c:v>562</c:v>
                </c:pt>
                <c:pt idx="561">
                  <c:v>563</c:v>
                </c:pt>
                <c:pt idx="562">
                  <c:v>564</c:v>
                </c:pt>
                <c:pt idx="563">
                  <c:v>565</c:v>
                </c:pt>
                <c:pt idx="564">
                  <c:v>566</c:v>
                </c:pt>
                <c:pt idx="565">
                  <c:v>567</c:v>
                </c:pt>
                <c:pt idx="566">
                  <c:v>568</c:v>
                </c:pt>
                <c:pt idx="567">
                  <c:v>569</c:v>
                </c:pt>
                <c:pt idx="568">
                  <c:v>570</c:v>
                </c:pt>
                <c:pt idx="569">
                  <c:v>571</c:v>
                </c:pt>
                <c:pt idx="570">
                  <c:v>572</c:v>
                </c:pt>
                <c:pt idx="571">
                  <c:v>573</c:v>
                </c:pt>
                <c:pt idx="572">
                  <c:v>574</c:v>
                </c:pt>
                <c:pt idx="573">
                  <c:v>575</c:v>
                </c:pt>
                <c:pt idx="574">
                  <c:v>576</c:v>
                </c:pt>
                <c:pt idx="575">
                  <c:v>577</c:v>
                </c:pt>
                <c:pt idx="576">
                  <c:v>578</c:v>
                </c:pt>
                <c:pt idx="577">
                  <c:v>579</c:v>
                </c:pt>
                <c:pt idx="578">
                  <c:v>580</c:v>
                </c:pt>
                <c:pt idx="579">
                  <c:v>581</c:v>
                </c:pt>
                <c:pt idx="580">
                  <c:v>582</c:v>
                </c:pt>
                <c:pt idx="581">
                  <c:v>583</c:v>
                </c:pt>
                <c:pt idx="582">
                  <c:v>584</c:v>
                </c:pt>
                <c:pt idx="583">
                  <c:v>585</c:v>
                </c:pt>
                <c:pt idx="584">
                  <c:v>586</c:v>
                </c:pt>
                <c:pt idx="585">
                  <c:v>587</c:v>
                </c:pt>
                <c:pt idx="586">
                  <c:v>588</c:v>
                </c:pt>
                <c:pt idx="587">
                  <c:v>589</c:v>
                </c:pt>
                <c:pt idx="588">
                  <c:v>590</c:v>
                </c:pt>
                <c:pt idx="589">
                  <c:v>591</c:v>
                </c:pt>
                <c:pt idx="590">
                  <c:v>592</c:v>
                </c:pt>
                <c:pt idx="591">
                  <c:v>593</c:v>
                </c:pt>
                <c:pt idx="592">
                  <c:v>594</c:v>
                </c:pt>
                <c:pt idx="593">
                  <c:v>595</c:v>
                </c:pt>
                <c:pt idx="594">
                  <c:v>596</c:v>
                </c:pt>
                <c:pt idx="595">
                  <c:v>597</c:v>
                </c:pt>
                <c:pt idx="596">
                  <c:v>598</c:v>
                </c:pt>
                <c:pt idx="597">
                  <c:v>599</c:v>
                </c:pt>
                <c:pt idx="598">
                  <c:v>600</c:v>
                </c:pt>
                <c:pt idx="599">
                  <c:v>601</c:v>
                </c:pt>
                <c:pt idx="600">
                  <c:v>602</c:v>
                </c:pt>
                <c:pt idx="601">
                  <c:v>603</c:v>
                </c:pt>
                <c:pt idx="602">
                  <c:v>604</c:v>
                </c:pt>
                <c:pt idx="603">
                  <c:v>605</c:v>
                </c:pt>
                <c:pt idx="604">
                  <c:v>606</c:v>
                </c:pt>
                <c:pt idx="605">
                  <c:v>607</c:v>
                </c:pt>
                <c:pt idx="606">
                  <c:v>608</c:v>
                </c:pt>
                <c:pt idx="607">
                  <c:v>609</c:v>
                </c:pt>
                <c:pt idx="608">
                  <c:v>610</c:v>
                </c:pt>
                <c:pt idx="609">
                  <c:v>611</c:v>
                </c:pt>
                <c:pt idx="610">
                  <c:v>612</c:v>
                </c:pt>
                <c:pt idx="611">
                  <c:v>613</c:v>
                </c:pt>
                <c:pt idx="612">
                  <c:v>614</c:v>
                </c:pt>
                <c:pt idx="613">
                  <c:v>615</c:v>
                </c:pt>
                <c:pt idx="614">
                  <c:v>616</c:v>
                </c:pt>
                <c:pt idx="615">
                  <c:v>617</c:v>
                </c:pt>
                <c:pt idx="616">
                  <c:v>618</c:v>
                </c:pt>
                <c:pt idx="617">
                  <c:v>619</c:v>
                </c:pt>
                <c:pt idx="618">
                  <c:v>620</c:v>
                </c:pt>
                <c:pt idx="619">
                  <c:v>621</c:v>
                </c:pt>
                <c:pt idx="620">
                  <c:v>622</c:v>
                </c:pt>
                <c:pt idx="621">
                  <c:v>623</c:v>
                </c:pt>
                <c:pt idx="622">
                  <c:v>624</c:v>
                </c:pt>
                <c:pt idx="623">
                  <c:v>625</c:v>
                </c:pt>
                <c:pt idx="624">
                  <c:v>626</c:v>
                </c:pt>
                <c:pt idx="625">
                  <c:v>627</c:v>
                </c:pt>
                <c:pt idx="626">
                  <c:v>628</c:v>
                </c:pt>
                <c:pt idx="627">
                  <c:v>629</c:v>
                </c:pt>
                <c:pt idx="628">
                  <c:v>630</c:v>
                </c:pt>
                <c:pt idx="629">
                  <c:v>631</c:v>
                </c:pt>
                <c:pt idx="630">
                  <c:v>632</c:v>
                </c:pt>
                <c:pt idx="631">
                  <c:v>633</c:v>
                </c:pt>
                <c:pt idx="632">
                  <c:v>634</c:v>
                </c:pt>
                <c:pt idx="633">
                  <c:v>635</c:v>
                </c:pt>
                <c:pt idx="634">
                  <c:v>636</c:v>
                </c:pt>
                <c:pt idx="635">
                  <c:v>637</c:v>
                </c:pt>
                <c:pt idx="636">
                  <c:v>638</c:v>
                </c:pt>
                <c:pt idx="637">
                  <c:v>639</c:v>
                </c:pt>
                <c:pt idx="638">
                  <c:v>640</c:v>
                </c:pt>
                <c:pt idx="639">
                  <c:v>641</c:v>
                </c:pt>
                <c:pt idx="640">
                  <c:v>642</c:v>
                </c:pt>
                <c:pt idx="641">
                  <c:v>643</c:v>
                </c:pt>
                <c:pt idx="642">
                  <c:v>644</c:v>
                </c:pt>
                <c:pt idx="643">
                  <c:v>645</c:v>
                </c:pt>
                <c:pt idx="644">
                  <c:v>646</c:v>
                </c:pt>
                <c:pt idx="645">
                  <c:v>647</c:v>
                </c:pt>
                <c:pt idx="646">
                  <c:v>648</c:v>
                </c:pt>
                <c:pt idx="647">
                  <c:v>649</c:v>
                </c:pt>
                <c:pt idx="648">
                  <c:v>650</c:v>
                </c:pt>
                <c:pt idx="649">
                  <c:v>651</c:v>
                </c:pt>
                <c:pt idx="650">
                  <c:v>652</c:v>
                </c:pt>
                <c:pt idx="651">
                  <c:v>653</c:v>
                </c:pt>
                <c:pt idx="652">
                  <c:v>654</c:v>
                </c:pt>
                <c:pt idx="653">
                  <c:v>655</c:v>
                </c:pt>
                <c:pt idx="654">
                  <c:v>656</c:v>
                </c:pt>
                <c:pt idx="655">
                  <c:v>657</c:v>
                </c:pt>
                <c:pt idx="656">
                  <c:v>658</c:v>
                </c:pt>
                <c:pt idx="657">
                  <c:v>659</c:v>
                </c:pt>
                <c:pt idx="658">
                  <c:v>660</c:v>
                </c:pt>
                <c:pt idx="659">
                  <c:v>661</c:v>
                </c:pt>
                <c:pt idx="660">
                  <c:v>662</c:v>
                </c:pt>
                <c:pt idx="661">
                  <c:v>663</c:v>
                </c:pt>
                <c:pt idx="662">
                  <c:v>664</c:v>
                </c:pt>
                <c:pt idx="663">
                  <c:v>665</c:v>
                </c:pt>
                <c:pt idx="664">
                  <c:v>666</c:v>
                </c:pt>
                <c:pt idx="665">
                  <c:v>667</c:v>
                </c:pt>
                <c:pt idx="666">
                  <c:v>668</c:v>
                </c:pt>
                <c:pt idx="667">
                  <c:v>669</c:v>
                </c:pt>
                <c:pt idx="668">
                  <c:v>670</c:v>
                </c:pt>
                <c:pt idx="669">
                  <c:v>671</c:v>
                </c:pt>
                <c:pt idx="670">
                  <c:v>672</c:v>
                </c:pt>
                <c:pt idx="671">
                  <c:v>673</c:v>
                </c:pt>
                <c:pt idx="672">
                  <c:v>674</c:v>
                </c:pt>
                <c:pt idx="673">
                  <c:v>675</c:v>
                </c:pt>
                <c:pt idx="674">
                  <c:v>676</c:v>
                </c:pt>
                <c:pt idx="675">
                  <c:v>677</c:v>
                </c:pt>
                <c:pt idx="676">
                  <c:v>678</c:v>
                </c:pt>
                <c:pt idx="677">
                  <c:v>679</c:v>
                </c:pt>
                <c:pt idx="678">
                  <c:v>680</c:v>
                </c:pt>
                <c:pt idx="679">
                  <c:v>681</c:v>
                </c:pt>
                <c:pt idx="680">
                  <c:v>682</c:v>
                </c:pt>
                <c:pt idx="681">
                  <c:v>683</c:v>
                </c:pt>
                <c:pt idx="682">
                  <c:v>684</c:v>
                </c:pt>
                <c:pt idx="683">
                  <c:v>685</c:v>
                </c:pt>
                <c:pt idx="684">
                  <c:v>686</c:v>
                </c:pt>
                <c:pt idx="685">
                  <c:v>687</c:v>
                </c:pt>
                <c:pt idx="686">
                  <c:v>688</c:v>
                </c:pt>
                <c:pt idx="687">
                  <c:v>689</c:v>
                </c:pt>
                <c:pt idx="688">
                  <c:v>690</c:v>
                </c:pt>
                <c:pt idx="689">
                  <c:v>691</c:v>
                </c:pt>
                <c:pt idx="690">
                  <c:v>692</c:v>
                </c:pt>
                <c:pt idx="691">
                  <c:v>693</c:v>
                </c:pt>
                <c:pt idx="692">
                  <c:v>694</c:v>
                </c:pt>
                <c:pt idx="693">
                  <c:v>695</c:v>
                </c:pt>
                <c:pt idx="694">
                  <c:v>696</c:v>
                </c:pt>
                <c:pt idx="695">
                  <c:v>697</c:v>
                </c:pt>
                <c:pt idx="696">
                  <c:v>698</c:v>
                </c:pt>
                <c:pt idx="697">
                  <c:v>699</c:v>
                </c:pt>
                <c:pt idx="698">
                  <c:v>700</c:v>
                </c:pt>
                <c:pt idx="699">
                  <c:v>701</c:v>
                </c:pt>
                <c:pt idx="700">
                  <c:v>702</c:v>
                </c:pt>
                <c:pt idx="701">
                  <c:v>703</c:v>
                </c:pt>
                <c:pt idx="702">
                  <c:v>704</c:v>
                </c:pt>
                <c:pt idx="703">
                  <c:v>705</c:v>
                </c:pt>
                <c:pt idx="704">
                  <c:v>706</c:v>
                </c:pt>
                <c:pt idx="705">
                  <c:v>707</c:v>
                </c:pt>
                <c:pt idx="706">
                  <c:v>708</c:v>
                </c:pt>
                <c:pt idx="707">
                  <c:v>709</c:v>
                </c:pt>
                <c:pt idx="708">
                  <c:v>710</c:v>
                </c:pt>
                <c:pt idx="709">
                  <c:v>711</c:v>
                </c:pt>
                <c:pt idx="710">
                  <c:v>712</c:v>
                </c:pt>
                <c:pt idx="711">
                  <c:v>713</c:v>
                </c:pt>
                <c:pt idx="712">
                  <c:v>714</c:v>
                </c:pt>
                <c:pt idx="713">
                  <c:v>715</c:v>
                </c:pt>
                <c:pt idx="714">
                  <c:v>716</c:v>
                </c:pt>
                <c:pt idx="715">
                  <c:v>717</c:v>
                </c:pt>
                <c:pt idx="716">
                  <c:v>718</c:v>
                </c:pt>
                <c:pt idx="717">
                  <c:v>719</c:v>
                </c:pt>
                <c:pt idx="718">
                  <c:v>720</c:v>
                </c:pt>
                <c:pt idx="719">
                  <c:v>721</c:v>
                </c:pt>
                <c:pt idx="720">
                  <c:v>722</c:v>
                </c:pt>
                <c:pt idx="721">
                  <c:v>723</c:v>
                </c:pt>
                <c:pt idx="722">
                  <c:v>724</c:v>
                </c:pt>
                <c:pt idx="723">
                  <c:v>725</c:v>
                </c:pt>
                <c:pt idx="724">
                  <c:v>726</c:v>
                </c:pt>
                <c:pt idx="725">
                  <c:v>727</c:v>
                </c:pt>
                <c:pt idx="726">
                  <c:v>728</c:v>
                </c:pt>
                <c:pt idx="727">
                  <c:v>729</c:v>
                </c:pt>
                <c:pt idx="728">
                  <c:v>730</c:v>
                </c:pt>
                <c:pt idx="729">
                  <c:v>731</c:v>
                </c:pt>
                <c:pt idx="730">
                  <c:v>732</c:v>
                </c:pt>
                <c:pt idx="731">
                  <c:v>733</c:v>
                </c:pt>
                <c:pt idx="732">
                  <c:v>734</c:v>
                </c:pt>
                <c:pt idx="733">
                  <c:v>735</c:v>
                </c:pt>
                <c:pt idx="734">
                  <c:v>736</c:v>
                </c:pt>
                <c:pt idx="735">
                  <c:v>737</c:v>
                </c:pt>
                <c:pt idx="736">
                  <c:v>738</c:v>
                </c:pt>
                <c:pt idx="737">
                  <c:v>739</c:v>
                </c:pt>
                <c:pt idx="738">
                  <c:v>740</c:v>
                </c:pt>
                <c:pt idx="739">
                  <c:v>741</c:v>
                </c:pt>
                <c:pt idx="740">
                  <c:v>742</c:v>
                </c:pt>
                <c:pt idx="741">
                  <c:v>743</c:v>
                </c:pt>
                <c:pt idx="742">
                  <c:v>744</c:v>
                </c:pt>
                <c:pt idx="743">
                  <c:v>745</c:v>
                </c:pt>
                <c:pt idx="744">
                  <c:v>746</c:v>
                </c:pt>
                <c:pt idx="745">
                  <c:v>747</c:v>
                </c:pt>
                <c:pt idx="746">
                  <c:v>748</c:v>
                </c:pt>
                <c:pt idx="747">
                  <c:v>749</c:v>
                </c:pt>
                <c:pt idx="748">
                  <c:v>750</c:v>
                </c:pt>
                <c:pt idx="749">
                  <c:v>751</c:v>
                </c:pt>
                <c:pt idx="750">
                  <c:v>752</c:v>
                </c:pt>
                <c:pt idx="751">
                  <c:v>753</c:v>
                </c:pt>
                <c:pt idx="752">
                  <c:v>754</c:v>
                </c:pt>
                <c:pt idx="753">
                  <c:v>755</c:v>
                </c:pt>
                <c:pt idx="754">
                  <c:v>756</c:v>
                </c:pt>
                <c:pt idx="755">
                  <c:v>757</c:v>
                </c:pt>
                <c:pt idx="756">
                  <c:v>758</c:v>
                </c:pt>
                <c:pt idx="757">
                  <c:v>759</c:v>
                </c:pt>
                <c:pt idx="758">
                  <c:v>760</c:v>
                </c:pt>
                <c:pt idx="759">
                  <c:v>761</c:v>
                </c:pt>
                <c:pt idx="760">
                  <c:v>762</c:v>
                </c:pt>
                <c:pt idx="761">
                  <c:v>763</c:v>
                </c:pt>
                <c:pt idx="762">
                  <c:v>764</c:v>
                </c:pt>
                <c:pt idx="763">
                  <c:v>765</c:v>
                </c:pt>
                <c:pt idx="764">
                  <c:v>766</c:v>
                </c:pt>
                <c:pt idx="765">
                  <c:v>767</c:v>
                </c:pt>
                <c:pt idx="766">
                  <c:v>768</c:v>
                </c:pt>
                <c:pt idx="767">
                  <c:v>769</c:v>
                </c:pt>
                <c:pt idx="768">
                  <c:v>770</c:v>
                </c:pt>
                <c:pt idx="769">
                  <c:v>771</c:v>
                </c:pt>
                <c:pt idx="770">
                  <c:v>772</c:v>
                </c:pt>
                <c:pt idx="771">
                  <c:v>773</c:v>
                </c:pt>
                <c:pt idx="772">
                  <c:v>774</c:v>
                </c:pt>
                <c:pt idx="773">
                  <c:v>775</c:v>
                </c:pt>
                <c:pt idx="774">
                  <c:v>776</c:v>
                </c:pt>
                <c:pt idx="775">
                  <c:v>777</c:v>
                </c:pt>
                <c:pt idx="776">
                  <c:v>778</c:v>
                </c:pt>
                <c:pt idx="777">
                  <c:v>779</c:v>
                </c:pt>
                <c:pt idx="778">
                  <c:v>780</c:v>
                </c:pt>
                <c:pt idx="779">
                  <c:v>781</c:v>
                </c:pt>
                <c:pt idx="780">
                  <c:v>782</c:v>
                </c:pt>
                <c:pt idx="781">
                  <c:v>783</c:v>
                </c:pt>
                <c:pt idx="782">
                  <c:v>784</c:v>
                </c:pt>
                <c:pt idx="783">
                  <c:v>785</c:v>
                </c:pt>
                <c:pt idx="784">
                  <c:v>786</c:v>
                </c:pt>
                <c:pt idx="785">
                  <c:v>787</c:v>
                </c:pt>
                <c:pt idx="786">
                  <c:v>788</c:v>
                </c:pt>
                <c:pt idx="787">
                  <c:v>789</c:v>
                </c:pt>
                <c:pt idx="788">
                  <c:v>790</c:v>
                </c:pt>
                <c:pt idx="789">
                  <c:v>791</c:v>
                </c:pt>
                <c:pt idx="790">
                  <c:v>792</c:v>
                </c:pt>
                <c:pt idx="791">
                  <c:v>793</c:v>
                </c:pt>
                <c:pt idx="792">
                  <c:v>794</c:v>
                </c:pt>
                <c:pt idx="793">
                  <c:v>795</c:v>
                </c:pt>
                <c:pt idx="794">
                  <c:v>796</c:v>
                </c:pt>
                <c:pt idx="795">
                  <c:v>797</c:v>
                </c:pt>
                <c:pt idx="796">
                  <c:v>798</c:v>
                </c:pt>
                <c:pt idx="797">
                  <c:v>799</c:v>
                </c:pt>
                <c:pt idx="798">
                  <c:v>800</c:v>
                </c:pt>
                <c:pt idx="799">
                  <c:v>801</c:v>
                </c:pt>
                <c:pt idx="800">
                  <c:v>802</c:v>
                </c:pt>
                <c:pt idx="801">
                  <c:v>803</c:v>
                </c:pt>
                <c:pt idx="802">
                  <c:v>804</c:v>
                </c:pt>
                <c:pt idx="803">
                  <c:v>805</c:v>
                </c:pt>
                <c:pt idx="804">
                  <c:v>806</c:v>
                </c:pt>
                <c:pt idx="805">
                  <c:v>807</c:v>
                </c:pt>
                <c:pt idx="806">
                  <c:v>808</c:v>
                </c:pt>
                <c:pt idx="807">
                  <c:v>809</c:v>
                </c:pt>
                <c:pt idx="808">
                  <c:v>810</c:v>
                </c:pt>
                <c:pt idx="809">
                  <c:v>811</c:v>
                </c:pt>
                <c:pt idx="810">
                  <c:v>812</c:v>
                </c:pt>
                <c:pt idx="811">
                  <c:v>813</c:v>
                </c:pt>
                <c:pt idx="812">
                  <c:v>814</c:v>
                </c:pt>
                <c:pt idx="813">
                  <c:v>815</c:v>
                </c:pt>
                <c:pt idx="814">
                  <c:v>816</c:v>
                </c:pt>
                <c:pt idx="815">
                  <c:v>817</c:v>
                </c:pt>
                <c:pt idx="816">
                  <c:v>818</c:v>
                </c:pt>
                <c:pt idx="817">
                  <c:v>819</c:v>
                </c:pt>
                <c:pt idx="818">
                  <c:v>820</c:v>
                </c:pt>
                <c:pt idx="819">
                  <c:v>821</c:v>
                </c:pt>
                <c:pt idx="820">
                  <c:v>822</c:v>
                </c:pt>
                <c:pt idx="821">
                  <c:v>823</c:v>
                </c:pt>
                <c:pt idx="822">
                  <c:v>824</c:v>
                </c:pt>
                <c:pt idx="823">
                  <c:v>825</c:v>
                </c:pt>
                <c:pt idx="824">
                  <c:v>826</c:v>
                </c:pt>
                <c:pt idx="825">
                  <c:v>827</c:v>
                </c:pt>
                <c:pt idx="826">
                  <c:v>828</c:v>
                </c:pt>
                <c:pt idx="827">
                  <c:v>829</c:v>
                </c:pt>
                <c:pt idx="828">
                  <c:v>830</c:v>
                </c:pt>
                <c:pt idx="829">
                  <c:v>831</c:v>
                </c:pt>
                <c:pt idx="830">
                  <c:v>832</c:v>
                </c:pt>
                <c:pt idx="831">
                  <c:v>833</c:v>
                </c:pt>
                <c:pt idx="832">
                  <c:v>834</c:v>
                </c:pt>
                <c:pt idx="833">
                  <c:v>835</c:v>
                </c:pt>
                <c:pt idx="834">
                  <c:v>836</c:v>
                </c:pt>
                <c:pt idx="835">
                  <c:v>837</c:v>
                </c:pt>
                <c:pt idx="836">
                  <c:v>838</c:v>
                </c:pt>
                <c:pt idx="837">
                  <c:v>839</c:v>
                </c:pt>
                <c:pt idx="838">
                  <c:v>840</c:v>
                </c:pt>
                <c:pt idx="839">
                  <c:v>841</c:v>
                </c:pt>
                <c:pt idx="840">
                  <c:v>842</c:v>
                </c:pt>
                <c:pt idx="841">
                  <c:v>843</c:v>
                </c:pt>
                <c:pt idx="842">
                  <c:v>844</c:v>
                </c:pt>
                <c:pt idx="843">
                  <c:v>845</c:v>
                </c:pt>
                <c:pt idx="844">
                  <c:v>846</c:v>
                </c:pt>
                <c:pt idx="845">
                  <c:v>847</c:v>
                </c:pt>
                <c:pt idx="846">
                  <c:v>848</c:v>
                </c:pt>
                <c:pt idx="847">
                  <c:v>849</c:v>
                </c:pt>
                <c:pt idx="848">
                  <c:v>850</c:v>
                </c:pt>
                <c:pt idx="849">
                  <c:v>851</c:v>
                </c:pt>
                <c:pt idx="850">
                  <c:v>852</c:v>
                </c:pt>
                <c:pt idx="851">
                  <c:v>853</c:v>
                </c:pt>
                <c:pt idx="852">
                  <c:v>854</c:v>
                </c:pt>
                <c:pt idx="853">
                  <c:v>855</c:v>
                </c:pt>
                <c:pt idx="854">
                  <c:v>856</c:v>
                </c:pt>
                <c:pt idx="855">
                  <c:v>857</c:v>
                </c:pt>
                <c:pt idx="856">
                  <c:v>858</c:v>
                </c:pt>
                <c:pt idx="857">
                  <c:v>859</c:v>
                </c:pt>
                <c:pt idx="858">
                  <c:v>860</c:v>
                </c:pt>
                <c:pt idx="859">
                  <c:v>861</c:v>
                </c:pt>
                <c:pt idx="860">
                  <c:v>862</c:v>
                </c:pt>
                <c:pt idx="861">
                  <c:v>863</c:v>
                </c:pt>
                <c:pt idx="862">
                  <c:v>864</c:v>
                </c:pt>
                <c:pt idx="863">
                  <c:v>865</c:v>
                </c:pt>
                <c:pt idx="864">
                  <c:v>866</c:v>
                </c:pt>
                <c:pt idx="865">
                  <c:v>867</c:v>
                </c:pt>
                <c:pt idx="866">
                  <c:v>868</c:v>
                </c:pt>
                <c:pt idx="867">
                  <c:v>869</c:v>
                </c:pt>
                <c:pt idx="868">
                  <c:v>870</c:v>
                </c:pt>
                <c:pt idx="869">
                  <c:v>871</c:v>
                </c:pt>
                <c:pt idx="870">
                  <c:v>872</c:v>
                </c:pt>
                <c:pt idx="871">
                  <c:v>873</c:v>
                </c:pt>
                <c:pt idx="872">
                  <c:v>874</c:v>
                </c:pt>
                <c:pt idx="873">
                  <c:v>875</c:v>
                </c:pt>
                <c:pt idx="874">
                  <c:v>876</c:v>
                </c:pt>
                <c:pt idx="875">
                  <c:v>877</c:v>
                </c:pt>
                <c:pt idx="876">
                  <c:v>878</c:v>
                </c:pt>
                <c:pt idx="877">
                  <c:v>879</c:v>
                </c:pt>
                <c:pt idx="878">
                  <c:v>880</c:v>
                </c:pt>
                <c:pt idx="879">
                  <c:v>881</c:v>
                </c:pt>
                <c:pt idx="880">
                  <c:v>882</c:v>
                </c:pt>
                <c:pt idx="881">
                  <c:v>883</c:v>
                </c:pt>
                <c:pt idx="882">
                  <c:v>884</c:v>
                </c:pt>
                <c:pt idx="883">
                  <c:v>885</c:v>
                </c:pt>
                <c:pt idx="884">
                  <c:v>886</c:v>
                </c:pt>
                <c:pt idx="885">
                  <c:v>887</c:v>
                </c:pt>
                <c:pt idx="886">
                  <c:v>888</c:v>
                </c:pt>
                <c:pt idx="887">
                  <c:v>889</c:v>
                </c:pt>
                <c:pt idx="888">
                  <c:v>890</c:v>
                </c:pt>
                <c:pt idx="889">
                  <c:v>891</c:v>
                </c:pt>
                <c:pt idx="890">
                  <c:v>892</c:v>
                </c:pt>
                <c:pt idx="891">
                  <c:v>893</c:v>
                </c:pt>
                <c:pt idx="892">
                  <c:v>894</c:v>
                </c:pt>
                <c:pt idx="893">
                  <c:v>895</c:v>
                </c:pt>
                <c:pt idx="894">
                  <c:v>896</c:v>
                </c:pt>
                <c:pt idx="895">
                  <c:v>897</c:v>
                </c:pt>
                <c:pt idx="896">
                  <c:v>898</c:v>
                </c:pt>
                <c:pt idx="897">
                  <c:v>899</c:v>
                </c:pt>
                <c:pt idx="898">
                  <c:v>900</c:v>
                </c:pt>
                <c:pt idx="899">
                  <c:v>901</c:v>
                </c:pt>
                <c:pt idx="900">
                  <c:v>902</c:v>
                </c:pt>
                <c:pt idx="901">
                  <c:v>903</c:v>
                </c:pt>
                <c:pt idx="902">
                  <c:v>904</c:v>
                </c:pt>
                <c:pt idx="903">
                  <c:v>905</c:v>
                </c:pt>
                <c:pt idx="904">
                  <c:v>906</c:v>
                </c:pt>
                <c:pt idx="905">
                  <c:v>907</c:v>
                </c:pt>
                <c:pt idx="906">
                  <c:v>908</c:v>
                </c:pt>
                <c:pt idx="907">
                  <c:v>909</c:v>
                </c:pt>
                <c:pt idx="908">
                  <c:v>910</c:v>
                </c:pt>
                <c:pt idx="909">
                  <c:v>911</c:v>
                </c:pt>
                <c:pt idx="910">
                  <c:v>912</c:v>
                </c:pt>
                <c:pt idx="911">
                  <c:v>913</c:v>
                </c:pt>
                <c:pt idx="912">
                  <c:v>914</c:v>
                </c:pt>
                <c:pt idx="913">
                  <c:v>915</c:v>
                </c:pt>
                <c:pt idx="914">
                  <c:v>916</c:v>
                </c:pt>
                <c:pt idx="915">
                  <c:v>917</c:v>
                </c:pt>
                <c:pt idx="916">
                  <c:v>918</c:v>
                </c:pt>
                <c:pt idx="917">
                  <c:v>919</c:v>
                </c:pt>
                <c:pt idx="918">
                  <c:v>920</c:v>
                </c:pt>
                <c:pt idx="919">
                  <c:v>921</c:v>
                </c:pt>
                <c:pt idx="920">
                  <c:v>922</c:v>
                </c:pt>
                <c:pt idx="921">
                  <c:v>923</c:v>
                </c:pt>
                <c:pt idx="922">
                  <c:v>924</c:v>
                </c:pt>
                <c:pt idx="923">
                  <c:v>925</c:v>
                </c:pt>
                <c:pt idx="924">
                  <c:v>926</c:v>
                </c:pt>
                <c:pt idx="925">
                  <c:v>927</c:v>
                </c:pt>
                <c:pt idx="926">
                  <c:v>928</c:v>
                </c:pt>
                <c:pt idx="927">
                  <c:v>929</c:v>
                </c:pt>
                <c:pt idx="928">
                  <c:v>930</c:v>
                </c:pt>
                <c:pt idx="929">
                  <c:v>931</c:v>
                </c:pt>
                <c:pt idx="930">
                  <c:v>932</c:v>
                </c:pt>
                <c:pt idx="931">
                  <c:v>933</c:v>
                </c:pt>
                <c:pt idx="932">
                  <c:v>934</c:v>
                </c:pt>
                <c:pt idx="933">
                  <c:v>935</c:v>
                </c:pt>
                <c:pt idx="934">
                  <c:v>936</c:v>
                </c:pt>
                <c:pt idx="935">
                  <c:v>937</c:v>
                </c:pt>
                <c:pt idx="936">
                  <c:v>938</c:v>
                </c:pt>
                <c:pt idx="937">
                  <c:v>939</c:v>
                </c:pt>
                <c:pt idx="938">
                  <c:v>940</c:v>
                </c:pt>
                <c:pt idx="939">
                  <c:v>941</c:v>
                </c:pt>
                <c:pt idx="940">
                  <c:v>942</c:v>
                </c:pt>
                <c:pt idx="941">
                  <c:v>943</c:v>
                </c:pt>
                <c:pt idx="942">
                  <c:v>944</c:v>
                </c:pt>
                <c:pt idx="943">
                  <c:v>945</c:v>
                </c:pt>
                <c:pt idx="944">
                  <c:v>946</c:v>
                </c:pt>
                <c:pt idx="945">
                  <c:v>947</c:v>
                </c:pt>
                <c:pt idx="946">
                  <c:v>948</c:v>
                </c:pt>
                <c:pt idx="947">
                  <c:v>949</c:v>
                </c:pt>
                <c:pt idx="948">
                  <c:v>950</c:v>
                </c:pt>
                <c:pt idx="949">
                  <c:v>951</c:v>
                </c:pt>
                <c:pt idx="950">
                  <c:v>952</c:v>
                </c:pt>
                <c:pt idx="951">
                  <c:v>953</c:v>
                </c:pt>
                <c:pt idx="952">
                  <c:v>954</c:v>
                </c:pt>
                <c:pt idx="953">
                  <c:v>955</c:v>
                </c:pt>
                <c:pt idx="954">
                  <c:v>956</c:v>
                </c:pt>
                <c:pt idx="955">
                  <c:v>957</c:v>
                </c:pt>
                <c:pt idx="956">
                  <c:v>958</c:v>
                </c:pt>
                <c:pt idx="957">
                  <c:v>959</c:v>
                </c:pt>
                <c:pt idx="958">
                  <c:v>960</c:v>
                </c:pt>
                <c:pt idx="959">
                  <c:v>961</c:v>
                </c:pt>
                <c:pt idx="960">
                  <c:v>962</c:v>
                </c:pt>
                <c:pt idx="961">
                  <c:v>963</c:v>
                </c:pt>
                <c:pt idx="962">
                  <c:v>964</c:v>
                </c:pt>
                <c:pt idx="963">
                  <c:v>965</c:v>
                </c:pt>
                <c:pt idx="964">
                  <c:v>966</c:v>
                </c:pt>
                <c:pt idx="965">
                  <c:v>967</c:v>
                </c:pt>
                <c:pt idx="966">
                  <c:v>968</c:v>
                </c:pt>
                <c:pt idx="967">
                  <c:v>969</c:v>
                </c:pt>
                <c:pt idx="968">
                  <c:v>970</c:v>
                </c:pt>
                <c:pt idx="969">
                  <c:v>971</c:v>
                </c:pt>
                <c:pt idx="970">
                  <c:v>972</c:v>
                </c:pt>
                <c:pt idx="971">
                  <c:v>973</c:v>
                </c:pt>
                <c:pt idx="972">
                  <c:v>974</c:v>
                </c:pt>
                <c:pt idx="973">
                  <c:v>975</c:v>
                </c:pt>
                <c:pt idx="974">
                  <c:v>976</c:v>
                </c:pt>
                <c:pt idx="975">
                  <c:v>977</c:v>
                </c:pt>
                <c:pt idx="976">
                  <c:v>978</c:v>
                </c:pt>
                <c:pt idx="977">
                  <c:v>979</c:v>
                </c:pt>
                <c:pt idx="978">
                  <c:v>980</c:v>
                </c:pt>
                <c:pt idx="979">
                  <c:v>981</c:v>
                </c:pt>
                <c:pt idx="980">
                  <c:v>982</c:v>
                </c:pt>
                <c:pt idx="981">
                  <c:v>983</c:v>
                </c:pt>
                <c:pt idx="982">
                  <c:v>984</c:v>
                </c:pt>
                <c:pt idx="983">
                  <c:v>985</c:v>
                </c:pt>
                <c:pt idx="984">
                  <c:v>986</c:v>
                </c:pt>
                <c:pt idx="985">
                  <c:v>987</c:v>
                </c:pt>
                <c:pt idx="986">
                  <c:v>988</c:v>
                </c:pt>
                <c:pt idx="987">
                  <c:v>989</c:v>
                </c:pt>
                <c:pt idx="988">
                  <c:v>990</c:v>
                </c:pt>
                <c:pt idx="989">
                  <c:v>991</c:v>
                </c:pt>
                <c:pt idx="990">
                  <c:v>992</c:v>
                </c:pt>
                <c:pt idx="991">
                  <c:v>993</c:v>
                </c:pt>
                <c:pt idx="992">
                  <c:v>994</c:v>
                </c:pt>
                <c:pt idx="993">
                  <c:v>995</c:v>
                </c:pt>
                <c:pt idx="994">
                  <c:v>996</c:v>
                </c:pt>
                <c:pt idx="995">
                  <c:v>997</c:v>
                </c:pt>
                <c:pt idx="996">
                  <c:v>998</c:v>
                </c:pt>
                <c:pt idx="997">
                  <c:v>999</c:v>
                </c:pt>
                <c:pt idx="998">
                  <c:v>1000</c:v>
                </c:pt>
                <c:pt idx="999">
                  <c:v>1001</c:v>
                </c:pt>
                <c:pt idx="1000">
                  <c:v>1002</c:v>
                </c:pt>
                <c:pt idx="1001">
                  <c:v>1003</c:v>
                </c:pt>
                <c:pt idx="1002">
                  <c:v>1004</c:v>
                </c:pt>
                <c:pt idx="1003">
                  <c:v>1005</c:v>
                </c:pt>
                <c:pt idx="1004">
                  <c:v>1006</c:v>
                </c:pt>
                <c:pt idx="1005">
                  <c:v>1007</c:v>
                </c:pt>
                <c:pt idx="1006">
                  <c:v>1008</c:v>
                </c:pt>
                <c:pt idx="1007">
                  <c:v>1009</c:v>
                </c:pt>
                <c:pt idx="1008">
                  <c:v>1010</c:v>
                </c:pt>
                <c:pt idx="1009">
                  <c:v>1011</c:v>
                </c:pt>
                <c:pt idx="1010">
                  <c:v>1012</c:v>
                </c:pt>
                <c:pt idx="1011">
                  <c:v>1013</c:v>
                </c:pt>
                <c:pt idx="1012">
                  <c:v>1014</c:v>
                </c:pt>
                <c:pt idx="1013">
                  <c:v>1015</c:v>
                </c:pt>
                <c:pt idx="1014">
                  <c:v>1016</c:v>
                </c:pt>
                <c:pt idx="1015">
                  <c:v>1017</c:v>
                </c:pt>
                <c:pt idx="1016">
                  <c:v>1018</c:v>
                </c:pt>
                <c:pt idx="1017">
                  <c:v>1019</c:v>
                </c:pt>
                <c:pt idx="1018">
                  <c:v>1020</c:v>
                </c:pt>
                <c:pt idx="1019">
                  <c:v>1021</c:v>
                </c:pt>
                <c:pt idx="1020">
                  <c:v>1022</c:v>
                </c:pt>
                <c:pt idx="1021">
                  <c:v>1023</c:v>
                </c:pt>
                <c:pt idx="1022">
                  <c:v>1024</c:v>
                </c:pt>
                <c:pt idx="1023">
                  <c:v>1025</c:v>
                </c:pt>
                <c:pt idx="1024">
                  <c:v>1026</c:v>
                </c:pt>
                <c:pt idx="1025">
                  <c:v>1027</c:v>
                </c:pt>
                <c:pt idx="1026">
                  <c:v>1028</c:v>
                </c:pt>
                <c:pt idx="1027">
                  <c:v>1029</c:v>
                </c:pt>
                <c:pt idx="1028">
                  <c:v>1030</c:v>
                </c:pt>
                <c:pt idx="1029">
                  <c:v>1031</c:v>
                </c:pt>
                <c:pt idx="1030">
                  <c:v>1032</c:v>
                </c:pt>
                <c:pt idx="1031">
                  <c:v>1033</c:v>
                </c:pt>
                <c:pt idx="1032">
                  <c:v>1034</c:v>
                </c:pt>
                <c:pt idx="1033">
                  <c:v>1035</c:v>
                </c:pt>
                <c:pt idx="1034">
                  <c:v>1036</c:v>
                </c:pt>
                <c:pt idx="1035">
                  <c:v>1037</c:v>
                </c:pt>
                <c:pt idx="1036">
                  <c:v>1038</c:v>
                </c:pt>
                <c:pt idx="1037">
                  <c:v>1039</c:v>
                </c:pt>
                <c:pt idx="1038">
                  <c:v>1040</c:v>
                </c:pt>
                <c:pt idx="1039">
                  <c:v>1041</c:v>
                </c:pt>
                <c:pt idx="1040">
                  <c:v>1042</c:v>
                </c:pt>
                <c:pt idx="1041">
                  <c:v>1043</c:v>
                </c:pt>
                <c:pt idx="1042">
                  <c:v>1044</c:v>
                </c:pt>
                <c:pt idx="1043">
                  <c:v>1045</c:v>
                </c:pt>
                <c:pt idx="1044">
                  <c:v>1046</c:v>
                </c:pt>
                <c:pt idx="1045">
                  <c:v>1047</c:v>
                </c:pt>
                <c:pt idx="1046">
                  <c:v>1048</c:v>
                </c:pt>
                <c:pt idx="1047">
                  <c:v>1049</c:v>
                </c:pt>
                <c:pt idx="1048">
                  <c:v>1050</c:v>
                </c:pt>
                <c:pt idx="1049">
                  <c:v>1051</c:v>
                </c:pt>
                <c:pt idx="1050">
                  <c:v>1052</c:v>
                </c:pt>
                <c:pt idx="1051">
                  <c:v>1053</c:v>
                </c:pt>
                <c:pt idx="1052">
                  <c:v>1054</c:v>
                </c:pt>
                <c:pt idx="1053">
                  <c:v>1055</c:v>
                </c:pt>
                <c:pt idx="1054">
                  <c:v>1056</c:v>
                </c:pt>
                <c:pt idx="1055">
                  <c:v>1057</c:v>
                </c:pt>
                <c:pt idx="1056">
                  <c:v>1058</c:v>
                </c:pt>
                <c:pt idx="1057">
                  <c:v>1059</c:v>
                </c:pt>
                <c:pt idx="1058">
                  <c:v>1060</c:v>
                </c:pt>
                <c:pt idx="1059">
                  <c:v>1061</c:v>
                </c:pt>
                <c:pt idx="1060">
                  <c:v>1062</c:v>
                </c:pt>
                <c:pt idx="1061">
                  <c:v>1063</c:v>
                </c:pt>
                <c:pt idx="1062">
                  <c:v>1064</c:v>
                </c:pt>
                <c:pt idx="1063">
                  <c:v>1065</c:v>
                </c:pt>
                <c:pt idx="1064">
                  <c:v>1066</c:v>
                </c:pt>
                <c:pt idx="1065">
                  <c:v>1067</c:v>
                </c:pt>
                <c:pt idx="1066">
                  <c:v>1068</c:v>
                </c:pt>
                <c:pt idx="1067">
                  <c:v>1069</c:v>
                </c:pt>
                <c:pt idx="1068">
                  <c:v>1070</c:v>
                </c:pt>
                <c:pt idx="1069">
                  <c:v>1071</c:v>
                </c:pt>
                <c:pt idx="1070">
                  <c:v>1072</c:v>
                </c:pt>
                <c:pt idx="1071">
                  <c:v>1073</c:v>
                </c:pt>
                <c:pt idx="1072">
                  <c:v>1074</c:v>
                </c:pt>
                <c:pt idx="1073">
                  <c:v>1075</c:v>
                </c:pt>
                <c:pt idx="1074">
                  <c:v>1076</c:v>
                </c:pt>
                <c:pt idx="1075">
                  <c:v>1077</c:v>
                </c:pt>
                <c:pt idx="1076">
                  <c:v>1078</c:v>
                </c:pt>
                <c:pt idx="1077">
                  <c:v>1079</c:v>
                </c:pt>
                <c:pt idx="1078">
                  <c:v>1080</c:v>
                </c:pt>
                <c:pt idx="1079">
                  <c:v>1081</c:v>
                </c:pt>
                <c:pt idx="1080">
                  <c:v>1082</c:v>
                </c:pt>
                <c:pt idx="1081">
                  <c:v>1083</c:v>
                </c:pt>
                <c:pt idx="1082">
                  <c:v>1084</c:v>
                </c:pt>
                <c:pt idx="1083">
                  <c:v>1085</c:v>
                </c:pt>
                <c:pt idx="1084">
                  <c:v>1086</c:v>
                </c:pt>
                <c:pt idx="1085">
                  <c:v>1087</c:v>
                </c:pt>
                <c:pt idx="1086">
                  <c:v>1088</c:v>
                </c:pt>
                <c:pt idx="1087">
                  <c:v>1089</c:v>
                </c:pt>
                <c:pt idx="1088">
                  <c:v>1090</c:v>
                </c:pt>
                <c:pt idx="1089">
                  <c:v>1091</c:v>
                </c:pt>
                <c:pt idx="1090">
                  <c:v>1092</c:v>
                </c:pt>
                <c:pt idx="1091">
                  <c:v>1093</c:v>
                </c:pt>
                <c:pt idx="1092">
                  <c:v>1094</c:v>
                </c:pt>
                <c:pt idx="1093">
                  <c:v>1095</c:v>
                </c:pt>
                <c:pt idx="1094">
                  <c:v>1096</c:v>
                </c:pt>
                <c:pt idx="1095">
                  <c:v>1097</c:v>
                </c:pt>
                <c:pt idx="1096">
                  <c:v>1098</c:v>
                </c:pt>
                <c:pt idx="1097">
                  <c:v>1099</c:v>
                </c:pt>
                <c:pt idx="1098">
                  <c:v>1100</c:v>
                </c:pt>
                <c:pt idx="1099">
                  <c:v>1101</c:v>
                </c:pt>
                <c:pt idx="1100">
                  <c:v>1102</c:v>
                </c:pt>
                <c:pt idx="1101">
                  <c:v>1103</c:v>
                </c:pt>
                <c:pt idx="1102">
                  <c:v>1104</c:v>
                </c:pt>
                <c:pt idx="1103">
                  <c:v>1105</c:v>
                </c:pt>
                <c:pt idx="1104">
                  <c:v>1106</c:v>
                </c:pt>
                <c:pt idx="1105">
                  <c:v>1107</c:v>
                </c:pt>
                <c:pt idx="1106">
                  <c:v>1108</c:v>
                </c:pt>
                <c:pt idx="1107">
                  <c:v>1109</c:v>
                </c:pt>
                <c:pt idx="1108">
                  <c:v>1110</c:v>
                </c:pt>
                <c:pt idx="1109">
                  <c:v>1111</c:v>
                </c:pt>
                <c:pt idx="1110">
                  <c:v>1112</c:v>
                </c:pt>
                <c:pt idx="1111">
                  <c:v>1113</c:v>
                </c:pt>
                <c:pt idx="1112">
                  <c:v>1114</c:v>
                </c:pt>
                <c:pt idx="1113">
                  <c:v>1115</c:v>
                </c:pt>
                <c:pt idx="1114">
                  <c:v>1116</c:v>
                </c:pt>
                <c:pt idx="1115">
                  <c:v>1117</c:v>
                </c:pt>
                <c:pt idx="1116">
                  <c:v>1118</c:v>
                </c:pt>
                <c:pt idx="1117">
                  <c:v>1119</c:v>
                </c:pt>
                <c:pt idx="1118">
                  <c:v>1120</c:v>
                </c:pt>
                <c:pt idx="1119">
                  <c:v>1121</c:v>
                </c:pt>
                <c:pt idx="1120">
                  <c:v>1122</c:v>
                </c:pt>
                <c:pt idx="1121">
                  <c:v>1123</c:v>
                </c:pt>
                <c:pt idx="1122">
                  <c:v>1124</c:v>
                </c:pt>
                <c:pt idx="1123">
                  <c:v>1125</c:v>
                </c:pt>
                <c:pt idx="1124">
                  <c:v>1126</c:v>
                </c:pt>
                <c:pt idx="1125">
                  <c:v>1127</c:v>
                </c:pt>
                <c:pt idx="1126">
                  <c:v>1128</c:v>
                </c:pt>
                <c:pt idx="1127">
                  <c:v>1129</c:v>
                </c:pt>
                <c:pt idx="1128">
                  <c:v>1130</c:v>
                </c:pt>
                <c:pt idx="1129">
                  <c:v>1131</c:v>
                </c:pt>
                <c:pt idx="1130">
                  <c:v>1132</c:v>
                </c:pt>
                <c:pt idx="1131">
                  <c:v>1133</c:v>
                </c:pt>
                <c:pt idx="1132">
                  <c:v>1134</c:v>
                </c:pt>
                <c:pt idx="1133">
                  <c:v>1135</c:v>
                </c:pt>
                <c:pt idx="1134">
                  <c:v>1136</c:v>
                </c:pt>
                <c:pt idx="1135">
                  <c:v>1137</c:v>
                </c:pt>
                <c:pt idx="1136">
                  <c:v>1138</c:v>
                </c:pt>
                <c:pt idx="1137">
                  <c:v>1139</c:v>
                </c:pt>
                <c:pt idx="1138">
                  <c:v>1140</c:v>
                </c:pt>
                <c:pt idx="1139">
                  <c:v>1141</c:v>
                </c:pt>
                <c:pt idx="1140">
                  <c:v>1142</c:v>
                </c:pt>
                <c:pt idx="1141">
                  <c:v>1143</c:v>
                </c:pt>
                <c:pt idx="1142">
                  <c:v>1144</c:v>
                </c:pt>
                <c:pt idx="1143">
                  <c:v>1145</c:v>
                </c:pt>
                <c:pt idx="1144">
                  <c:v>1146</c:v>
                </c:pt>
                <c:pt idx="1145">
                  <c:v>1147</c:v>
                </c:pt>
                <c:pt idx="1146">
                  <c:v>1148</c:v>
                </c:pt>
                <c:pt idx="1147">
                  <c:v>1149</c:v>
                </c:pt>
                <c:pt idx="1148">
                  <c:v>1150</c:v>
                </c:pt>
                <c:pt idx="1149">
                  <c:v>1151</c:v>
                </c:pt>
                <c:pt idx="1150">
                  <c:v>1152</c:v>
                </c:pt>
                <c:pt idx="1151">
                  <c:v>1153</c:v>
                </c:pt>
                <c:pt idx="1152">
                  <c:v>1154</c:v>
                </c:pt>
                <c:pt idx="1153">
                  <c:v>1155</c:v>
                </c:pt>
                <c:pt idx="1154">
                  <c:v>1156</c:v>
                </c:pt>
                <c:pt idx="1155">
                  <c:v>1157</c:v>
                </c:pt>
                <c:pt idx="1156">
                  <c:v>1158</c:v>
                </c:pt>
                <c:pt idx="1157">
                  <c:v>1159</c:v>
                </c:pt>
                <c:pt idx="1158">
                  <c:v>1160</c:v>
                </c:pt>
                <c:pt idx="1159">
                  <c:v>1161</c:v>
                </c:pt>
                <c:pt idx="1160">
                  <c:v>1162</c:v>
                </c:pt>
                <c:pt idx="1161">
                  <c:v>1163</c:v>
                </c:pt>
                <c:pt idx="1162">
                  <c:v>1164</c:v>
                </c:pt>
                <c:pt idx="1163">
                  <c:v>1165</c:v>
                </c:pt>
                <c:pt idx="1164">
                  <c:v>1166</c:v>
                </c:pt>
                <c:pt idx="1165">
                  <c:v>1167</c:v>
                </c:pt>
                <c:pt idx="1166">
                  <c:v>1168</c:v>
                </c:pt>
                <c:pt idx="1167">
                  <c:v>1169</c:v>
                </c:pt>
                <c:pt idx="1168">
                  <c:v>1170</c:v>
                </c:pt>
                <c:pt idx="1169">
                  <c:v>1171</c:v>
                </c:pt>
                <c:pt idx="1170">
                  <c:v>1172</c:v>
                </c:pt>
                <c:pt idx="1171">
                  <c:v>1173</c:v>
                </c:pt>
                <c:pt idx="1172">
                  <c:v>1174</c:v>
                </c:pt>
                <c:pt idx="1173">
                  <c:v>1175</c:v>
                </c:pt>
                <c:pt idx="1174">
                  <c:v>1176</c:v>
                </c:pt>
                <c:pt idx="1175">
                  <c:v>1177</c:v>
                </c:pt>
                <c:pt idx="1176">
                  <c:v>1178</c:v>
                </c:pt>
                <c:pt idx="1177">
                  <c:v>1179</c:v>
                </c:pt>
                <c:pt idx="1178">
                  <c:v>1180</c:v>
                </c:pt>
                <c:pt idx="1179">
                  <c:v>1181</c:v>
                </c:pt>
                <c:pt idx="1180">
                  <c:v>1182</c:v>
                </c:pt>
                <c:pt idx="1181">
                  <c:v>1183</c:v>
                </c:pt>
                <c:pt idx="1182">
                  <c:v>1184</c:v>
                </c:pt>
                <c:pt idx="1183">
                  <c:v>1185</c:v>
                </c:pt>
                <c:pt idx="1184">
                  <c:v>1186</c:v>
                </c:pt>
                <c:pt idx="1185">
                  <c:v>1187</c:v>
                </c:pt>
                <c:pt idx="1186">
                  <c:v>1188</c:v>
                </c:pt>
                <c:pt idx="1187">
                  <c:v>1189</c:v>
                </c:pt>
                <c:pt idx="1188">
                  <c:v>1190</c:v>
                </c:pt>
                <c:pt idx="1189">
                  <c:v>1191</c:v>
                </c:pt>
                <c:pt idx="1190">
                  <c:v>1192</c:v>
                </c:pt>
                <c:pt idx="1191">
                  <c:v>1193</c:v>
                </c:pt>
                <c:pt idx="1192">
                  <c:v>1194</c:v>
                </c:pt>
                <c:pt idx="1193">
                  <c:v>1195</c:v>
                </c:pt>
                <c:pt idx="1194">
                  <c:v>1196</c:v>
                </c:pt>
                <c:pt idx="1195">
                  <c:v>1197</c:v>
                </c:pt>
                <c:pt idx="1196">
                  <c:v>1198</c:v>
                </c:pt>
                <c:pt idx="1197">
                  <c:v>1199</c:v>
                </c:pt>
                <c:pt idx="1198">
                  <c:v>1200</c:v>
                </c:pt>
                <c:pt idx="1199">
                  <c:v>1201</c:v>
                </c:pt>
                <c:pt idx="1200">
                  <c:v>1202</c:v>
                </c:pt>
                <c:pt idx="1201">
                  <c:v>1203</c:v>
                </c:pt>
                <c:pt idx="1202">
                  <c:v>1204</c:v>
                </c:pt>
                <c:pt idx="1203">
                  <c:v>1205</c:v>
                </c:pt>
                <c:pt idx="1204">
                  <c:v>1206</c:v>
                </c:pt>
                <c:pt idx="1205">
                  <c:v>1207</c:v>
                </c:pt>
                <c:pt idx="1206">
                  <c:v>1208</c:v>
                </c:pt>
                <c:pt idx="1207">
                  <c:v>1209</c:v>
                </c:pt>
                <c:pt idx="1208">
                  <c:v>1210</c:v>
                </c:pt>
                <c:pt idx="1209">
                  <c:v>1211</c:v>
                </c:pt>
                <c:pt idx="1210">
                  <c:v>1212</c:v>
                </c:pt>
                <c:pt idx="1211">
                  <c:v>1213</c:v>
                </c:pt>
                <c:pt idx="1212">
                  <c:v>1214</c:v>
                </c:pt>
                <c:pt idx="1213">
                  <c:v>1215</c:v>
                </c:pt>
                <c:pt idx="1214">
                  <c:v>1216</c:v>
                </c:pt>
                <c:pt idx="1215">
                  <c:v>1217</c:v>
                </c:pt>
                <c:pt idx="1216">
                  <c:v>1218</c:v>
                </c:pt>
                <c:pt idx="1217">
                  <c:v>1219</c:v>
                </c:pt>
                <c:pt idx="1218">
                  <c:v>1220</c:v>
                </c:pt>
                <c:pt idx="1219">
                  <c:v>1221</c:v>
                </c:pt>
                <c:pt idx="1220">
                  <c:v>1222</c:v>
                </c:pt>
                <c:pt idx="1221">
                  <c:v>1223</c:v>
                </c:pt>
                <c:pt idx="1222">
                  <c:v>1224</c:v>
                </c:pt>
                <c:pt idx="1223">
                  <c:v>1225</c:v>
                </c:pt>
                <c:pt idx="1224">
                  <c:v>1226</c:v>
                </c:pt>
                <c:pt idx="1225">
                  <c:v>1227</c:v>
                </c:pt>
                <c:pt idx="1226">
                  <c:v>1228</c:v>
                </c:pt>
                <c:pt idx="1227">
                  <c:v>1229</c:v>
                </c:pt>
                <c:pt idx="1228">
                  <c:v>1230</c:v>
                </c:pt>
                <c:pt idx="1229">
                  <c:v>1231</c:v>
                </c:pt>
                <c:pt idx="1230">
                  <c:v>1232</c:v>
                </c:pt>
                <c:pt idx="1231">
                  <c:v>1233</c:v>
                </c:pt>
                <c:pt idx="1232">
                  <c:v>1234</c:v>
                </c:pt>
                <c:pt idx="1233">
                  <c:v>1235</c:v>
                </c:pt>
                <c:pt idx="1234">
                  <c:v>1236</c:v>
                </c:pt>
                <c:pt idx="1235">
                  <c:v>1237</c:v>
                </c:pt>
                <c:pt idx="1236">
                  <c:v>1238</c:v>
                </c:pt>
                <c:pt idx="1237">
                  <c:v>1239</c:v>
                </c:pt>
                <c:pt idx="1238">
                  <c:v>1240</c:v>
                </c:pt>
                <c:pt idx="1239">
                  <c:v>1241</c:v>
                </c:pt>
                <c:pt idx="1240">
                  <c:v>1242</c:v>
                </c:pt>
                <c:pt idx="1241">
                  <c:v>1243</c:v>
                </c:pt>
                <c:pt idx="1242">
                  <c:v>1244</c:v>
                </c:pt>
                <c:pt idx="1243">
                  <c:v>1245</c:v>
                </c:pt>
                <c:pt idx="1244">
                  <c:v>1246</c:v>
                </c:pt>
                <c:pt idx="1245">
                  <c:v>1247</c:v>
                </c:pt>
                <c:pt idx="1246">
                  <c:v>1248</c:v>
                </c:pt>
                <c:pt idx="1247">
                  <c:v>1249</c:v>
                </c:pt>
                <c:pt idx="1248">
                  <c:v>1250</c:v>
                </c:pt>
                <c:pt idx="1249">
                  <c:v>1251</c:v>
                </c:pt>
                <c:pt idx="1250">
                  <c:v>1252</c:v>
                </c:pt>
                <c:pt idx="1251">
                  <c:v>1253</c:v>
                </c:pt>
                <c:pt idx="1252">
                  <c:v>1254</c:v>
                </c:pt>
                <c:pt idx="1253">
                  <c:v>1255</c:v>
                </c:pt>
                <c:pt idx="1254">
                  <c:v>1256</c:v>
                </c:pt>
                <c:pt idx="1255">
                  <c:v>1257</c:v>
                </c:pt>
                <c:pt idx="1256">
                  <c:v>1258</c:v>
                </c:pt>
                <c:pt idx="1257">
                  <c:v>1259</c:v>
                </c:pt>
                <c:pt idx="1258">
                  <c:v>1260</c:v>
                </c:pt>
                <c:pt idx="1259">
                  <c:v>1261</c:v>
                </c:pt>
                <c:pt idx="1260">
                  <c:v>1262</c:v>
                </c:pt>
                <c:pt idx="1261">
                  <c:v>1263</c:v>
                </c:pt>
                <c:pt idx="1262">
                  <c:v>1264</c:v>
                </c:pt>
                <c:pt idx="1263">
                  <c:v>1265</c:v>
                </c:pt>
                <c:pt idx="1264">
                  <c:v>1266</c:v>
                </c:pt>
                <c:pt idx="1265">
                  <c:v>1267</c:v>
                </c:pt>
                <c:pt idx="1266">
                  <c:v>1268</c:v>
                </c:pt>
                <c:pt idx="1267">
                  <c:v>1269</c:v>
                </c:pt>
                <c:pt idx="1268">
                  <c:v>1270</c:v>
                </c:pt>
                <c:pt idx="1269">
                  <c:v>1271</c:v>
                </c:pt>
                <c:pt idx="1270">
                  <c:v>1272</c:v>
                </c:pt>
                <c:pt idx="1271">
                  <c:v>1273</c:v>
                </c:pt>
                <c:pt idx="1272">
                  <c:v>1274</c:v>
                </c:pt>
                <c:pt idx="1273">
                  <c:v>1275</c:v>
                </c:pt>
                <c:pt idx="1274">
                  <c:v>1276</c:v>
                </c:pt>
                <c:pt idx="1275">
                  <c:v>1277</c:v>
                </c:pt>
                <c:pt idx="1276">
                  <c:v>1278</c:v>
                </c:pt>
                <c:pt idx="1277">
                  <c:v>1279</c:v>
                </c:pt>
                <c:pt idx="1278">
                  <c:v>1280</c:v>
                </c:pt>
                <c:pt idx="1279">
                  <c:v>1281</c:v>
                </c:pt>
                <c:pt idx="1280">
                  <c:v>1282</c:v>
                </c:pt>
                <c:pt idx="1281">
                  <c:v>1283</c:v>
                </c:pt>
                <c:pt idx="1282">
                  <c:v>1284</c:v>
                </c:pt>
                <c:pt idx="1283">
                  <c:v>1285</c:v>
                </c:pt>
                <c:pt idx="1284">
                  <c:v>1286</c:v>
                </c:pt>
                <c:pt idx="1285">
                  <c:v>1287</c:v>
                </c:pt>
                <c:pt idx="1286">
                  <c:v>1288</c:v>
                </c:pt>
                <c:pt idx="1287">
                  <c:v>1289</c:v>
                </c:pt>
                <c:pt idx="1288">
                  <c:v>1290</c:v>
                </c:pt>
                <c:pt idx="1289">
                  <c:v>1291</c:v>
                </c:pt>
                <c:pt idx="1290">
                  <c:v>1292</c:v>
                </c:pt>
                <c:pt idx="1291">
                  <c:v>1293</c:v>
                </c:pt>
                <c:pt idx="1292">
                  <c:v>1294</c:v>
                </c:pt>
                <c:pt idx="1293">
                  <c:v>1295</c:v>
                </c:pt>
                <c:pt idx="1294">
                  <c:v>1296</c:v>
                </c:pt>
                <c:pt idx="1295">
                  <c:v>1297</c:v>
                </c:pt>
                <c:pt idx="1296">
                  <c:v>1298</c:v>
                </c:pt>
                <c:pt idx="1297">
                  <c:v>1299</c:v>
                </c:pt>
                <c:pt idx="1298">
                  <c:v>1300</c:v>
                </c:pt>
                <c:pt idx="1299">
                  <c:v>1301</c:v>
                </c:pt>
                <c:pt idx="1300">
                  <c:v>1302</c:v>
                </c:pt>
                <c:pt idx="1301">
                  <c:v>1303</c:v>
                </c:pt>
                <c:pt idx="1302">
                  <c:v>1304</c:v>
                </c:pt>
                <c:pt idx="1303">
                  <c:v>1305</c:v>
                </c:pt>
                <c:pt idx="1304">
                  <c:v>1306</c:v>
                </c:pt>
                <c:pt idx="1305">
                  <c:v>1307</c:v>
                </c:pt>
                <c:pt idx="1306">
                  <c:v>1308</c:v>
                </c:pt>
                <c:pt idx="1307">
                  <c:v>1309</c:v>
                </c:pt>
                <c:pt idx="1308">
                  <c:v>1310</c:v>
                </c:pt>
                <c:pt idx="1309">
                  <c:v>1311</c:v>
                </c:pt>
                <c:pt idx="1310">
                  <c:v>1312</c:v>
                </c:pt>
                <c:pt idx="1311">
                  <c:v>1313</c:v>
                </c:pt>
                <c:pt idx="1312">
                  <c:v>1314</c:v>
                </c:pt>
                <c:pt idx="1313">
                  <c:v>1315</c:v>
                </c:pt>
                <c:pt idx="1314">
                  <c:v>1316</c:v>
                </c:pt>
                <c:pt idx="1315">
                  <c:v>1317</c:v>
                </c:pt>
                <c:pt idx="1316">
                  <c:v>1318</c:v>
                </c:pt>
                <c:pt idx="1317">
                  <c:v>1319</c:v>
                </c:pt>
                <c:pt idx="1318">
                  <c:v>1320</c:v>
                </c:pt>
                <c:pt idx="1319">
                  <c:v>1321</c:v>
                </c:pt>
                <c:pt idx="1320">
                  <c:v>1322</c:v>
                </c:pt>
                <c:pt idx="1321">
                  <c:v>1323</c:v>
                </c:pt>
                <c:pt idx="1322">
                  <c:v>1324</c:v>
                </c:pt>
                <c:pt idx="1323">
                  <c:v>1325</c:v>
                </c:pt>
                <c:pt idx="1324">
                  <c:v>1326</c:v>
                </c:pt>
                <c:pt idx="1325">
                  <c:v>1327</c:v>
                </c:pt>
                <c:pt idx="1326">
                  <c:v>1328</c:v>
                </c:pt>
                <c:pt idx="1327">
                  <c:v>1329</c:v>
                </c:pt>
                <c:pt idx="1328">
                  <c:v>1330</c:v>
                </c:pt>
                <c:pt idx="1329">
                  <c:v>1331</c:v>
                </c:pt>
                <c:pt idx="1330">
                  <c:v>1332</c:v>
                </c:pt>
                <c:pt idx="1331">
                  <c:v>1333</c:v>
                </c:pt>
                <c:pt idx="1332">
                  <c:v>1334</c:v>
                </c:pt>
                <c:pt idx="1333">
                  <c:v>1335</c:v>
                </c:pt>
                <c:pt idx="1334">
                  <c:v>1336</c:v>
                </c:pt>
                <c:pt idx="1335">
                  <c:v>1337</c:v>
                </c:pt>
                <c:pt idx="1336">
                  <c:v>1338</c:v>
                </c:pt>
                <c:pt idx="1337">
                  <c:v>1339</c:v>
                </c:pt>
                <c:pt idx="1338">
                  <c:v>1340</c:v>
                </c:pt>
                <c:pt idx="1339">
                  <c:v>1341</c:v>
                </c:pt>
                <c:pt idx="1340">
                  <c:v>1342</c:v>
                </c:pt>
                <c:pt idx="1341">
                  <c:v>1343</c:v>
                </c:pt>
                <c:pt idx="1342">
                  <c:v>1344</c:v>
                </c:pt>
                <c:pt idx="1343">
                  <c:v>1345</c:v>
                </c:pt>
                <c:pt idx="1344">
                  <c:v>1346</c:v>
                </c:pt>
                <c:pt idx="1345">
                  <c:v>1347</c:v>
                </c:pt>
                <c:pt idx="1346">
                  <c:v>1348</c:v>
                </c:pt>
                <c:pt idx="1347">
                  <c:v>1349</c:v>
                </c:pt>
                <c:pt idx="1348">
                  <c:v>1350</c:v>
                </c:pt>
                <c:pt idx="1349">
                  <c:v>1351</c:v>
                </c:pt>
                <c:pt idx="1350">
                  <c:v>1352</c:v>
                </c:pt>
                <c:pt idx="1351">
                  <c:v>1353</c:v>
                </c:pt>
                <c:pt idx="1352">
                  <c:v>1354</c:v>
                </c:pt>
                <c:pt idx="1353">
                  <c:v>1355</c:v>
                </c:pt>
                <c:pt idx="1354">
                  <c:v>1356</c:v>
                </c:pt>
                <c:pt idx="1355">
                  <c:v>1357</c:v>
                </c:pt>
                <c:pt idx="1356">
                  <c:v>1358</c:v>
                </c:pt>
                <c:pt idx="1357">
                  <c:v>1359</c:v>
                </c:pt>
                <c:pt idx="1358">
                  <c:v>1360</c:v>
                </c:pt>
                <c:pt idx="1359">
                  <c:v>1361</c:v>
                </c:pt>
                <c:pt idx="1360">
                  <c:v>1362</c:v>
                </c:pt>
                <c:pt idx="1361">
                  <c:v>1363</c:v>
                </c:pt>
                <c:pt idx="1362">
                  <c:v>1364</c:v>
                </c:pt>
                <c:pt idx="1363">
                  <c:v>1365</c:v>
                </c:pt>
                <c:pt idx="1364">
                  <c:v>1366</c:v>
                </c:pt>
                <c:pt idx="1365">
                  <c:v>1367</c:v>
                </c:pt>
                <c:pt idx="1366">
                  <c:v>1368</c:v>
                </c:pt>
                <c:pt idx="1367">
                  <c:v>1369</c:v>
                </c:pt>
                <c:pt idx="1368">
                  <c:v>1370</c:v>
                </c:pt>
                <c:pt idx="1369">
                  <c:v>1371</c:v>
                </c:pt>
                <c:pt idx="1370">
                  <c:v>1372</c:v>
                </c:pt>
                <c:pt idx="1371">
                  <c:v>1373</c:v>
                </c:pt>
                <c:pt idx="1372">
                  <c:v>1374</c:v>
                </c:pt>
                <c:pt idx="1373">
                  <c:v>1375</c:v>
                </c:pt>
                <c:pt idx="1374">
                  <c:v>1376</c:v>
                </c:pt>
                <c:pt idx="1375">
                  <c:v>1377</c:v>
                </c:pt>
                <c:pt idx="1376">
                  <c:v>1378</c:v>
                </c:pt>
                <c:pt idx="1377">
                  <c:v>1379</c:v>
                </c:pt>
                <c:pt idx="1378">
                  <c:v>1380</c:v>
                </c:pt>
                <c:pt idx="1379">
                  <c:v>1381</c:v>
                </c:pt>
                <c:pt idx="1380">
                  <c:v>1382</c:v>
                </c:pt>
                <c:pt idx="1381">
                  <c:v>1383</c:v>
                </c:pt>
                <c:pt idx="1382">
                  <c:v>1384</c:v>
                </c:pt>
                <c:pt idx="1383">
                  <c:v>1385</c:v>
                </c:pt>
                <c:pt idx="1384">
                  <c:v>1386</c:v>
                </c:pt>
                <c:pt idx="1385">
                  <c:v>1387</c:v>
                </c:pt>
                <c:pt idx="1386">
                  <c:v>1388</c:v>
                </c:pt>
                <c:pt idx="1387">
                  <c:v>1389</c:v>
                </c:pt>
                <c:pt idx="1388">
                  <c:v>1390</c:v>
                </c:pt>
                <c:pt idx="1389">
                  <c:v>1391</c:v>
                </c:pt>
                <c:pt idx="1390">
                  <c:v>1392</c:v>
                </c:pt>
                <c:pt idx="1391">
                  <c:v>1393</c:v>
                </c:pt>
                <c:pt idx="1392">
                  <c:v>1394</c:v>
                </c:pt>
                <c:pt idx="1393">
                  <c:v>1395</c:v>
                </c:pt>
                <c:pt idx="1394">
                  <c:v>1396</c:v>
                </c:pt>
                <c:pt idx="1395">
                  <c:v>1397</c:v>
                </c:pt>
                <c:pt idx="1396">
                  <c:v>1398</c:v>
                </c:pt>
                <c:pt idx="1397">
                  <c:v>1399</c:v>
                </c:pt>
                <c:pt idx="1398">
                  <c:v>1400</c:v>
                </c:pt>
                <c:pt idx="1399">
                  <c:v>1401</c:v>
                </c:pt>
                <c:pt idx="1400">
                  <c:v>1402</c:v>
                </c:pt>
                <c:pt idx="1401">
                  <c:v>1403</c:v>
                </c:pt>
                <c:pt idx="1402">
                  <c:v>1404</c:v>
                </c:pt>
                <c:pt idx="1403">
                  <c:v>1405</c:v>
                </c:pt>
                <c:pt idx="1404">
                  <c:v>1406</c:v>
                </c:pt>
                <c:pt idx="1405">
                  <c:v>1407</c:v>
                </c:pt>
                <c:pt idx="1406">
                  <c:v>1408</c:v>
                </c:pt>
                <c:pt idx="1407">
                  <c:v>1409</c:v>
                </c:pt>
                <c:pt idx="1408">
                  <c:v>1410</c:v>
                </c:pt>
                <c:pt idx="1409">
                  <c:v>1411</c:v>
                </c:pt>
                <c:pt idx="1410">
                  <c:v>1412</c:v>
                </c:pt>
                <c:pt idx="1411">
                  <c:v>1413</c:v>
                </c:pt>
                <c:pt idx="1412">
                  <c:v>1414</c:v>
                </c:pt>
                <c:pt idx="1413">
                  <c:v>1415</c:v>
                </c:pt>
                <c:pt idx="1414">
                  <c:v>1416</c:v>
                </c:pt>
                <c:pt idx="1415">
                  <c:v>1417</c:v>
                </c:pt>
                <c:pt idx="1416">
                  <c:v>1418</c:v>
                </c:pt>
                <c:pt idx="1417">
                  <c:v>1419</c:v>
                </c:pt>
                <c:pt idx="1418">
                  <c:v>1420</c:v>
                </c:pt>
                <c:pt idx="1419">
                  <c:v>1421</c:v>
                </c:pt>
                <c:pt idx="1420">
                  <c:v>1422</c:v>
                </c:pt>
                <c:pt idx="1421">
                  <c:v>1423</c:v>
                </c:pt>
                <c:pt idx="1422">
                  <c:v>1424</c:v>
                </c:pt>
                <c:pt idx="1423">
                  <c:v>1425</c:v>
                </c:pt>
                <c:pt idx="1424">
                  <c:v>1426</c:v>
                </c:pt>
                <c:pt idx="1425">
                  <c:v>1427</c:v>
                </c:pt>
                <c:pt idx="1426">
                  <c:v>1428</c:v>
                </c:pt>
                <c:pt idx="1427">
                  <c:v>1429</c:v>
                </c:pt>
                <c:pt idx="1428">
                  <c:v>1430</c:v>
                </c:pt>
                <c:pt idx="1429">
                  <c:v>1431</c:v>
                </c:pt>
                <c:pt idx="1430">
                  <c:v>1432</c:v>
                </c:pt>
                <c:pt idx="1431">
                  <c:v>1433</c:v>
                </c:pt>
                <c:pt idx="1432">
                  <c:v>1434</c:v>
                </c:pt>
                <c:pt idx="1433">
                  <c:v>1435</c:v>
                </c:pt>
                <c:pt idx="1434">
                  <c:v>1436</c:v>
                </c:pt>
                <c:pt idx="1435">
                  <c:v>1437</c:v>
                </c:pt>
                <c:pt idx="1436">
                  <c:v>1438</c:v>
                </c:pt>
                <c:pt idx="1437">
                  <c:v>1439</c:v>
                </c:pt>
                <c:pt idx="1438">
                  <c:v>1440</c:v>
                </c:pt>
                <c:pt idx="1439">
                  <c:v>1441</c:v>
                </c:pt>
                <c:pt idx="1440">
                  <c:v>1442</c:v>
                </c:pt>
                <c:pt idx="1441">
                  <c:v>1443</c:v>
                </c:pt>
                <c:pt idx="1442">
                  <c:v>1444</c:v>
                </c:pt>
                <c:pt idx="1443">
                  <c:v>1445</c:v>
                </c:pt>
                <c:pt idx="1444">
                  <c:v>1446</c:v>
                </c:pt>
                <c:pt idx="1445">
                  <c:v>1447</c:v>
                </c:pt>
                <c:pt idx="1446">
                  <c:v>1448</c:v>
                </c:pt>
                <c:pt idx="1447">
                  <c:v>1449</c:v>
                </c:pt>
                <c:pt idx="1448">
                  <c:v>1450</c:v>
                </c:pt>
                <c:pt idx="1449">
                  <c:v>1451</c:v>
                </c:pt>
                <c:pt idx="1450">
                  <c:v>1452</c:v>
                </c:pt>
                <c:pt idx="1451">
                  <c:v>1453</c:v>
                </c:pt>
                <c:pt idx="1452">
                  <c:v>1454</c:v>
                </c:pt>
                <c:pt idx="1453">
                  <c:v>1455</c:v>
                </c:pt>
                <c:pt idx="1454">
                  <c:v>1456</c:v>
                </c:pt>
                <c:pt idx="1455">
                  <c:v>1457</c:v>
                </c:pt>
                <c:pt idx="1456">
                  <c:v>1458</c:v>
                </c:pt>
                <c:pt idx="1457">
                  <c:v>1459</c:v>
                </c:pt>
                <c:pt idx="1458">
                  <c:v>1460</c:v>
                </c:pt>
                <c:pt idx="1459">
                  <c:v>1461</c:v>
                </c:pt>
                <c:pt idx="1460">
                  <c:v>1462</c:v>
                </c:pt>
                <c:pt idx="1461">
                  <c:v>1463</c:v>
                </c:pt>
                <c:pt idx="1462">
                  <c:v>1464</c:v>
                </c:pt>
                <c:pt idx="1463">
                  <c:v>1465</c:v>
                </c:pt>
                <c:pt idx="1464">
                  <c:v>1466</c:v>
                </c:pt>
                <c:pt idx="1465">
                  <c:v>1467</c:v>
                </c:pt>
                <c:pt idx="1466">
                  <c:v>1468</c:v>
                </c:pt>
                <c:pt idx="1467">
                  <c:v>1469</c:v>
                </c:pt>
                <c:pt idx="1468">
                  <c:v>1470</c:v>
                </c:pt>
                <c:pt idx="1469">
                  <c:v>1471</c:v>
                </c:pt>
                <c:pt idx="1470">
                  <c:v>1472</c:v>
                </c:pt>
                <c:pt idx="1471">
                  <c:v>1473</c:v>
                </c:pt>
                <c:pt idx="1472">
                  <c:v>1474</c:v>
                </c:pt>
                <c:pt idx="1473">
                  <c:v>1475</c:v>
                </c:pt>
                <c:pt idx="1474">
                  <c:v>1476</c:v>
                </c:pt>
                <c:pt idx="1475">
                  <c:v>1477</c:v>
                </c:pt>
                <c:pt idx="1476">
                  <c:v>1478</c:v>
                </c:pt>
                <c:pt idx="1477">
                  <c:v>1479</c:v>
                </c:pt>
                <c:pt idx="1478">
                  <c:v>1480</c:v>
                </c:pt>
                <c:pt idx="1479">
                  <c:v>1481</c:v>
                </c:pt>
                <c:pt idx="1480">
                  <c:v>1482</c:v>
                </c:pt>
                <c:pt idx="1481">
                  <c:v>1483</c:v>
                </c:pt>
                <c:pt idx="1482">
                  <c:v>1484</c:v>
                </c:pt>
                <c:pt idx="1483">
                  <c:v>1485</c:v>
                </c:pt>
                <c:pt idx="1484">
                  <c:v>1486</c:v>
                </c:pt>
                <c:pt idx="1485">
                  <c:v>1487</c:v>
                </c:pt>
                <c:pt idx="1486">
                  <c:v>1488</c:v>
                </c:pt>
                <c:pt idx="1487">
                  <c:v>1489</c:v>
                </c:pt>
                <c:pt idx="1488">
                  <c:v>1490</c:v>
                </c:pt>
                <c:pt idx="1489">
                  <c:v>1491</c:v>
                </c:pt>
                <c:pt idx="1490">
                  <c:v>1492</c:v>
                </c:pt>
                <c:pt idx="1491">
                  <c:v>1493</c:v>
                </c:pt>
                <c:pt idx="1492">
                  <c:v>1494</c:v>
                </c:pt>
                <c:pt idx="1493">
                  <c:v>1495</c:v>
                </c:pt>
                <c:pt idx="1494">
                  <c:v>1496</c:v>
                </c:pt>
                <c:pt idx="1495">
                  <c:v>1497</c:v>
                </c:pt>
                <c:pt idx="1496">
                  <c:v>1498</c:v>
                </c:pt>
                <c:pt idx="1497">
                  <c:v>1499</c:v>
                </c:pt>
                <c:pt idx="1498">
                  <c:v>1500</c:v>
                </c:pt>
                <c:pt idx="1499">
                  <c:v>1501</c:v>
                </c:pt>
                <c:pt idx="1500">
                  <c:v>1502</c:v>
                </c:pt>
                <c:pt idx="1501">
                  <c:v>1503</c:v>
                </c:pt>
                <c:pt idx="1502">
                  <c:v>1504</c:v>
                </c:pt>
                <c:pt idx="1503">
                  <c:v>1505</c:v>
                </c:pt>
                <c:pt idx="1504">
                  <c:v>1506</c:v>
                </c:pt>
                <c:pt idx="1505">
                  <c:v>1507</c:v>
                </c:pt>
                <c:pt idx="1506">
                  <c:v>1508</c:v>
                </c:pt>
                <c:pt idx="1507">
                  <c:v>1509</c:v>
                </c:pt>
                <c:pt idx="1508">
                  <c:v>1510</c:v>
                </c:pt>
                <c:pt idx="1509">
                  <c:v>1511</c:v>
                </c:pt>
                <c:pt idx="1510">
                  <c:v>1512</c:v>
                </c:pt>
                <c:pt idx="1511">
                  <c:v>1513</c:v>
                </c:pt>
                <c:pt idx="1512">
                  <c:v>1514</c:v>
                </c:pt>
                <c:pt idx="1513">
                  <c:v>1515</c:v>
                </c:pt>
                <c:pt idx="1514">
                  <c:v>1516</c:v>
                </c:pt>
                <c:pt idx="1515">
                  <c:v>1517</c:v>
                </c:pt>
                <c:pt idx="1516">
                  <c:v>1518</c:v>
                </c:pt>
                <c:pt idx="1517">
                  <c:v>1519</c:v>
                </c:pt>
                <c:pt idx="1518">
                  <c:v>1520</c:v>
                </c:pt>
                <c:pt idx="1519">
                  <c:v>1521</c:v>
                </c:pt>
                <c:pt idx="1520">
                  <c:v>1522</c:v>
                </c:pt>
                <c:pt idx="1521">
                  <c:v>1523</c:v>
                </c:pt>
                <c:pt idx="1522">
                  <c:v>1524</c:v>
                </c:pt>
                <c:pt idx="1523">
                  <c:v>1525</c:v>
                </c:pt>
                <c:pt idx="1524">
                  <c:v>1526</c:v>
                </c:pt>
                <c:pt idx="1525">
                  <c:v>1527</c:v>
                </c:pt>
                <c:pt idx="1526">
                  <c:v>1528</c:v>
                </c:pt>
                <c:pt idx="1527">
                  <c:v>1529</c:v>
                </c:pt>
                <c:pt idx="1528">
                  <c:v>1530</c:v>
                </c:pt>
                <c:pt idx="1529">
                  <c:v>1531</c:v>
                </c:pt>
                <c:pt idx="1530">
                  <c:v>1532</c:v>
                </c:pt>
                <c:pt idx="1531">
                  <c:v>1533</c:v>
                </c:pt>
                <c:pt idx="1532">
                  <c:v>1534</c:v>
                </c:pt>
                <c:pt idx="1533">
                  <c:v>1535</c:v>
                </c:pt>
                <c:pt idx="1534">
                  <c:v>1536</c:v>
                </c:pt>
                <c:pt idx="1535">
                  <c:v>1537</c:v>
                </c:pt>
                <c:pt idx="1536">
                  <c:v>1538</c:v>
                </c:pt>
                <c:pt idx="1537">
                  <c:v>1539</c:v>
                </c:pt>
                <c:pt idx="1538">
                  <c:v>1540</c:v>
                </c:pt>
                <c:pt idx="1539">
                  <c:v>1541</c:v>
                </c:pt>
                <c:pt idx="1540">
                  <c:v>1542</c:v>
                </c:pt>
                <c:pt idx="1541">
                  <c:v>1543</c:v>
                </c:pt>
                <c:pt idx="1542">
                  <c:v>1544</c:v>
                </c:pt>
                <c:pt idx="1543">
                  <c:v>1545</c:v>
                </c:pt>
                <c:pt idx="1544">
                  <c:v>1546</c:v>
                </c:pt>
                <c:pt idx="1545">
                  <c:v>1547</c:v>
                </c:pt>
                <c:pt idx="1546">
                  <c:v>1548</c:v>
                </c:pt>
                <c:pt idx="1547">
                  <c:v>1549</c:v>
                </c:pt>
                <c:pt idx="1548">
                  <c:v>1550</c:v>
                </c:pt>
                <c:pt idx="1549">
                  <c:v>1551</c:v>
                </c:pt>
                <c:pt idx="1550">
                  <c:v>1552</c:v>
                </c:pt>
                <c:pt idx="1551">
                  <c:v>1553</c:v>
                </c:pt>
                <c:pt idx="1552">
                  <c:v>1554</c:v>
                </c:pt>
                <c:pt idx="1553">
                  <c:v>1555</c:v>
                </c:pt>
                <c:pt idx="1554">
                  <c:v>1556</c:v>
                </c:pt>
                <c:pt idx="1555">
                  <c:v>1557</c:v>
                </c:pt>
                <c:pt idx="1556">
                  <c:v>1558</c:v>
                </c:pt>
                <c:pt idx="1557">
                  <c:v>1559</c:v>
                </c:pt>
                <c:pt idx="1558">
                  <c:v>1560</c:v>
                </c:pt>
                <c:pt idx="1559">
                  <c:v>1561</c:v>
                </c:pt>
                <c:pt idx="1560">
                  <c:v>1562</c:v>
                </c:pt>
                <c:pt idx="1561">
                  <c:v>1563</c:v>
                </c:pt>
                <c:pt idx="1562">
                  <c:v>1564</c:v>
                </c:pt>
                <c:pt idx="1563">
                  <c:v>1565</c:v>
                </c:pt>
                <c:pt idx="1564">
                  <c:v>1566</c:v>
                </c:pt>
                <c:pt idx="1565">
                  <c:v>1567</c:v>
                </c:pt>
                <c:pt idx="1566">
                  <c:v>1568</c:v>
                </c:pt>
                <c:pt idx="1567">
                  <c:v>1569</c:v>
                </c:pt>
                <c:pt idx="1568">
                  <c:v>1570</c:v>
                </c:pt>
                <c:pt idx="1569">
                  <c:v>1571</c:v>
                </c:pt>
                <c:pt idx="1570">
                  <c:v>1572</c:v>
                </c:pt>
                <c:pt idx="1571">
                  <c:v>1573</c:v>
                </c:pt>
                <c:pt idx="1572">
                  <c:v>1574</c:v>
                </c:pt>
                <c:pt idx="1573">
                  <c:v>1575</c:v>
                </c:pt>
                <c:pt idx="1574">
                  <c:v>1576</c:v>
                </c:pt>
                <c:pt idx="1575">
                  <c:v>1577</c:v>
                </c:pt>
                <c:pt idx="1576">
                  <c:v>1578</c:v>
                </c:pt>
                <c:pt idx="1577">
                  <c:v>1579</c:v>
                </c:pt>
                <c:pt idx="1578">
                  <c:v>1580</c:v>
                </c:pt>
                <c:pt idx="1579">
                  <c:v>1581</c:v>
                </c:pt>
                <c:pt idx="1580">
                  <c:v>1582</c:v>
                </c:pt>
                <c:pt idx="1581">
                  <c:v>1583</c:v>
                </c:pt>
                <c:pt idx="1582">
                  <c:v>1584</c:v>
                </c:pt>
                <c:pt idx="1583">
                  <c:v>1585</c:v>
                </c:pt>
                <c:pt idx="1584">
                  <c:v>1586</c:v>
                </c:pt>
                <c:pt idx="1585">
                  <c:v>1587</c:v>
                </c:pt>
                <c:pt idx="1586">
                  <c:v>1588</c:v>
                </c:pt>
                <c:pt idx="1587">
                  <c:v>1589</c:v>
                </c:pt>
                <c:pt idx="1588">
                  <c:v>1590</c:v>
                </c:pt>
                <c:pt idx="1589">
                  <c:v>1591</c:v>
                </c:pt>
                <c:pt idx="1590">
                  <c:v>1592</c:v>
                </c:pt>
                <c:pt idx="1591">
                  <c:v>1593</c:v>
                </c:pt>
                <c:pt idx="1592">
                  <c:v>1594</c:v>
                </c:pt>
                <c:pt idx="1593">
                  <c:v>1595</c:v>
                </c:pt>
                <c:pt idx="1594">
                  <c:v>1596</c:v>
                </c:pt>
                <c:pt idx="1595">
                  <c:v>1597</c:v>
                </c:pt>
                <c:pt idx="1596">
                  <c:v>1598</c:v>
                </c:pt>
                <c:pt idx="1597">
                  <c:v>1599</c:v>
                </c:pt>
                <c:pt idx="1598">
                  <c:v>1600</c:v>
                </c:pt>
                <c:pt idx="1599">
                  <c:v>1601</c:v>
                </c:pt>
                <c:pt idx="1600">
                  <c:v>1602</c:v>
                </c:pt>
                <c:pt idx="1601">
                  <c:v>1603</c:v>
                </c:pt>
                <c:pt idx="1602">
                  <c:v>1604</c:v>
                </c:pt>
                <c:pt idx="1603">
                  <c:v>1605</c:v>
                </c:pt>
                <c:pt idx="1604">
                  <c:v>1606</c:v>
                </c:pt>
                <c:pt idx="1605">
                  <c:v>1607</c:v>
                </c:pt>
                <c:pt idx="1606">
                  <c:v>1608</c:v>
                </c:pt>
                <c:pt idx="1607">
                  <c:v>1609</c:v>
                </c:pt>
                <c:pt idx="1608">
                  <c:v>1610</c:v>
                </c:pt>
                <c:pt idx="1609">
                  <c:v>1611</c:v>
                </c:pt>
                <c:pt idx="1610">
                  <c:v>1612</c:v>
                </c:pt>
                <c:pt idx="1611">
                  <c:v>1613</c:v>
                </c:pt>
                <c:pt idx="1612">
                  <c:v>1614</c:v>
                </c:pt>
                <c:pt idx="1613">
                  <c:v>1615</c:v>
                </c:pt>
                <c:pt idx="1614">
                  <c:v>1616</c:v>
                </c:pt>
                <c:pt idx="1615">
                  <c:v>1617</c:v>
                </c:pt>
                <c:pt idx="1616">
                  <c:v>1618</c:v>
                </c:pt>
                <c:pt idx="1617">
                  <c:v>1619</c:v>
                </c:pt>
                <c:pt idx="1618">
                  <c:v>1620</c:v>
                </c:pt>
                <c:pt idx="1619">
                  <c:v>1621</c:v>
                </c:pt>
                <c:pt idx="1620">
                  <c:v>1622</c:v>
                </c:pt>
                <c:pt idx="1621">
                  <c:v>1623</c:v>
                </c:pt>
                <c:pt idx="1622">
                  <c:v>1624</c:v>
                </c:pt>
                <c:pt idx="1623">
                  <c:v>1625</c:v>
                </c:pt>
                <c:pt idx="1624">
                  <c:v>1626</c:v>
                </c:pt>
                <c:pt idx="1625">
                  <c:v>1627</c:v>
                </c:pt>
                <c:pt idx="1626">
                  <c:v>1628</c:v>
                </c:pt>
                <c:pt idx="1627">
                  <c:v>1629</c:v>
                </c:pt>
                <c:pt idx="1628">
                  <c:v>1630</c:v>
                </c:pt>
                <c:pt idx="1629">
                  <c:v>1631</c:v>
                </c:pt>
                <c:pt idx="1630">
                  <c:v>1632</c:v>
                </c:pt>
                <c:pt idx="1631">
                  <c:v>1633</c:v>
                </c:pt>
                <c:pt idx="1632">
                  <c:v>1634</c:v>
                </c:pt>
                <c:pt idx="1633">
                  <c:v>1635</c:v>
                </c:pt>
                <c:pt idx="1634">
                  <c:v>1636</c:v>
                </c:pt>
                <c:pt idx="1635">
                  <c:v>1637</c:v>
                </c:pt>
                <c:pt idx="1636">
                  <c:v>1638</c:v>
                </c:pt>
                <c:pt idx="1637">
                  <c:v>1639</c:v>
                </c:pt>
                <c:pt idx="1638">
                  <c:v>1640</c:v>
                </c:pt>
                <c:pt idx="1639">
                  <c:v>1641</c:v>
                </c:pt>
                <c:pt idx="1640">
                  <c:v>1642</c:v>
                </c:pt>
                <c:pt idx="1641">
                  <c:v>1643</c:v>
                </c:pt>
                <c:pt idx="1642">
                  <c:v>1644</c:v>
                </c:pt>
                <c:pt idx="1643">
                  <c:v>1645</c:v>
                </c:pt>
                <c:pt idx="1644">
                  <c:v>1646</c:v>
                </c:pt>
                <c:pt idx="1645">
                  <c:v>1647</c:v>
                </c:pt>
                <c:pt idx="1646">
                  <c:v>1648</c:v>
                </c:pt>
                <c:pt idx="1647">
                  <c:v>1649</c:v>
                </c:pt>
                <c:pt idx="1648">
                  <c:v>1650</c:v>
                </c:pt>
                <c:pt idx="1649">
                  <c:v>1651</c:v>
                </c:pt>
                <c:pt idx="1650">
                  <c:v>1652</c:v>
                </c:pt>
                <c:pt idx="1651">
                  <c:v>1653</c:v>
                </c:pt>
                <c:pt idx="1652">
                  <c:v>1654</c:v>
                </c:pt>
                <c:pt idx="1653">
                  <c:v>1655</c:v>
                </c:pt>
                <c:pt idx="1654">
                  <c:v>1656</c:v>
                </c:pt>
                <c:pt idx="1655">
                  <c:v>1657</c:v>
                </c:pt>
                <c:pt idx="1656">
                  <c:v>1658</c:v>
                </c:pt>
                <c:pt idx="1657">
                  <c:v>1659</c:v>
                </c:pt>
                <c:pt idx="1658">
                  <c:v>1660</c:v>
                </c:pt>
                <c:pt idx="1659">
                  <c:v>1661</c:v>
                </c:pt>
                <c:pt idx="1660">
                  <c:v>1662</c:v>
                </c:pt>
                <c:pt idx="1661">
                  <c:v>1663</c:v>
                </c:pt>
                <c:pt idx="1662">
                  <c:v>1664</c:v>
                </c:pt>
                <c:pt idx="1663">
                  <c:v>1665</c:v>
                </c:pt>
                <c:pt idx="1664">
                  <c:v>1666</c:v>
                </c:pt>
                <c:pt idx="1665">
                  <c:v>1667</c:v>
                </c:pt>
                <c:pt idx="1666">
                  <c:v>1668</c:v>
                </c:pt>
                <c:pt idx="1667">
                  <c:v>1669</c:v>
                </c:pt>
                <c:pt idx="1668">
                  <c:v>1670</c:v>
                </c:pt>
                <c:pt idx="1669">
                  <c:v>1671</c:v>
                </c:pt>
                <c:pt idx="1670">
                  <c:v>1672</c:v>
                </c:pt>
                <c:pt idx="1671">
                  <c:v>1673</c:v>
                </c:pt>
                <c:pt idx="1672">
                  <c:v>1674</c:v>
                </c:pt>
                <c:pt idx="1673">
                  <c:v>1675</c:v>
                </c:pt>
                <c:pt idx="1674">
                  <c:v>1676</c:v>
                </c:pt>
                <c:pt idx="1675">
                  <c:v>1677</c:v>
                </c:pt>
                <c:pt idx="1676">
                  <c:v>1678</c:v>
                </c:pt>
                <c:pt idx="1677">
                  <c:v>1679</c:v>
                </c:pt>
                <c:pt idx="1678">
                  <c:v>1680</c:v>
                </c:pt>
                <c:pt idx="1679">
                  <c:v>1681</c:v>
                </c:pt>
                <c:pt idx="1680">
                  <c:v>1682</c:v>
                </c:pt>
                <c:pt idx="1681">
                  <c:v>1683</c:v>
                </c:pt>
                <c:pt idx="1682">
                  <c:v>1684</c:v>
                </c:pt>
                <c:pt idx="1683">
                  <c:v>1685</c:v>
                </c:pt>
                <c:pt idx="1684">
                  <c:v>1686</c:v>
                </c:pt>
                <c:pt idx="1685">
                  <c:v>1687</c:v>
                </c:pt>
                <c:pt idx="1686">
                  <c:v>1688</c:v>
                </c:pt>
                <c:pt idx="1687">
                  <c:v>1689</c:v>
                </c:pt>
                <c:pt idx="1688">
                  <c:v>1690</c:v>
                </c:pt>
                <c:pt idx="1689">
                  <c:v>1691</c:v>
                </c:pt>
                <c:pt idx="1690">
                  <c:v>1692</c:v>
                </c:pt>
                <c:pt idx="1691">
                  <c:v>1693</c:v>
                </c:pt>
                <c:pt idx="1692">
                  <c:v>1694</c:v>
                </c:pt>
                <c:pt idx="1693">
                  <c:v>1695</c:v>
                </c:pt>
                <c:pt idx="1694">
                  <c:v>1696</c:v>
                </c:pt>
                <c:pt idx="1695">
                  <c:v>1697</c:v>
                </c:pt>
                <c:pt idx="1696">
                  <c:v>1698</c:v>
                </c:pt>
                <c:pt idx="1697">
                  <c:v>1699</c:v>
                </c:pt>
                <c:pt idx="1698">
                  <c:v>1700</c:v>
                </c:pt>
                <c:pt idx="1699">
                  <c:v>1701</c:v>
                </c:pt>
                <c:pt idx="1700">
                  <c:v>1702</c:v>
                </c:pt>
                <c:pt idx="1701">
                  <c:v>1703</c:v>
                </c:pt>
                <c:pt idx="1702">
                  <c:v>1704</c:v>
                </c:pt>
                <c:pt idx="1703">
                  <c:v>1705</c:v>
                </c:pt>
                <c:pt idx="1704">
                  <c:v>1706</c:v>
                </c:pt>
                <c:pt idx="1705">
                  <c:v>1707</c:v>
                </c:pt>
                <c:pt idx="1706">
                  <c:v>1708</c:v>
                </c:pt>
                <c:pt idx="1707">
                  <c:v>1709</c:v>
                </c:pt>
                <c:pt idx="1708">
                  <c:v>1710</c:v>
                </c:pt>
                <c:pt idx="1709">
                  <c:v>1711</c:v>
                </c:pt>
                <c:pt idx="1710">
                  <c:v>1712</c:v>
                </c:pt>
                <c:pt idx="1711">
                  <c:v>1713</c:v>
                </c:pt>
                <c:pt idx="1712">
                  <c:v>1714</c:v>
                </c:pt>
                <c:pt idx="1713">
                  <c:v>1715</c:v>
                </c:pt>
                <c:pt idx="1714">
                  <c:v>1716</c:v>
                </c:pt>
                <c:pt idx="1715">
                  <c:v>1717</c:v>
                </c:pt>
                <c:pt idx="1716">
                  <c:v>1718</c:v>
                </c:pt>
                <c:pt idx="1717">
                  <c:v>1719</c:v>
                </c:pt>
                <c:pt idx="1718">
                  <c:v>1720</c:v>
                </c:pt>
                <c:pt idx="1719">
                  <c:v>1721</c:v>
                </c:pt>
                <c:pt idx="1720">
                  <c:v>1722</c:v>
                </c:pt>
                <c:pt idx="1721">
                  <c:v>1723</c:v>
                </c:pt>
                <c:pt idx="1722">
                  <c:v>1724</c:v>
                </c:pt>
                <c:pt idx="1723">
                  <c:v>1725</c:v>
                </c:pt>
                <c:pt idx="1724">
                  <c:v>1726</c:v>
                </c:pt>
                <c:pt idx="1725">
                  <c:v>1727</c:v>
                </c:pt>
                <c:pt idx="1726">
                  <c:v>1728</c:v>
                </c:pt>
                <c:pt idx="1727">
                  <c:v>1729</c:v>
                </c:pt>
                <c:pt idx="1728">
                  <c:v>1730</c:v>
                </c:pt>
                <c:pt idx="1729">
                  <c:v>1731</c:v>
                </c:pt>
                <c:pt idx="1730">
                  <c:v>1732</c:v>
                </c:pt>
                <c:pt idx="1731">
                  <c:v>1733</c:v>
                </c:pt>
                <c:pt idx="1732">
                  <c:v>1734</c:v>
                </c:pt>
                <c:pt idx="1733">
                  <c:v>1735</c:v>
                </c:pt>
                <c:pt idx="1734">
                  <c:v>1736</c:v>
                </c:pt>
                <c:pt idx="1735">
                  <c:v>1737</c:v>
                </c:pt>
                <c:pt idx="1736">
                  <c:v>1738</c:v>
                </c:pt>
                <c:pt idx="1737">
                  <c:v>1739</c:v>
                </c:pt>
                <c:pt idx="1738">
                  <c:v>1740</c:v>
                </c:pt>
                <c:pt idx="1739">
                  <c:v>1741</c:v>
                </c:pt>
                <c:pt idx="1740">
                  <c:v>1742</c:v>
                </c:pt>
                <c:pt idx="1741">
                  <c:v>1743</c:v>
                </c:pt>
                <c:pt idx="1742">
                  <c:v>1744</c:v>
                </c:pt>
                <c:pt idx="1743">
                  <c:v>1745</c:v>
                </c:pt>
                <c:pt idx="1744">
                  <c:v>1746</c:v>
                </c:pt>
                <c:pt idx="1745">
                  <c:v>1747</c:v>
                </c:pt>
                <c:pt idx="1746">
                  <c:v>1748</c:v>
                </c:pt>
                <c:pt idx="1747">
                  <c:v>1749</c:v>
                </c:pt>
                <c:pt idx="1748">
                  <c:v>1750</c:v>
                </c:pt>
                <c:pt idx="1749">
                  <c:v>1751</c:v>
                </c:pt>
                <c:pt idx="1750">
                  <c:v>1752</c:v>
                </c:pt>
                <c:pt idx="1751">
                  <c:v>1753</c:v>
                </c:pt>
                <c:pt idx="1752">
                  <c:v>1754</c:v>
                </c:pt>
                <c:pt idx="1753">
                  <c:v>1755</c:v>
                </c:pt>
                <c:pt idx="1754">
                  <c:v>1756</c:v>
                </c:pt>
                <c:pt idx="1755">
                  <c:v>1757</c:v>
                </c:pt>
                <c:pt idx="1756">
                  <c:v>1758</c:v>
                </c:pt>
                <c:pt idx="1757">
                  <c:v>1759</c:v>
                </c:pt>
                <c:pt idx="1758">
                  <c:v>1760</c:v>
                </c:pt>
                <c:pt idx="1759">
                  <c:v>1761</c:v>
                </c:pt>
                <c:pt idx="1760">
                  <c:v>1762</c:v>
                </c:pt>
                <c:pt idx="1761">
                  <c:v>1763</c:v>
                </c:pt>
                <c:pt idx="1762">
                  <c:v>1764</c:v>
                </c:pt>
                <c:pt idx="1763">
                  <c:v>1765</c:v>
                </c:pt>
                <c:pt idx="1764">
                  <c:v>1766</c:v>
                </c:pt>
                <c:pt idx="1765">
                  <c:v>1767</c:v>
                </c:pt>
                <c:pt idx="1766">
                  <c:v>1768</c:v>
                </c:pt>
                <c:pt idx="1767">
                  <c:v>1769</c:v>
                </c:pt>
                <c:pt idx="1768">
                  <c:v>1770</c:v>
                </c:pt>
                <c:pt idx="1769">
                  <c:v>1771</c:v>
                </c:pt>
                <c:pt idx="1770">
                  <c:v>1772</c:v>
                </c:pt>
                <c:pt idx="1771">
                  <c:v>1773</c:v>
                </c:pt>
                <c:pt idx="1772">
                  <c:v>1774</c:v>
                </c:pt>
                <c:pt idx="1773">
                  <c:v>1775</c:v>
                </c:pt>
                <c:pt idx="1774">
                  <c:v>1776</c:v>
                </c:pt>
                <c:pt idx="1775">
                  <c:v>1777</c:v>
                </c:pt>
                <c:pt idx="1776">
                  <c:v>1778</c:v>
                </c:pt>
                <c:pt idx="1777">
                  <c:v>1779</c:v>
                </c:pt>
                <c:pt idx="1778">
                  <c:v>1780</c:v>
                </c:pt>
                <c:pt idx="1779">
                  <c:v>1781</c:v>
                </c:pt>
                <c:pt idx="1780">
                  <c:v>1782</c:v>
                </c:pt>
                <c:pt idx="1781">
                  <c:v>1783</c:v>
                </c:pt>
                <c:pt idx="1782">
                  <c:v>1784</c:v>
                </c:pt>
                <c:pt idx="1783">
                  <c:v>1785</c:v>
                </c:pt>
                <c:pt idx="1784">
                  <c:v>1786</c:v>
                </c:pt>
                <c:pt idx="1785">
                  <c:v>1787</c:v>
                </c:pt>
                <c:pt idx="1786">
                  <c:v>1788</c:v>
                </c:pt>
                <c:pt idx="1787">
                  <c:v>1789</c:v>
                </c:pt>
                <c:pt idx="1788">
                  <c:v>1790</c:v>
                </c:pt>
                <c:pt idx="1789">
                  <c:v>1791</c:v>
                </c:pt>
                <c:pt idx="1790">
                  <c:v>1792</c:v>
                </c:pt>
                <c:pt idx="1791">
                  <c:v>1793</c:v>
                </c:pt>
                <c:pt idx="1792">
                  <c:v>1794</c:v>
                </c:pt>
                <c:pt idx="1793">
                  <c:v>1795</c:v>
                </c:pt>
                <c:pt idx="1794">
                  <c:v>1796</c:v>
                </c:pt>
                <c:pt idx="1795">
                  <c:v>1797</c:v>
                </c:pt>
                <c:pt idx="1796">
                  <c:v>1798</c:v>
                </c:pt>
                <c:pt idx="1797">
                  <c:v>1799</c:v>
                </c:pt>
                <c:pt idx="1798">
                  <c:v>1800</c:v>
                </c:pt>
                <c:pt idx="1799">
                  <c:v>1801</c:v>
                </c:pt>
                <c:pt idx="1800">
                  <c:v>1802</c:v>
                </c:pt>
                <c:pt idx="1801">
                  <c:v>1803</c:v>
                </c:pt>
                <c:pt idx="1802">
                  <c:v>1804</c:v>
                </c:pt>
                <c:pt idx="1803">
                  <c:v>1805</c:v>
                </c:pt>
                <c:pt idx="1804">
                  <c:v>1806</c:v>
                </c:pt>
                <c:pt idx="1805">
                  <c:v>1807</c:v>
                </c:pt>
                <c:pt idx="1806">
                  <c:v>1808</c:v>
                </c:pt>
                <c:pt idx="1807">
                  <c:v>1809</c:v>
                </c:pt>
                <c:pt idx="1808">
                  <c:v>1810</c:v>
                </c:pt>
                <c:pt idx="1809">
                  <c:v>1811</c:v>
                </c:pt>
                <c:pt idx="1810">
                  <c:v>1812</c:v>
                </c:pt>
                <c:pt idx="1811">
                  <c:v>1813</c:v>
                </c:pt>
                <c:pt idx="1812">
                  <c:v>1814</c:v>
                </c:pt>
                <c:pt idx="1813">
                  <c:v>1815</c:v>
                </c:pt>
                <c:pt idx="1814">
                  <c:v>1816</c:v>
                </c:pt>
                <c:pt idx="1815">
                  <c:v>1817</c:v>
                </c:pt>
                <c:pt idx="1816">
                  <c:v>1818</c:v>
                </c:pt>
                <c:pt idx="1817">
                  <c:v>1819</c:v>
                </c:pt>
                <c:pt idx="1818">
                  <c:v>1820</c:v>
                </c:pt>
                <c:pt idx="1819">
                  <c:v>1821</c:v>
                </c:pt>
                <c:pt idx="1820">
                  <c:v>1822</c:v>
                </c:pt>
                <c:pt idx="1821">
                  <c:v>1823</c:v>
                </c:pt>
                <c:pt idx="1822">
                  <c:v>1824</c:v>
                </c:pt>
                <c:pt idx="1823">
                  <c:v>1825</c:v>
                </c:pt>
                <c:pt idx="1824">
                  <c:v>1826</c:v>
                </c:pt>
                <c:pt idx="1825">
                  <c:v>1827</c:v>
                </c:pt>
                <c:pt idx="1826">
                  <c:v>1828</c:v>
                </c:pt>
                <c:pt idx="1827">
                  <c:v>1829</c:v>
                </c:pt>
                <c:pt idx="1828">
                  <c:v>1830</c:v>
                </c:pt>
                <c:pt idx="1829">
                  <c:v>1831</c:v>
                </c:pt>
                <c:pt idx="1830">
                  <c:v>1832</c:v>
                </c:pt>
                <c:pt idx="1831">
                  <c:v>1833</c:v>
                </c:pt>
                <c:pt idx="1832">
                  <c:v>1834</c:v>
                </c:pt>
                <c:pt idx="1833">
                  <c:v>1835</c:v>
                </c:pt>
                <c:pt idx="1834">
                  <c:v>1836</c:v>
                </c:pt>
                <c:pt idx="1835">
                  <c:v>1837</c:v>
                </c:pt>
                <c:pt idx="1836">
                  <c:v>1838</c:v>
                </c:pt>
                <c:pt idx="1837">
                  <c:v>1839</c:v>
                </c:pt>
                <c:pt idx="1838">
                  <c:v>1840</c:v>
                </c:pt>
                <c:pt idx="1839">
                  <c:v>1841</c:v>
                </c:pt>
                <c:pt idx="1840">
                  <c:v>1842</c:v>
                </c:pt>
                <c:pt idx="1841">
                  <c:v>1843</c:v>
                </c:pt>
                <c:pt idx="1842">
                  <c:v>1844</c:v>
                </c:pt>
                <c:pt idx="1843">
                  <c:v>1845</c:v>
                </c:pt>
                <c:pt idx="1844">
                  <c:v>1846</c:v>
                </c:pt>
                <c:pt idx="1845">
                  <c:v>1847</c:v>
                </c:pt>
                <c:pt idx="1846">
                  <c:v>1848</c:v>
                </c:pt>
                <c:pt idx="1847">
                  <c:v>1849</c:v>
                </c:pt>
                <c:pt idx="1848">
                  <c:v>1850</c:v>
                </c:pt>
                <c:pt idx="1849">
                  <c:v>1851</c:v>
                </c:pt>
                <c:pt idx="1850">
                  <c:v>1852</c:v>
                </c:pt>
                <c:pt idx="1851">
                  <c:v>1853</c:v>
                </c:pt>
                <c:pt idx="1852">
                  <c:v>1854</c:v>
                </c:pt>
                <c:pt idx="1853">
                  <c:v>1855</c:v>
                </c:pt>
                <c:pt idx="1854">
                  <c:v>1856</c:v>
                </c:pt>
                <c:pt idx="1855">
                  <c:v>1857</c:v>
                </c:pt>
                <c:pt idx="1856">
                  <c:v>1858</c:v>
                </c:pt>
                <c:pt idx="1857">
                  <c:v>1859</c:v>
                </c:pt>
                <c:pt idx="1858">
                  <c:v>1860</c:v>
                </c:pt>
                <c:pt idx="1859">
                  <c:v>1861</c:v>
                </c:pt>
                <c:pt idx="1860">
                  <c:v>1862</c:v>
                </c:pt>
                <c:pt idx="1861">
                  <c:v>1863</c:v>
                </c:pt>
                <c:pt idx="1862">
                  <c:v>1864</c:v>
                </c:pt>
                <c:pt idx="1863">
                  <c:v>1865</c:v>
                </c:pt>
                <c:pt idx="1864">
                  <c:v>1866</c:v>
                </c:pt>
                <c:pt idx="1865">
                  <c:v>1867</c:v>
                </c:pt>
                <c:pt idx="1866">
                  <c:v>1868</c:v>
                </c:pt>
                <c:pt idx="1867">
                  <c:v>1869</c:v>
                </c:pt>
                <c:pt idx="1868">
                  <c:v>1870</c:v>
                </c:pt>
                <c:pt idx="1869">
                  <c:v>1871</c:v>
                </c:pt>
                <c:pt idx="1870">
                  <c:v>1872</c:v>
                </c:pt>
                <c:pt idx="1871">
                  <c:v>1873</c:v>
                </c:pt>
                <c:pt idx="1872">
                  <c:v>1874</c:v>
                </c:pt>
                <c:pt idx="1873">
                  <c:v>1875</c:v>
                </c:pt>
                <c:pt idx="1874">
                  <c:v>1876</c:v>
                </c:pt>
                <c:pt idx="1875">
                  <c:v>1877</c:v>
                </c:pt>
                <c:pt idx="1876">
                  <c:v>1878</c:v>
                </c:pt>
                <c:pt idx="1877">
                  <c:v>1879</c:v>
                </c:pt>
                <c:pt idx="1878">
                  <c:v>1880</c:v>
                </c:pt>
                <c:pt idx="1879">
                  <c:v>1881</c:v>
                </c:pt>
                <c:pt idx="1880">
                  <c:v>1882</c:v>
                </c:pt>
                <c:pt idx="1881">
                  <c:v>1883</c:v>
                </c:pt>
                <c:pt idx="1882">
                  <c:v>1884</c:v>
                </c:pt>
                <c:pt idx="1883">
                  <c:v>1885</c:v>
                </c:pt>
                <c:pt idx="1884">
                  <c:v>1886</c:v>
                </c:pt>
                <c:pt idx="1885">
                  <c:v>1887</c:v>
                </c:pt>
                <c:pt idx="1886">
                  <c:v>1888</c:v>
                </c:pt>
                <c:pt idx="1887">
                  <c:v>1889</c:v>
                </c:pt>
                <c:pt idx="1888">
                  <c:v>1890</c:v>
                </c:pt>
                <c:pt idx="1889">
                  <c:v>1891</c:v>
                </c:pt>
                <c:pt idx="1890">
                  <c:v>1892</c:v>
                </c:pt>
                <c:pt idx="1891">
                  <c:v>1893</c:v>
                </c:pt>
                <c:pt idx="1892">
                  <c:v>1894</c:v>
                </c:pt>
                <c:pt idx="1893">
                  <c:v>1895</c:v>
                </c:pt>
                <c:pt idx="1894">
                  <c:v>1896</c:v>
                </c:pt>
                <c:pt idx="1895">
                  <c:v>1897</c:v>
                </c:pt>
                <c:pt idx="1896">
                  <c:v>1898</c:v>
                </c:pt>
                <c:pt idx="1897">
                  <c:v>1899</c:v>
                </c:pt>
                <c:pt idx="1898">
                  <c:v>1900</c:v>
                </c:pt>
                <c:pt idx="1899">
                  <c:v>1901</c:v>
                </c:pt>
                <c:pt idx="1900">
                  <c:v>1902</c:v>
                </c:pt>
                <c:pt idx="1901">
                  <c:v>1903</c:v>
                </c:pt>
                <c:pt idx="1902">
                  <c:v>1904</c:v>
                </c:pt>
                <c:pt idx="1903">
                  <c:v>1905</c:v>
                </c:pt>
                <c:pt idx="1904">
                  <c:v>1906</c:v>
                </c:pt>
                <c:pt idx="1905">
                  <c:v>1907</c:v>
                </c:pt>
                <c:pt idx="1906">
                  <c:v>1908</c:v>
                </c:pt>
                <c:pt idx="1907">
                  <c:v>1909</c:v>
                </c:pt>
                <c:pt idx="1908">
                  <c:v>1910</c:v>
                </c:pt>
                <c:pt idx="1909">
                  <c:v>1911</c:v>
                </c:pt>
                <c:pt idx="1910">
                  <c:v>1912</c:v>
                </c:pt>
                <c:pt idx="1911">
                  <c:v>1913</c:v>
                </c:pt>
                <c:pt idx="1912">
                  <c:v>1914</c:v>
                </c:pt>
                <c:pt idx="1913">
                  <c:v>1915</c:v>
                </c:pt>
                <c:pt idx="1914">
                  <c:v>1916</c:v>
                </c:pt>
                <c:pt idx="1915">
                  <c:v>1917</c:v>
                </c:pt>
                <c:pt idx="1916">
                  <c:v>1918</c:v>
                </c:pt>
                <c:pt idx="1917">
                  <c:v>1919</c:v>
                </c:pt>
                <c:pt idx="1918">
                  <c:v>1920</c:v>
                </c:pt>
                <c:pt idx="1919">
                  <c:v>1921</c:v>
                </c:pt>
                <c:pt idx="1920">
                  <c:v>1922</c:v>
                </c:pt>
                <c:pt idx="1921">
                  <c:v>1923</c:v>
                </c:pt>
                <c:pt idx="1922">
                  <c:v>1924</c:v>
                </c:pt>
                <c:pt idx="1923">
                  <c:v>1925</c:v>
                </c:pt>
                <c:pt idx="1924">
                  <c:v>1926</c:v>
                </c:pt>
                <c:pt idx="1925">
                  <c:v>1927</c:v>
                </c:pt>
                <c:pt idx="1926">
                  <c:v>1928</c:v>
                </c:pt>
                <c:pt idx="1927">
                  <c:v>1929</c:v>
                </c:pt>
                <c:pt idx="1928">
                  <c:v>1930</c:v>
                </c:pt>
                <c:pt idx="1929">
                  <c:v>1931</c:v>
                </c:pt>
                <c:pt idx="1930">
                  <c:v>1932</c:v>
                </c:pt>
                <c:pt idx="1931">
                  <c:v>1933</c:v>
                </c:pt>
                <c:pt idx="1932">
                  <c:v>1934</c:v>
                </c:pt>
                <c:pt idx="1933">
                  <c:v>1935</c:v>
                </c:pt>
                <c:pt idx="1934">
                  <c:v>1936</c:v>
                </c:pt>
                <c:pt idx="1935">
                  <c:v>1937</c:v>
                </c:pt>
                <c:pt idx="1936">
                  <c:v>1938</c:v>
                </c:pt>
                <c:pt idx="1937">
                  <c:v>1939</c:v>
                </c:pt>
                <c:pt idx="1938">
                  <c:v>1940</c:v>
                </c:pt>
                <c:pt idx="1939">
                  <c:v>1941</c:v>
                </c:pt>
                <c:pt idx="1940">
                  <c:v>1942</c:v>
                </c:pt>
                <c:pt idx="1941">
                  <c:v>1943</c:v>
                </c:pt>
                <c:pt idx="1942">
                  <c:v>1944</c:v>
                </c:pt>
                <c:pt idx="1943">
                  <c:v>1945</c:v>
                </c:pt>
                <c:pt idx="1944">
                  <c:v>1946</c:v>
                </c:pt>
                <c:pt idx="1945">
                  <c:v>1947</c:v>
                </c:pt>
                <c:pt idx="1946">
                  <c:v>1948</c:v>
                </c:pt>
                <c:pt idx="1947">
                  <c:v>1949</c:v>
                </c:pt>
                <c:pt idx="1948">
                  <c:v>1950</c:v>
                </c:pt>
                <c:pt idx="1949">
                  <c:v>1951</c:v>
                </c:pt>
                <c:pt idx="1950">
                  <c:v>1952</c:v>
                </c:pt>
                <c:pt idx="1951">
                  <c:v>1953</c:v>
                </c:pt>
                <c:pt idx="1952">
                  <c:v>1954</c:v>
                </c:pt>
                <c:pt idx="1953">
                  <c:v>1955</c:v>
                </c:pt>
                <c:pt idx="1954">
                  <c:v>1956</c:v>
                </c:pt>
                <c:pt idx="1955">
                  <c:v>1957</c:v>
                </c:pt>
                <c:pt idx="1956">
                  <c:v>1958</c:v>
                </c:pt>
                <c:pt idx="1957">
                  <c:v>1959</c:v>
                </c:pt>
                <c:pt idx="1958">
                  <c:v>1960</c:v>
                </c:pt>
                <c:pt idx="1959">
                  <c:v>1961</c:v>
                </c:pt>
                <c:pt idx="1960">
                  <c:v>1962</c:v>
                </c:pt>
                <c:pt idx="1961">
                  <c:v>1963</c:v>
                </c:pt>
                <c:pt idx="1962">
                  <c:v>1964</c:v>
                </c:pt>
                <c:pt idx="1963">
                  <c:v>1965</c:v>
                </c:pt>
                <c:pt idx="1964">
                  <c:v>1966</c:v>
                </c:pt>
                <c:pt idx="1965">
                  <c:v>1967</c:v>
                </c:pt>
                <c:pt idx="1966">
                  <c:v>1968</c:v>
                </c:pt>
                <c:pt idx="1967">
                  <c:v>1969</c:v>
                </c:pt>
                <c:pt idx="1968">
                  <c:v>1970</c:v>
                </c:pt>
                <c:pt idx="1969">
                  <c:v>1971</c:v>
                </c:pt>
                <c:pt idx="1970">
                  <c:v>1972</c:v>
                </c:pt>
                <c:pt idx="1971">
                  <c:v>1973</c:v>
                </c:pt>
                <c:pt idx="1972">
                  <c:v>1974</c:v>
                </c:pt>
                <c:pt idx="1973">
                  <c:v>1975</c:v>
                </c:pt>
                <c:pt idx="1974">
                  <c:v>1976</c:v>
                </c:pt>
                <c:pt idx="1975">
                  <c:v>1977</c:v>
                </c:pt>
                <c:pt idx="1976">
                  <c:v>1978</c:v>
                </c:pt>
                <c:pt idx="1977">
                  <c:v>1979</c:v>
                </c:pt>
                <c:pt idx="1978">
                  <c:v>1980</c:v>
                </c:pt>
                <c:pt idx="1979">
                  <c:v>1981</c:v>
                </c:pt>
                <c:pt idx="1980">
                  <c:v>1982</c:v>
                </c:pt>
                <c:pt idx="1981">
                  <c:v>1983</c:v>
                </c:pt>
                <c:pt idx="1982">
                  <c:v>1984</c:v>
                </c:pt>
                <c:pt idx="1983">
                  <c:v>1985</c:v>
                </c:pt>
                <c:pt idx="1984">
                  <c:v>1986</c:v>
                </c:pt>
                <c:pt idx="1985">
                  <c:v>1987</c:v>
                </c:pt>
                <c:pt idx="1986">
                  <c:v>1988</c:v>
                </c:pt>
                <c:pt idx="1987">
                  <c:v>1989</c:v>
                </c:pt>
                <c:pt idx="1988">
                  <c:v>1990</c:v>
                </c:pt>
                <c:pt idx="1989">
                  <c:v>1991</c:v>
                </c:pt>
                <c:pt idx="1990">
                  <c:v>1992</c:v>
                </c:pt>
                <c:pt idx="1991">
                  <c:v>1993</c:v>
                </c:pt>
                <c:pt idx="1992">
                  <c:v>1994</c:v>
                </c:pt>
                <c:pt idx="1993">
                  <c:v>1995</c:v>
                </c:pt>
                <c:pt idx="1994">
                  <c:v>1996</c:v>
                </c:pt>
                <c:pt idx="1995">
                  <c:v>1997</c:v>
                </c:pt>
                <c:pt idx="1996">
                  <c:v>1998</c:v>
                </c:pt>
                <c:pt idx="1997">
                  <c:v>1999</c:v>
                </c:pt>
                <c:pt idx="1998">
                  <c:v>2000</c:v>
                </c:pt>
                <c:pt idx="1999">
                  <c:v>2001</c:v>
                </c:pt>
                <c:pt idx="2000">
                  <c:v>2002</c:v>
                </c:pt>
                <c:pt idx="2001">
                  <c:v>2003</c:v>
                </c:pt>
                <c:pt idx="2002">
                  <c:v>2004</c:v>
                </c:pt>
                <c:pt idx="2003">
                  <c:v>2005</c:v>
                </c:pt>
                <c:pt idx="2004">
                  <c:v>2006</c:v>
                </c:pt>
                <c:pt idx="2005">
                  <c:v>2007</c:v>
                </c:pt>
                <c:pt idx="2006">
                  <c:v>2008</c:v>
                </c:pt>
                <c:pt idx="2007">
                  <c:v>2009</c:v>
                </c:pt>
                <c:pt idx="2008">
                  <c:v>2010</c:v>
                </c:pt>
                <c:pt idx="2009">
                  <c:v>2011</c:v>
                </c:pt>
                <c:pt idx="2010">
                  <c:v>2012</c:v>
                </c:pt>
                <c:pt idx="2011">
                  <c:v>2013</c:v>
                </c:pt>
                <c:pt idx="2012">
                  <c:v>2014</c:v>
                </c:pt>
                <c:pt idx="2013">
                  <c:v>2015</c:v>
                </c:pt>
                <c:pt idx="2014">
                  <c:v>2016</c:v>
                </c:pt>
                <c:pt idx="2015">
                  <c:v>2017</c:v>
                </c:pt>
                <c:pt idx="2016">
                  <c:v>2018</c:v>
                </c:pt>
                <c:pt idx="2017">
                  <c:v>2019</c:v>
                </c:pt>
                <c:pt idx="2018">
                  <c:v>2020</c:v>
                </c:pt>
                <c:pt idx="2019">
                  <c:v>2021</c:v>
                </c:pt>
                <c:pt idx="2020">
                  <c:v>2022</c:v>
                </c:pt>
                <c:pt idx="2021">
                  <c:v>2023</c:v>
                </c:pt>
                <c:pt idx="2022">
                  <c:v>2024</c:v>
                </c:pt>
                <c:pt idx="2023">
                  <c:v>2025</c:v>
                </c:pt>
                <c:pt idx="2024">
                  <c:v>2026</c:v>
                </c:pt>
                <c:pt idx="2025">
                  <c:v>2027</c:v>
                </c:pt>
                <c:pt idx="2026">
                  <c:v>2028</c:v>
                </c:pt>
                <c:pt idx="2027">
                  <c:v>2029</c:v>
                </c:pt>
                <c:pt idx="2028">
                  <c:v>2030</c:v>
                </c:pt>
                <c:pt idx="2029">
                  <c:v>2031</c:v>
                </c:pt>
                <c:pt idx="2030">
                  <c:v>2032</c:v>
                </c:pt>
                <c:pt idx="2031">
                  <c:v>2033</c:v>
                </c:pt>
                <c:pt idx="2032">
                  <c:v>2034</c:v>
                </c:pt>
                <c:pt idx="2033">
                  <c:v>2035</c:v>
                </c:pt>
                <c:pt idx="2034">
                  <c:v>2036</c:v>
                </c:pt>
                <c:pt idx="2035">
                  <c:v>2037</c:v>
                </c:pt>
                <c:pt idx="2036">
                  <c:v>2038</c:v>
                </c:pt>
                <c:pt idx="2037">
                  <c:v>2039</c:v>
                </c:pt>
                <c:pt idx="2038">
                  <c:v>2040</c:v>
                </c:pt>
                <c:pt idx="2039">
                  <c:v>2041</c:v>
                </c:pt>
                <c:pt idx="2040">
                  <c:v>2042</c:v>
                </c:pt>
                <c:pt idx="2041">
                  <c:v>2043</c:v>
                </c:pt>
                <c:pt idx="2042">
                  <c:v>2044</c:v>
                </c:pt>
                <c:pt idx="2043">
                  <c:v>2045</c:v>
                </c:pt>
                <c:pt idx="2044">
                  <c:v>2046</c:v>
                </c:pt>
                <c:pt idx="2045">
                  <c:v>2047</c:v>
                </c:pt>
                <c:pt idx="2046">
                  <c:v>2048</c:v>
                </c:pt>
                <c:pt idx="2047">
                  <c:v>2049</c:v>
                </c:pt>
                <c:pt idx="2048">
                  <c:v>2050</c:v>
                </c:pt>
                <c:pt idx="2049">
                  <c:v>2051</c:v>
                </c:pt>
                <c:pt idx="2050">
                  <c:v>2052</c:v>
                </c:pt>
                <c:pt idx="2051">
                  <c:v>2053</c:v>
                </c:pt>
                <c:pt idx="2052">
                  <c:v>2054</c:v>
                </c:pt>
                <c:pt idx="2053">
                  <c:v>2055</c:v>
                </c:pt>
                <c:pt idx="2054">
                  <c:v>2056</c:v>
                </c:pt>
                <c:pt idx="2055">
                  <c:v>2057</c:v>
                </c:pt>
                <c:pt idx="2056">
                  <c:v>2058</c:v>
                </c:pt>
                <c:pt idx="2057">
                  <c:v>2059</c:v>
                </c:pt>
                <c:pt idx="2058">
                  <c:v>2060</c:v>
                </c:pt>
                <c:pt idx="2059">
                  <c:v>2061</c:v>
                </c:pt>
                <c:pt idx="2060">
                  <c:v>2062</c:v>
                </c:pt>
                <c:pt idx="2061">
                  <c:v>2063</c:v>
                </c:pt>
                <c:pt idx="2062">
                  <c:v>2064</c:v>
                </c:pt>
                <c:pt idx="2063">
                  <c:v>2065</c:v>
                </c:pt>
                <c:pt idx="2064">
                  <c:v>2066</c:v>
                </c:pt>
                <c:pt idx="2065">
                  <c:v>2067</c:v>
                </c:pt>
                <c:pt idx="2066">
                  <c:v>2068</c:v>
                </c:pt>
                <c:pt idx="2067">
                  <c:v>2069</c:v>
                </c:pt>
                <c:pt idx="2068">
                  <c:v>2070</c:v>
                </c:pt>
                <c:pt idx="2069">
                  <c:v>2071</c:v>
                </c:pt>
                <c:pt idx="2070">
                  <c:v>2072</c:v>
                </c:pt>
                <c:pt idx="2071">
                  <c:v>2073</c:v>
                </c:pt>
                <c:pt idx="2072">
                  <c:v>2074</c:v>
                </c:pt>
                <c:pt idx="2073">
                  <c:v>2075</c:v>
                </c:pt>
                <c:pt idx="2074">
                  <c:v>2076</c:v>
                </c:pt>
                <c:pt idx="2075">
                  <c:v>2077</c:v>
                </c:pt>
                <c:pt idx="2076">
                  <c:v>2078</c:v>
                </c:pt>
                <c:pt idx="2077">
                  <c:v>2079</c:v>
                </c:pt>
                <c:pt idx="2078">
                  <c:v>2080</c:v>
                </c:pt>
                <c:pt idx="2079">
                  <c:v>2081</c:v>
                </c:pt>
                <c:pt idx="2080">
                  <c:v>2082</c:v>
                </c:pt>
                <c:pt idx="2081">
                  <c:v>2083</c:v>
                </c:pt>
                <c:pt idx="2082">
                  <c:v>2084</c:v>
                </c:pt>
                <c:pt idx="2083">
                  <c:v>2085</c:v>
                </c:pt>
                <c:pt idx="2084">
                  <c:v>2086</c:v>
                </c:pt>
                <c:pt idx="2085">
                  <c:v>2087</c:v>
                </c:pt>
                <c:pt idx="2086">
                  <c:v>2088</c:v>
                </c:pt>
                <c:pt idx="2087">
                  <c:v>2089</c:v>
                </c:pt>
                <c:pt idx="2088">
                  <c:v>2090</c:v>
                </c:pt>
                <c:pt idx="2089">
                  <c:v>2091</c:v>
                </c:pt>
                <c:pt idx="2090">
                  <c:v>2092</c:v>
                </c:pt>
                <c:pt idx="2091">
                  <c:v>2093</c:v>
                </c:pt>
                <c:pt idx="2092">
                  <c:v>2094</c:v>
                </c:pt>
                <c:pt idx="2093">
                  <c:v>2095</c:v>
                </c:pt>
                <c:pt idx="2094">
                  <c:v>2096</c:v>
                </c:pt>
                <c:pt idx="2095">
                  <c:v>2097</c:v>
                </c:pt>
                <c:pt idx="2096">
                  <c:v>2098</c:v>
                </c:pt>
                <c:pt idx="2097">
                  <c:v>2099</c:v>
                </c:pt>
                <c:pt idx="2098">
                  <c:v>2100</c:v>
                </c:pt>
                <c:pt idx="2099">
                  <c:v>2101</c:v>
                </c:pt>
                <c:pt idx="2100">
                  <c:v>2102</c:v>
                </c:pt>
                <c:pt idx="2101">
                  <c:v>2103</c:v>
                </c:pt>
                <c:pt idx="2102">
                  <c:v>2104</c:v>
                </c:pt>
                <c:pt idx="2103">
                  <c:v>2105</c:v>
                </c:pt>
                <c:pt idx="2104">
                  <c:v>2106</c:v>
                </c:pt>
                <c:pt idx="2105">
                  <c:v>2107</c:v>
                </c:pt>
                <c:pt idx="2106">
                  <c:v>2108</c:v>
                </c:pt>
                <c:pt idx="2107">
                  <c:v>2109</c:v>
                </c:pt>
                <c:pt idx="2108">
                  <c:v>2110</c:v>
                </c:pt>
                <c:pt idx="2109">
                  <c:v>2111</c:v>
                </c:pt>
                <c:pt idx="2110">
                  <c:v>2112</c:v>
                </c:pt>
                <c:pt idx="2111">
                  <c:v>2113</c:v>
                </c:pt>
                <c:pt idx="2112">
                  <c:v>2114</c:v>
                </c:pt>
                <c:pt idx="2113">
                  <c:v>2115</c:v>
                </c:pt>
                <c:pt idx="2114">
                  <c:v>2116</c:v>
                </c:pt>
                <c:pt idx="2115">
                  <c:v>2117</c:v>
                </c:pt>
                <c:pt idx="2116">
                  <c:v>2118</c:v>
                </c:pt>
                <c:pt idx="2117">
                  <c:v>2119</c:v>
                </c:pt>
                <c:pt idx="2118">
                  <c:v>2120</c:v>
                </c:pt>
                <c:pt idx="2119">
                  <c:v>2121</c:v>
                </c:pt>
                <c:pt idx="2120">
                  <c:v>2122</c:v>
                </c:pt>
                <c:pt idx="2121">
                  <c:v>2123</c:v>
                </c:pt>
                <c:pt idx="2122">
                  <c:v>2124</c:v>
                </c:pt>
                <c:pt idx="2123">
                  <c:v>2125</c:v>
                </c:pt>
                <c:pt idx="2124">
                  <c:v>2126</c:v>
                </c:pt>
                <c:pt idx="2125">
                  <c:v>2127</c:v>
                </c:pt>
                <c:pt idx="2126">
                  <c:v>2128</c:v>
                </c:pt>
                <c:pt idx="2127">
                  <c:v>2129</c:v>
                </c:pt>
                <c:pt idx="2128">
                  <c:v>2130</c:v>
                </c:pt>
                <c:pt idx="2129">
                  <c:v>2131</c:v>
                </c:pt>
                <c:pt idx="2130">
                  <c:v>2132</c:v>
                </c:pt>
                <c:pt idx="2131">
                  <c:v>2133</c:v>
                </c:pt>
                <c:pt idx="2132">
                  <c:v>2134</c:v>
                </c:pt>
                <c:pt idx="2133">
                  <c:v>2135</c:v>
                </c:pt>
                <c:pt idx="2134">
                  <c:v>2136</c:v>
                </c:pt>
                <c:pt idx="2135">
                  <c:v>2137</c:v>
                </c:pt>
                <c:pt idx="2136">
                  <c:v>2138</c:v>
                </c:pt>
                <c:pt idx="2137">
                  <c:v>2139</c:v>
                </c:pt>
                <c:pt idx="2138">
                  <c:v>2140</c:v>
                </c:pt>
                <c:pt idx="2139">
                  <c:v>2141</c:v>
                </c:pt>
                <c:pt idx="2140">
                  <c:v>2142</c:v>
                </c:pt>
                <c:pt idx="2141">
                  <c:v>2143</c:v>
                </c:pt>
                <c:pt idx="2142">
                  <c:v>2144</c:v>
                </c:pt>
                <c:pt idx="2143">
                  <c:v>2145</c:v>
                </c:pt>
                <c:pt idx="2144">
                  <c:v>2146</c:v>
                </c:pt>
                <c:pt idx="2145">
                  <c:v>2147</c:v>
                </c:pt>
                <c:pt idx="2146">
                  <c:v>2148</c:v>
                </c:pt>
                <c:pt idx="2147">
                  <c:v>2149</c:v>
                </c:pt>
                <c:pt idx="2148">
                  <c:v>2150</c:v>
                </c:pt>
                <c:pt idx="2149">
                  <c:v>2151</c:v>
                </c:pt>
                <c:pt idx="2150">
                  <c:v>2152</c:v>
                </c:pt>
                <c:pt idx="2151">
                  <c:v>2153</c:v>
                </c:pt>
                <c:pt idx="2152">
                  <c:v>2154</c:v>
                </c:pt>
                <c:pt idx="2153">
                  <c:v>2155</c:v>
                </c:pt>
                <c:pt idx="2154">
                  <c:v>2156</c:v>
                </c:pt>
                <c:pt idx="2155">
                  <c:v>2157</c:v>
                </c:pt>
                <c:pt idx="2156">
                  <c:v>2158</c:v>
                </c:pt>
                <c:pt idx="2157">
                  <c:v>2159</c:v>
                </c:pt>
                <c:pt idx="2158">
                  <c:v>2160</c:v>
                </c:pt>
                <c:pt idx="2159">
                  <c:v>2161</c:v>
                </c:pt>
                <c:pt idx="2160">
                  <c:v>2162</c:v>
                </c:pt>
                <c:pt idx="2161">
                  <c:v>2163</c:v>
                </c:pt>
                <c:pt idx="2162">
                  <c:v>2164</c:v>
                </c:pt>
                <c:pt idx="2163">
                  <c:v>2165</c:v>
                </c:pt>
                <c:pt idx="2164">
                  <c:v>2166</c:v>
                </c:pt>
                <c:pt idx="2165">
                  <c:v>2167</c:v>
                </c:pt>
                <c:pt idx="2166">
                  <c:v>2168</c:v>
                </c:pt>
                <c:pt idx="2167">
                  <c:v>2169</c:v>
                </c:pt>
                <c:pt idx="2168">
                  <c:v>2170</c:v>
                </c:pt>
                <c:pt idx="2169">
                  <c:v>2171</c:v>
                </c:pt>
                <c:pt idx="2170">
                  <c:v>2172</c:v>
                </c:pt>
                <c:pt idx="2171">
                  <c:v>2173</c:v>
                </c:pt>
                <c:pt idx="2172">
                  <c:v>2174</c:v>
                </c:pt>
                <c:pt idx="2173">
                  <c:v>2175</c:v>
                </c:pt>
                <c:pt idx="2174">
                  <c:v>2176</c:v>
                </c:pt>
                <c:pt idx="2175">
                  <c:v>2177</c:v>
                </c:pt>
                <c:pt idx="2176">
                  <c:v>2178</c:v>
                </c:pt>
                <c:pt idx="2177">
                  <c:v>2179</c:v>
                </c:pt>
                <c:pt idx="2178">
                  <c:v>2180</c:v>
                </c:pt>
                <c:pt idx="2179">
                  <c:v>2181</c:v>
                </c:pt>
                <c:pt idx="2180">
                  <c:v>2182</c:v>
                </c:pt>
                <c:pt idx="2181">
                  <c:v>2183</c:v>
                </c:pt>
                <c:pt idx="2182">
                  <c:v>2184</c:v>
                </c:pt>
                <c:pt idx="2183">
                  <c:v>2185</c:v>
                </c:pt>
                <c:pt idx="2184">
                  <c:v>2186</c:v>
                </c:pt>
                <c:pt idx="2185">
                  <c:v>2187</c:v>
                </c:pt>
                <c:pt idx="2186">
                  <c:v>2188</c:v>
                </c:pt>
                <c:pt idx="2187">
                  <c:v>2189</c:v>
                </c:pt>
                <c:pt idx="2188">
                  <c:v>2190</c:v>
                </c:pt>
                <c:pt idx="2189">
                  <c:v>2191</c:v>
                </c:pt>
                <c:pt idx="2190">
                  <c:v>2192</c:v>
                </c:pt>
                <c:pt idx="2191">
                  <c:v>2193</c:v>
                </c:pt>
                <c:pt idx="2192">
                  <c:v>2194</c:v>
                </c:pt>
                <c:pt idx="2193">
                  <c:v>2195</c:v>
                </c:pt>
                <c:pt idx="2194">
                  <c:v>2196</c:v>
                </c:pt>
                <c:pt idx="2195">
                  <c:v>2197</c:v>
                </c:pt>
                <c:pt idx="2196">
                  <c:v>2198</c:v>
                </c:pt>
                <c:pt idx="2197">
                  <c:v>2199</c:v>
                </c:pt>
                <c:pt idx="2198">
                  <c:v>2200</c:v>
                </c:pt>
                <c:pt idx="2199">
                  <c:v>2201</c:v>
                </c:pt>
                <c:pt idx="2200">
                  <c:v>2202</c:v>
                </c:pt>
                <c:pt idx="2201">
                  <c:v>2203</c:v>
                </c:pt>
                <c:pt idx="2202">
                  <c:v>2204</c:v>
                </c:pt>
                <c:pt idx="2203">
                  <c:v>2205</c:v>
                </c:pt>
                <c:pt idx="2204">
                  <c:v>2206</c:v>
                </c:pt>
                <c:pt idx="2205">
                  <c:v>2207</c:v>
                </c:pt>
                <c:pt idx="2206">
                  <c:v>2208</c:v>
                </c:pt>
                <c:pt idx="2207">
                  <c:v>2209</c:v>
                </c:pt>
                <c:pt idx="2208">
                  <c:v>2210</c:v>
                </c:pt>
                <c:pt idx="2209">
                  <c:v>2211</c:v>
                </c:pt>
                <c:pt idx="2210">
                  <c:v>2212</c:v>
                </c:pt>
                <c:pt idx="2211">
                  <c:v>2213</c:v>
                </c:pt>
                <c:pt idx="2212">
                  <c:v>2214</c:v>
                </c:pt>
                <c:pt idx="2213">
                  <c:v>2215</c:v>
                </c:pt>
                <c:pt idx="2214">
                  <c:v>2216</c:v>
                </c:pt>
                <c:pt idx="2215">
                  <c:v>2217</c:v>
                </c:pt>
                <c:pt idx="2216">
                  <c:v>2218</c:v>
                </c:pt>
                <c:pt idx="2217">
                  <c:v>2219</c:v>
                </c:pt>
                <c:pt idx="2218">
                  <c:v>2220</c:v>
                </c:pt>
                <c:pt idx="2219">
                  <c:v>2221</c:v>
                </c:pt>
                <c:pt idx="2220">
                  <c:v>2222</c:v>
                </c:pt>
                <c:pt idx="2221">
                  <c:v>2223</c:v>
                </c:pt>
                <c:pt idx="2222">
                  <c:v>2224</c:v>
                </c:pt>
                <c:pt idx="2223">
                  <c:v>2225</c:v>
                </c:pt>
                <c:pt idx="2224">
                  <c:v>2226</c:v>
                </c:pt>
                <c:pt idx="2225">
                  <c:v>2227</c:v>
                </c:pt>
                <c:pt idx="2226">
                  <c:v>2228</c:v>
                </c:pt>
                <c:pt idx="2227">
                  <c:v>2229</c:v>
                </c:pt>
                <c:pt idx="2228">
                  <c:v>2230</c:v>
                </c:pt>
                <c:pt idx="2229">
                  <c:v>2231</c:v>
                </c:pt>
                <c:pt idx="2230">
                  <c:v>2232</c:v>
                </c:pt>
                <c:pt idx="2231">
                  <c:v>2233</c:v>
                </c:pt>
                <c:pt idx="2232">
                  <c:v>2234</c:v>
                </c:pt>
                <c:pt idx="2233">
                  <c:v>2235</c:v>
                </c:pt>
                <c:pt idx="2234">
                  <c:v>2236</c:v>
                </c:pt>
                <c:pt idx="2235">
                  <c:v>2237</c:v>
                </c:pt>
                <c:pt idx="2236">
                  <c:v>2238</c:v>
                </c:pt>
                <c:pt idx="2237">
                  <c:v>2239</c:v>
                </c:pt>
                <c:pt idx="2238">
                  <c:v>2240</c:v>
                </c:pt>
                <c:pt idx="2239">
                  <c:v>2241</c:v>
                </c:pt>
                <c:pt idx="2240">
                  <c:v>2242</c:v>
                </c:pt>
                <c:pt idx="2241">
                  <c:v>2243</c:v>
                </c:pt>
                <c:pt idx="2242">
                  <c:v>2244</c:v>
                </c:pt>
                <c:pt idx="2243">
                  <c:v>2245</c:v>
                </c:pt>
                <c:pt idx="2244">
                  <c:v>2246</c:v>
                </c:pt>
                <c:pt idx="2245">
                  <c:v>2247</c:v>
                </c:pt>
                <c:pt idx="2246">
                  <c:v>2248</c:v>
                </c:pt>
                <c:pt idx="2247">
                  <c:v>2249</c:v>
                </c:pt>
                <c:pt idx="2248">
                  <c:v>2250</c:v>
                </c:pt>
                <c:pt idx="2249">
                  <c:v>2251</c:v>
                </c:pt>
                <c:pt idx="2250">
                  <c:v>2252</c:v>
                </c:pt>
                <c:pt idx="2251">
                  <c:v>2253</c:v>
                </c:pt>
                <c:pt idx="2252">
                  <c:v>2254</c:v>
                </c:pt>
                <c:pt idx="2253">
                  <c:v>2255</c:v>
                </c:pt>
                <c:pt idx="2254">
                  <c:v>2256</c:v>
                </c:pt>
                <c:pt idx="2255">
                  <c:v>2257</c:v>
                </c:pt>
                <c:pt idx="2256">
                  <c:v>2258</c:v>
                </c:pt>
                <c:pt idx="2257">
                  <c:v>2259</c:v>
                </c:pt>
                <c:pt idx="2258">
                  <c:v>2260</c:v>
                </c:pt>
                <c:pt idx="2259">
                  <c:v>2261</c:v>
                </c:pt>
                <c:pt idx="2260">
                  <c:v>2262</c:v>
                </c:pt>
                <c:pt idx="2261">
                  <c:v>2263</c:v>
                </c:pt>
                <c:pt idx="2262">
                  <c:v>2264</c:v>
                </c:pt>
                <c:pt idx="2263">
                  <c:v>2265</c:v>
                </c:pt>
                <c:pt idx="2264">
                  <c:v>2266</c:v>
                </c:pt>
                <c:pt idx="2265">
                  <c:v>2267</c:v>
                </c:pt>
                <c:pt idx="2266">
                  <c:v>2268</c:v>
                </c:pt>
                <c:pt idx="2267">
                  <c:v>2269</c:v>
                </c:pt>
                <c:pt idx="2268">
                  <c:v>2270</c:v>
                </c:pt>
                <c:pt idx="2269">
                  <c:v>2271</c:v>
                </c:pt>
                <c:pt idx="2270">
                  <c:v>2272</c:v>
                </c:pt>
                <c:pt idx="2271">
                  <c:v>2273</c:v>
                </c:pt>
                <c:pt idx="2272">
                  <c:v>2274</c:v>
                </c:pt>
                <c:pt idx="2273">
                  <c:v>2275</c:v>
                </c:pt>
                <c:pt idx="2274">
                  <c:v>2276</c:v>
                </c:pt>
                <c:pt idx="2275">
                  <c:v>2277</c:v>
                </c:pt>
                <c:pt idx="2276">
                  <c:v>2278</c:v>
                </c:pt>
                <c:pt idx="2277">
                  <c:v>2279</c:v>
                </c:pt>
                <c:pt idx="2278">
                  <c:v>2280</c:v>
                </c:pt>
                <c:pt idx="2279">
                  <c:v>2281</c:v>
                </c:pt>
                <c:pt idx="2280">
                  <c:v>2282</c:v>
                </c:pt>
                <c:pt idx="2281">
                  <c:v>2283</c:v>
                </c:pt>
                <c:pt idx="2282">
                  <c:v>2284</c:v>
                </c:pt>
                <c:pt idx="2283">
                  <c:v>2285</c:v>
                </c:pt>
                <c:pt idx="2284">
                  <c:v>2286</c:v>
                </c:pt>
                <c:pt idx="2285">
                  <c:v>2287</c:v>
                </c:pt>
                <c:pt idx="2286">
                  <c:v>2288</c:v>
                </c:pt>
                <c:pt idx="2287">
                  <c:v>2289</c:v>
                </c:pt>
                <c:pt idx="2288">
                  <c:v>2290</c:v>
                </c:pt>
                <c:pt idx="2289">
                  <c:v>2291</c:v>
                </c:pt>
                <c:pt idx="2290">
                  <c:v>2292</c:v>
                </c:pt>
                <c:pt idx="2291">
                  <c:v>2293</c:v>
                </c:pt>
                <c:pt idx="2292">
                  <c:v>2294</c:v>
                </c:pt>
                <c:pt idx="2293">
                  <c:v>2295</c:v>
                </c:pt>
                <c:pt idx="2294">
                  <c:v>2296</c:v>
                </c:pt>
                <c:pt idx="2295">
                  <c:v>2297</c:v>
                </c:pt>
                <c:pt idx="2296">
                  <c:v>2298</c:v>
                </c:pt>
                <c:pt idx="2297">
                  <c:v>2299</c:v>
                </c:pt>
                <c:pt idx="2298">
                  <c:v>2300</c:v>
                </c:pt>
                <c:pt idx="2299">
                  <c:v>2301</c:v>
                </c:pt>
                <c:pt idx="2300">
                  <c:v>2302</c:v>
                </c:pt>
                <c:pt idx="2301">
                  <c:v>2303</c:v>
                </c:pt>
                <c:pt idx="2302">
                  <c:v>2304</c:v>
                </c:pt>
                <c:pt idx="2303">
                  <c:v>2305</c:v>
                </c:pt>
                <c:pt idx="2304">
                  <c:v>2306</c:v>
                </c:pt>
                <c:pt idx="2305">
                  <c:v>2307</c:v>
                </c:pt>
                <c:pt idx="2306">
                  <c:v>2308</c:v>
                </c:pt>
                <c:pt idx="2307">
                  <c:v>2309</c:v>
                </c:pt>
                <c:pt idx="2308">
                  <c:v>2310</c:v>
                </c:pt>
                <c:pt idx="2309">
                  <c:v>2311</c:v>
                </c:pt>
                <c:pt idx="2310">
                  <c:v>2312</c:v>
                </c:pt>
                <c:pt idx="2311">
                  <c:v>2313</c:v>
                </c:pt>
                <c:pt idx="2312">
                  <c:v>2314</c:v>
                </c:pt>
                <c:pt idx="2313">
                  <c:v>2315</c:v>
                </c:pt>
                <c:pt idx="2314">
                  <c:v>2316</c:v>
                </c:pt>
                <c:pt idx="2315">
                  <c:v>2317</c:v>
                </c:pt>
                <c:pt idx="2316">
                  <c:v>2318</c:v>
                </c:pt>
                <c:pt idx="2317">
                  <c:v>2319</c:v>
                </c:pt>
                <c:pt idx="2318">
                  <c:v>2320</c:v>
                </c:pt>
                <c:pt idx="2319">
                  <c:v>2321</c:v>
                </c:pt>
                <c:pt idx="2320">
                  <c:v>2322</c:v>
                </c:pt>
                <c:pt idx="2321">
                  <c:v>2323</c:v>
                </c:pt>
                <c:pt idx="2322">
                  <c:v>2324</c:v>
                </c:pt>
                <c:pt idx="2323">
                  <c:v>2325</c:v>
                </c:pt>
                <c:pt idx="2324">
                  <c:v>2326</c:v>
                </c:pt>
                <c:pt idx="2325">
                  <c:v>2327</c:v>
                </c:pt>
                <c:pt idx="2326">
                  <c:v>2328</c:v>
                </c:pt>
                <c:pt idx="2327">
                  <c:v>2329</c:v>
                </c:pt>
                <c:pt idx="2328">
                  <c:v>2330</c:v>
                </c:pt>
                <c:pt idx="2329">
                  <c:v>2331</c:v>
                </c:pt>
                <c:pt idx="2330">
                  <c:v>2332</c:v>
                </c:pt>
                <c:pt idx="2331">
                  <c:v>2333</c:v>
                </c:pt>
                <c:pt idx="2332">
                  <c:v>2334</c:v>
                </c:pt>
                <c:pt idx="2333">
                  <c:v>2335</c:v>
                </c:pt>
                <c:pt idx="2334">
                  <c:v>2336</c:v>
                </c:pt>
                <c:pt idx="2335">
                  <c:v>2337</c:v>
                </c:pt>
                <c:pt idx="2336">
                  <c:v>2338</c:v>
                </c:pt>
                <c:pt idx="2337">
                  <c:v>2339</c:v>
                </c:pt>
                <c:pt idx="2338">
                  <c:v>2340</c:v>
                </c:pt>
                <c:pt idx="2339">
                  <c:v>2341</c:v>
                </c:pt>
                <c:pt idx="2340">
                  <c:v>2342</c:v>
                </c:pt>
                <c:pt idx="2341">
                  <c:v>2343</c:v>
                </c:pt>
                <c:pt idx="2342">
                  <c:v>2344</c:v>
                </c:pt>
                <c:pt idx="2343">
                  <c:v>2345</c:v>
                </c:pt>
                <c:pt idx="2344">
                  <c:v>2346</c:v>
                </c:pt>
                <c:pt idx="2345">
                  <c:v>2347</c:v>
                </c:pt>
                <c:pt idx="2346">
                  <c:v>2348</c:v>
                </c:pt>
                <c:pt idx="2347">
                  <c:v>2349</c:v>
                </c:pt>
                <c:pt idx="2348">
                  <c:v>2350</c:v>
                </c:pt>
                <c:pt idx="2349">
                  <c:v>2351</c:v>
                </c:pt>
                <c:pt idx="2350">
                  <c:v>2352</c:v>
                </c:pt>
                <c:pt idx="2351">
                  <c:v>2353</c:v>
                </c:pt>
                <c:pt idx="2352">
                  <c:v>2354</c:v>
                </c:pt>
                <c:pt idx="2353">
                  <c:v>2355</c:v>
                </c:pt>
                <c:pt idx="2354">
                  <c:v>2356</c:v>
                </c:pt>
                <c:pt idx="2355">
                  <c:v>2357</c:v>
                </c:pt>
                <c:pt idx="2356">
                  <c:v>2358</c:v>
                </c:pt>
                <c:pt idx="2357">
                  <c:v>2359</c:v>
                </c:pt>
                <c:pt idx="2358">
                  <c:v>2360</c:v>
                </c:pt>
                <c:pt idx="2359">
                  <c:v>2361</c:v>
                </c:pt>
                <c:pt idx="2360">
                  <c:v>2362</c:v>
                </c:pt>
                <c:pt idx="2361">
                  <c:v>2363</c:v>
                </c:pt>
                <c:pt idx="2362">
                  <c:v>2364</c:v>
                </c:pt>
                <c:pt idx="2363">
                  <c:v>2365</c:v>
                </c:pt>
                <c:pt idx="2364">
                  <c:v>2366</c:v>
                </c:pt>
                <c:pt idx="2365">
                  <c:v>2367</c:v>
                </c:pt>
                <c:pt idx="2366">
                  <c:v>2368</c:v>
                </c:pt>
                <c:pt idx="2367">
                  <c:v>2369</c:v>
                </c:pt>
                <c:pt idx="2368">
                  <c:v>2370</c:v>
                </c:pt>
                <c:pt idx="2369">
                  <c:v>2371</c:v>
                </c:pt>
                <c:pt idx="2370">
                  <c:v>2372</c:v>
                </c:pt>
                <c:pt idx="2371">
                  <c:v>2373</c:v>
                </c:pt>
                <c:pt idx="2372">
                  <c:v>2374</c:v>
                </c:pt>
                <c:pt idx="2373">
                  <c:v>2375</c:v>
                </c:pt>
                <c:pt idx="2374">
                  <c:v>2376</c:v>
                </c:pt>
                <c:pt idx="2375">
                  <c:v>2377</c:v>
                </c:pt>
                <c:pt idx="2376">
                  <c:v>2378</c:v>
                </c:pt>
                <c:pt idx="2377">
                  <c:v>2379</c:v>
                </c:pt>
                <c:pt idx="2378">
                  <c:v>2380</c:v>
                </c:pt>
                <c:pt idx="2379">
                  <c:v>2381</c:v>
                </c:pt>
                <c:pt idx="2380">
                  <c:v>2382</c:v>
                </c:pt>
                <c:pt idx="2381">
                  <c:v>2383</c:v>
                </c:pt>
                <c:pt idx="2382">
                  <c:v>2384</c:v>
                </c:pt>
                <c:pt idx="2383">
                  <c:v>2385</c:v>
                </c:pt>
                <c:pt idx="2384">
                  <c:v>2386</c:v>
                </c:pt>
                <c:pt idx="2385">
                  <c:v>2387</c:v>
                </c:pt>
                <c:pt idx="2386">
                  <c:v>2388</c:v>
                </c:pt>
                <c:pt idx="2387">
                  <c:v>2389</c:v>
                </c:pt>
                <c:pt idx="2388">
                  <c:v>2390</c:v>
                </c:pt>
                <c:pt idx="2389">
                  <c:v>2391</c:v>
                </c:pt>
                <c:pt idx="2390">
                  <c:v>2392</c:v>
                </c:pt>
                <c:pt idx="2391">
                  <c:v>2393</c:v>
                </c:pt>
                <c:pt idx="2392">
                  <c:v>2394</c:v>
                </c:pt>
                <c:pt idx="2393">
                  <c:v>2395</c:v>
                </c:pt>
                <c:pt idx="2394">
                  <c:v>2396</c:v>
                </c:pt>
                <c:pt idx="2395">
                  <c:v>2397</c:v>
                </c:pt>
                <c:pt idx="2396">
                  <c:v>2398</c:v>
                </c:pt>
                <c:pt idx="2397">
                  <c:v>2399</c:v>
                </c:pt>
                <c:pt idx="2398">
                  <c:v>2400</c:v>
                </c:pt>
                <c:pt idx="2399">
                  <c:v>2401</c:v>
                </c:pt>
                <c:pt idx="2400">
                  <c:v>2402</c:v>
                </c:pt>
                <c:pt idx="2401">
                  <c:v>2403</c:v>
                </c:pt>
                <c:pt idx="2402">
                  <c:v>2404</c:v>
                </c:pt>
                <c:pt idx="2403">
                  <c:v>2405</c:v>
                </c:pt>
                <c:pt idx="2404">
                  <c:v>2406</c:v>
                </c:pt>
                <c:pt idx="2405">
                  <c:v>2407</c:v>
                </c:pt>
                <c:pt idx="2406">
                  <c:v>2408</c:v>
                </c:pt>
                <c:pt idx="2407">
                  <c:v>2409</c:v>
                </c:pt>
                <c:pt idx="2408">
                  <c:v>2410</c:v>
                </c:pt>
                <c:pt idx="2409">
                  <c:v>2411</c:v>
                </c:pt>
                <c:pt idx="2410">
                  <c:v>2412</c:v>
                </c:pt>
                <c:pt idx="2411">
                  <c:v>2413</c:v>
                </c:pt>
                <c:pt idx="2412">
                  <c:v>2414</c:v>
                </c:pt>
                <c:pt idx="2413">
                  <c:v>2415</c:v>
                </c:pt>
                <c:pt idx="2414">
                  <c:v>2416</c:v>
                </c:pt>
                <c:pt idx="2415">
                  <c:v>2417</c:v>
                </c:pt>
                <c:pt idx="2416">
                  <c:v>2418</c:v>
                </c:pt>
                <c:pt idx="2417">
                  <c:v>2419</c:v>
                </c:pt>
                <c:pt idx="2418">
                  <c:v>2420</c:v>
                </c:pt>
                <c:pt idx="2419">
                  <c:v>2421</c:v>
                </c:pt>
                <c:pt idx="2420">
                  <c:v>2422</c:v>
                </c:pt>
                <c:pt idx="2421">
                  <c:v>2423</c:v>
                </c:pt>
                <c:pt idx="2422">
                  <c:v>2424</c:v>
                </c:pt>
                <c:pt idx="2423">
                  <c:v>2425</c:v>
                </c:pt>
                <c:pt idx="2424">
                  <c:v>2426</c:v>
                </c:pt>
                <c:pt idx="2425">
                  <c:v>2427</c:v>
                </c:pt>
                <c:pt idx="2426">
                  <c:v>2428</c:v>
                </c:pt>
                <c:pt idx="2427">
                  <c:v>2429</c:v>
                </c:pt>
                <c:pt idx="2428">
                  <c:v>2430</c:v>
                </c:pt>
                <c:pt idx="2429">
                  <c:v>2431</c:v>
                </c:pt>
                <c:pt idx="2430">
                  <c:v>2432</c:v>
                </c:pt>
                <c:pt idx="2431">
                  <c:v>2433</c:v>
                </c:pt>
                <c:pt idx="2432">
                  <c:v>2434</c:v>
                </c:pt>
                <c:pt idx="2433">
                  <c:v>2435</c:v>
                </c:pt>
                <c:pt idx="2434">
                  <c:v>2436</c:v>
                </c:pt>
                <c:pt idx="2435">
                  <c:v>2437</c:v>
                </c:pt>
                <c:pt idx="2436">
                  <c:v>2438</c:v>
                </c:pt>
                <c:pt idx="2437">
                  <c:v>2439</c:v>
                </c:pt>
                <c:pt idx="2438">
                  <c:v>2440</c:v>
                </c:pt>
                <c:pt idx="2439">
                  <c:v>2441</c:v>
                </c:pt>
                <c:pt idx="2440">
                  <c:v>2442</c:v>
                </c:pt>
                <c:pt idx="2441">
                  <c:v>2443</c:v>
                </c:pt>
                <c:pt idx="2442">
                  <c:v>2444</c:v>
                </c:pt>
                <c:pt idx="2443">
                  <c:v>2445</c:v>
                </c:pt>
                <c:pt idx="2444">
                  <c:v>2446</c:v>
                </c:pt>
                <c:pt idx="2445">
                  <c:v>2447</c:v>
                </c:pt>
                <c:pt idx="2446">
                  <c:v>2448</c:v>
                </c:pt>
                <c:pt idx="2447">
                  <c:v>2449</c:v>
                </c:pt>
                <c:pt idx="2448">
                  <c:v>2450</c:v>
                </c:pt>
                <c:pt idx="2449">
                  <c:v>2451</c:v>
                </c:pt>
                <c:pt idx="2450">
                  <c:v>2452</c:v>
                </c:pt>
                <c:pt idx="2451">
                  <c:v>2453</c:v>
                </c:pt>
                <c:pt idx="2452">
                  <c:v>2454</c:v>
                </c:pt>
                <c:pt idx="2453">
                  <c:v>2455</c:v>
                </c:pt>
                <c:pt idx="2454">
                  <c:v>2456</c:v>
                </c:pt>
                <c:pt idx="2455">
                  <c:v>2457</c:v>
                </c:pt>
                <c:pt idx="2456">
                  <c:v>2458</c:v>
                </c:pt>
                <c:pt idx="2457">
                  <c:v>2459</c:v>
                </c:pt>
                <c:pt idx="2458">
                  <c:v>2460</c:v>
                </c:pt>
                <c:pt idx="2459">
                  <c:v>2461</c:v>
                </c:pt>
                <c:pt idx="2460">
                  <c:v>2462</c:v>
                </c:pt>
                <c:pt idx="2461">
                  <c:v>2463</c:v>
                </c:pt>
                <c:pt idx="2462">
                  <c:v>2464</c:v>
                </c:pt>
                <c:pt idx="2463">
                  <c:v>2465</c:v>
                </c:pt>
                <c:pt idx="2464">
                  <c:v>2466</c:v>
                </c:pt>
                <c:pt idx="2465">
                  <c:v>2467</c:v>
                </c:pt>
                <c:pt idx="2466">
                  <c:v>2468</c:v>
                </c:pt>
                <c:pt idx="2467">
                  <c:v>2469</c:v>
                </c:pt>
                <c:pt idx="2468">
                  <c:v>2470</c:v>
                </c:pt>
                <c:pt idx="2469">
                  <c:v>2471</c:v>
                </c:pt>
                <c:pt idx="2470">
                  <c:v>2472</c:v>
                </c:pt>
                <c:pt idx="2471">
                  <c:v>2473</c:v>
                </c:pt>
                <c:pt idx="2472">
                  <c:v>2474</c:v>
                </c:pt>
                <c:pt idx="2473">
                  <c:v>2475</c:v>
                </c:pt>
                <c:pt idx="2474">
                  <c:v>2476</c:v>
                </c:pt>
                <c:pt idx="2475">
                  <c:v>2477</c:v>
                </c:pt>
                <c:pt idx="2476">
                  <c:v>2478</c:v>
                </c:pt>
                <c:pt idx="2477">
                  <c:v>2479</c:v>
                </c:pt>
                <c:pt idx="2478">
                  <c:v>2480</c:v>
                </c:pt>
                <c:pt idx="2479">
                  <c:v>2481</c:v>
                </c:pt>
                <c:pt idx="2480">
                  <c:v>2482</c:v>
                </c:pt>
                <c:pt idx="2481">
                  <c:v>2483</c:v>
                </c:pt>
                <c:pt idx="2482">
                  <c:v>2484</c:v>
                </c:pt>
                <c:pt idx="2483">
                  <c:v>2485</c:v>
                </c:pt>
                <c:pt idx="2484">
                  <c:v>2486</c:v>
                </c:pt>
                <c:pt idx="2485">
                  <c:v>2487</c:v>
                </c:pt>
                <c:pt idx="2486">
                  <c:v>2488</c:v>
                </c:pt>
                <c:pt idx="2487">
                  <c:v>2489</c:v>
                </c:pt>
                <c:pt idx="2488">
                  <c:v>2490</c:v>
                </c:pt>
                <c:pt idx="2489">
                  <c:v>2491</c:v>
                </c:pt>
                <c:pt idx="2490">
                  <c:v>2492</c:v>
                </c:pt>
                <c:pt idx="2491">
                  <c:v>2493</c:v>
                </c:pt>
                <c:pt idx="2492">
                  <c:v>2494</c:v>
                </c:pt>
                <c:pt idx="2493">
                  <c:v>2495</c:v>
                </c:pt>
                <c:pt idx="2494">
                  <c:v>2496</c:v>
                </c:pt>
                <c:pt idx="2495">
                  <c:v>2497</c:v>
                </c:pt>
                <c:pt idx="2496">
                  <c:v>2498</c:v>
                </c:pt>
                <c:pt idx="2497">
                  <c:v>2499</c:v>
                </c:pt>
                <c:pt idx="2498">
                  <c:v>2500</c:v>
                </c:pt>
                <c:pt idx="2499">
                  <c:v>2501</c:v>
                </c:pt>
                <c:pt idx="2500">
                  <c:v>2502</c:v>
                </c:pt>
                <c:pt idx="2501">
                  <c:v>2503</c:v>
                </c:pt>
                <c:pt idx="2502">
                  <c:v>2504</c:v>
                </c:pt>
                <c:pt idx="2503">
                  <c:v>2505</c:v>
                </c:pt>
                <c:pt idx="2504">
                  <c:v>2506</c:v>
                </c:pt>
                <c:pt idx="2505">
                  <c:v>2507</c:v>
                </c:pt>
                <c:pt idx="2506">
                  <c:v>2508</c:v>
                </c:pt>
                <c:pt idx="2507">
                  <c:v>2509</c:v>
                </c:pt>
                <c:pt idx="2508">
                  <c:v>2510</c:v>
                </c:pt>
                <c:pt idx="2509">
                  <c:v>2511</c:v>
                </c:pt>
                <c:pt idx="2510">
                  <c:v>2512</c:v>
                </c:pt>
                <c:pt idx="2511">
                  <c:v>2513</c:v>
                </c:pt>
                <c:pt idx="2512">
                  <c:v>2514</c:v>
                </c:pt>
                <c:pt idx="2513">
                  <c:v>2515</c:v>
                </c:pt>
                <c:pt idx="2514">
                  <c:v>2516</c:v>
                </c:pt>
                <c:pt idx="2515">
                  <c:v>2517</c:v>
                </c:pt>
                <c:pt idx="2516">
                  <c:v>2518</c:v>
                </c:pt>
                <c:pt idx="2517">
                  <c:v>2519</c:v>
                </c:pt>
                <c:pt idx="2518">
                  <c:v>2520</c:v>
                </c:pt>
                <c:pt idx="2519">
                  <c:v>2521</c:v>
                </c:pt>
                <c:pt idx="2520">
                  <c:v>2522</c:v>
                </c:pt>
                <c:pt idx="2521">
                  <c:v>2523</c:v>
                </c:pt>
                <c:pt idx="2522">
                  <c:v>2524</c:v>
                </c:pt>
                <c:pt idx="2523">
                  <c:v>2525</c:v>
                </c:pt>
                <c:pt idx="2524">
                  <c:v>2526</c:v>
                </c:pt>
                <c:pt idx="2525">
                  <c:v>2527</c:v>
                </c:pt>
                <c:pt idx="2526">
                  <c:v>2528</c:v>
                </c:pt>
                <c:pt idx="2527">
                  <c:v>2529</c:v>
                </c:pt>
                <c:pt idx="2528">
                  <c:v>2530</c:v>
                </c:pt>
                <c:pt idx="2529">
                  <c:v>2531</c:v>
                </c:pt>
                <c:pt idx="2530">
                  <c:v>2532</c:v>
                </c:pt>
                <c:pt idx="2531">
                  <c:v>2533</c:v>
                </c:pt>
                <c:pt idx="2532">
                  <c:v>2534</c:v>
                </c:pt>
                <c:pt idx="2533">
                  <c:v>2535</c:v>
                </c:pt>
                <c:pt idx="2534">
                  <c:v>2536</c:v>
                </c:pt>
                <c:pt idx="2535">
                  <c:v>2537</c:v>
                </c:pt>
                <c:pt idx="2536">
                  <c:v>2538</c:v>
                </c:pt>
                <c:pt idx="2537">
                  <c:v>2539</c:v>
                </c:pt>
                <c:pt idx="2538">
                  <c:v>2540</c:v>
                </c:pt>
                <c:pt idx="2539">
                  <c:v>2541</c:v>
                </c:pt>
                <c:pt idx="2540">
                  <c:v>2542</c:v>
                </c:pt>
                <c:pt idx="2541">
                  <c:v>2543</c:v>
                </c:pt>
                <c:pt idx="2542">
                  <c:v>2544</c:v>
                </c:pt>
                <c:pt idx="2543">
                  <c:v>2545</c:v>
                </c:pt>
                <c:pt idx="2544">
                  <c:v>2546</c:v>
                </c:pt>
                <c:pt idx="2545">
                  <c:v>2547</c:v>
                </c:pt>
                <c:pt idx="2546">
                  <c:v>2548</c:v>
                </c:pt>
                <c:pt idx="2547">
                  <c:v>2549</c:v>
                </c:pt>
                <c:pt idx="2548">
                  <c:v>2550</c:v>
                </c:pt>
                <c:pt idx="2549">
                  <c:v>2551</c:v>
                </c:pt>
                <c:pt idx="2550">
                  <c:v>2552</c:v>
                </c:pt>
                <c:pt idx="2551">
                  <c:v>2553</c:v>
                </c:pt>
                <c:pt idx="2552">
                  <c:v>2554</c:v>
                </c:pt>
                <c:pt idx="2553">
                  <c:v>2555</c:v>
                </c:pt>
                <c:pt idx="2554">
                  <c:v>2556</c:v>
                </c:pt>
                <c:pt idx="2555">
                  <c:v>2557</c:v>
                </c:pt>
                <c:pt idx="2556">
                  <c:v>2558</c:v>
                </c:pt>
                <c:pt idx="2557">
                  <c:v>2559</c:v>
                </c:pt>
                <c:pt idx="2558">
                  <c:v>2560</c:v>
                </c:pt>
                <c:pt idx="2559">
                  <c:v>2561</c:v>
                </c:pt>
                <c:pt idx="2560">
                  <c:v>2562</c:v>
                </c:pt>
                <c:pt idx="2561">
                  <c:v>2563</c:v>
                </c:pt>
                <c:pt idx="2562">
                  <c:v>2564</c:v>
                </c:pt>
                <c:pt idx="2563">
                  <c:v>2565</c:v>
                </c:pt>
                <c:pt idx="2564">
                  <c:v>2566</c:v>
                </c:pt>
                <c:pt idx="2565">
                  <c:v>2567</c:v>
                </c:pt>
                <c:pt idx="2566">
                  <c:v>2568</c:v>
                </c:pt>
                <c:pt idx="2567">
                  <c:v>2569</c:v>
                </c:pt>
                <c:pt idx="2568">
                  <c:v>2570</c:v>
                </c:pt>
                <c:pt idx="2569">
                  <c:v>2571</c:v>
                </c:pt>
                <c:pt idx="2570">
                  <c:v>2572</c:v>
                </c:pt>
                <c:pt idx="2571">
                  <c:v>2573</c:v>
                </c:pt>
                <c:pt idx="2572">
                  <c:v>2574</c:v>
                </c:pt>
                <c:pt idx="2573">
                  <c:v>2575</c:v>
                </c:pt>
                <c:pt idx="2574">
                  <c:v>2576</c:v>
                </c:pt>
                <c:pt idx="2575">
                  <c:v>2577</c:v>
                </c:pt>
                <c:pt idx="2576">
                  <c:v>2578</c:v>
                </c:pt>
                <c:pt idx="2577">
                  <c:v>2579</c:v>
                </c:pt>
                <c:pt idx="2578">
                  <c:v>2580</c:v>
                </c:pt>
                <c:pt idx="2579">
                  <c:v>2581</c:v>
                </c:pt>
                <c:pt idx="2580">
                  <c:v>2582</c:v>
                </c:pt>
                <c:pt idx="2581">
                  <c:v>2583</c:v>
                </c:pt>
                <c:pt idx="2582">
                  <c:v>2584</c:v>
                </c:pt>
                <c:pt idx="2583">
                  <c:v>2585</c:v>
                </c:pt>
                <c:pt idx="2584">
                  <c:v>2586</c:v>
                </c:pt>
                <c:pt idx="2585">
                  <c:v>2587</c:v>
                </c:pt>
                <c:pt idx="2586">
                  <c:v>2588</c:v>
                </c:pt>
                <c:pt idx="2587">
                  <c:v>2589</c:v>
                </c:pt>
                <c:pt idx="2588">
                  <c:v>2590</c:v>
                </c:pt>
                <c:pt idx="2589">
                  <c:v>2591</c:v>
                </c:pt>
                <c:pt idx="2590">
                  <c:v>2592</c:v>
                </c:pt>
                <c:pt idx="2591">
                  <c:v>2593</c:v>
                </c:pt>
                <c:pt idx="2592">
                  <c:v>2594</c:v>
                </c:pt>
                <c:pt idx="2593">
                  <c:v>2595</c:v>
                </c:pt>
                <c:pt idx="2594">
                  <c:v>2596</c:v>
                </c:pt>
                <c:pt idx="2595">
                  <c:v>2597</c:v>
                </c:pt>
                <c:pt idx="2596">
                  <c:v>2598</c:v>
                </c:pt>
                <c:pt idx="2597">
                  <c:v>2599</c:v>
                </c:pt>
                <c:pt idx="2598">
                  <c:v>2600</c:v>
                </c:pt>
                <c:pt idx="2599">
                  <c:v>2601</c:v>
                </c:pt>
                <c:pt idx="2600">
                  <c:v>2602</c:v>
                </c:pt>
                <c:pt idx="2601">
                  <c:v>2603</c:v>
                </c:pt>
                <c:pt idx="2602">
                  <c:v>2604</c:v>
                </c:pt>
                <c:pt idx="2603">
                  <c:v>2605</c:v>
                </c:pt>
                <c:pt idx="2604">
                  <c:v>2606</c:v>
                </c:pt>
                <c:pt idx="2605">
                  <c:v>2607</c:v>
                </c:pt>
                <c:pt idx="2606">
                  <c:v>2608</c:v>
                </c:pt>
                <c:pt idx="2607">
                  <c:v>2609</c:v>
                </c:pt>
                <c:pt idx="2608">
                  <c:v>2610</c:v>
                </c:pt>
                <c:pt idx="2609">
                  <c:v>2611</c:v>
                </c:pt>
                <c:pt idx="2610">
                  <c:v>2612</c:v>
                </c:pt>
                <c:pt idx="2611">
                  <c:v>2613</c:v>
                </c:pt>
                <c:pt idx="2612">
                  <c:v>2614</c:v>
                </c:pt>
                <c:pt idx="2613">
                  <c:v>2615</c:v>
                </c:pt>
                <c:pt idx="2614">
                  <c:v>2616</c:v>
                </c:pt>
                <c:pt idx="2615">
                  <c:v>2617</c:v>
                </c:pt>
                <c:pt idx="2616">
                  <c:v>2618</c:v>
                </c:pt>
                <c:pt idx="2617">
                  <c:v>2619</c:v>
                </c:pt>
                <c:pt idx="2618">
                  <c:v>2620</c:v>
                </c:pt>
                <c:pt idx="2619">
                  <c:v>2621</c:v>
                </c:pt>
                <c:pt idx="2620">
                  <c:v>2622</c:v>
                </c:pt>
                <c:pt idx="2621">
                  <c:v>2623</c:v>
                </c:pt>
                <c:pt idx="2622">
                  <c:v>2624</c:v>
                </c:pt>
                <c:pt idx="2623">
                  <c:v>2625</c:v>
                </c:pt>
                <c:pt idx="2624">
                  <c:v>2626</c:v>
                </c:pt>
                <c:pt idx="2625">
                  <c:v>2627</c:v>
                </c:pt>
                <c:pt idx="2626">
                  <c:v>2628</c:v>
                </c:pt>
                <c:pt idx="2627">
                  <c:v>2629</c:v>
                </c:pt>
                <c:pt idx="2628">
                  <c:v>2630</c:v>
                </c:pt>
                <c:pt idx="2629">
                  <c:v>2631</c:v>
                </c:pt>
                <c:pt idx="2630">
                  <c:v>2632</c:v>
                </c:pt>
                <c:pt idx="2631">
                  <c:v>2633</c:v>
                </c:pt>
                <c:pt idx="2632">
                  <c:v>2634</c:v>
                </c:pt>
                <c:pt idx="2633">
                  <c:v>2635</c:v>
                </c:pt>
                <c:pt idx="2634">
                  <c:v>2636</c:v>
                </c:pt>
                <c:pt idx="2635">
                  <c:v>2637</c:v>
                </c:pt>
                <c:pt idx="2636">
                  <c:v>2638</c:v>
                </c:pt>
                <c:pt idx="2637">
                  <c:v>2639</c:v>
                </c:pt>
                <c:pt idx="2638">
                  <c:v>2640</c:v>
                </c:pt>
                <c:pt idx="2639">
                  <c:v>2641</c:v>
                </c:pt>
                <c:pt idx="2640">
                  <c:v>2642</c:v>
                </c:pt>
                <c:pt idx="2641">
                  <c:v>2643</c:v>
                </c:pt>
                <c:pt idx="2642">
                  <c:v>2644</c:v>
                </c:pt>
                <c:pt idx="2643">
                  <c:v>2645</c:v>
                </c:pt>
                <c:pt idx="2644">
                  <c:v>2646</c:v>
                </c:pt>
                <c:pt idx="2645">
                  <c:v>2647</c:v>
                </c:pt>
                <c:pt idx="2646">
                  <c:v>2648</c:v>
                </c:pt>
                <c:pt idx="2647">
                  <c:v>2649</c:v>
                </c:pt>
                <c:pt idx="2648">
                  <c:v>2650</c:v>
                </c:pt>
                <c:pt idx="2649">
                  <c:v>2651</c:v>
                </c:pt>
                <c:pt idx="2650">
                  <c:v>2652</c:v>
                </c:pt>
                <c:pt idx="2651">
                  <c:v>2653</c:v>
                </c:pt>
                <c:pt idx="2652">
                  <c:v>2654</c:v>
                </c:pt>
                <c:pt idx="2653">
                  <c:v>2655</c:v>
                </c:pt>
                <c:pt idx="2654">
                  <c:v>2656</c:v>
                </c:pt>
                <c:pt idx="2655">
                  <c:v>2657</c:v>
                </c:pt>
                <c:pt idx="2656">
                  <c:v>2658</c:v>
                </c:pt>
                <c:pt idx="2657">
                  <c:v>2659</c:v>
                </c:pt>
                <c:pt idx="2658">
                  <c:v>2660</c:v>
                </c:pt>
                <c:pt idx="2659">
                  <c:v>2661</c:v>
                </c:pt>
                <c:pt idx="2660">
                  <c:v>2662</c:v>
                </c:pt>
                <c:pt idx="2661">
                  <c:v>2663</c:v>
                </c:pt>
                <c:pt idx="2662">
                  <c:v>2664</c:v>
                </c:pt>
                <c:pt idx="2663">
                  <c:v>2665</c:v>
                </c:pt>
                <c:pt idx="2664">
                  <c:v>2666</c:v>
                </c:pt>
                <c:pt idx="2665">
                  <c:v>2667</c:v>
                </c:pt>
                <c:pt idx="2666">
                  <c:v>2668</c:v>
                </c:pt>
                <c:pt idx="2667">
                  <c:v>2669</c:v>
                </c:pt>
                <c:pt idx="2668">
                  <c:v>2670</c:v>
                </c:pt>
                <c:pt idx="2669">
                  <c:v>2671</c:v>
                </c:pt>
                <c:pt idx="2670">
                  <c:v>2672</c:v>
                </c:pt>
                <c:pt idx="2671">
                  <c:v>2673</c:v>
                </c:pt>
                <c:pt idx="2672">
                  <c:v>2674</c:v>
                </c:pt>
                <c:pt idx="2673">
                  <c:v>2675</c:v>
                </c:pt>
                <c:pt idx="2674">
                  <c:v>2676</c:v>
                </c:pt>
                <c:pt idx="2675">
                  <c:v>2677</c:v>
                </c:pt>
                <c:pt idx="2676">
                  <c:v>2678</c:v>
                </c:pt>
                <c:pt idx="2677">
                  <c:v>2679</c:v>
                </c:pt>
                <c:pt idx="2678">
                  <c:v>2680</c:v>
                </c:pt>
                <c:pt idx="2679">
                  <c:v>2681</c:v>
                </c:pt>
                <c:pt idx="2680">
                  <c:v>2682</c:v>
                </c:pt>
                <c:pt idx="2681">
                  <c:v>2683</c:v>
                </c:pt>
                <c:pt idx="2682">
                  <c:v>2684</c:v>
                </c:pt>
                <c:pt idx="2683">
                  <c:v>2685</c:v>
                </c:pt>
                <c:pt idx="2684">
                  <c:v>2686</c:v>
                </c:pt>
                <c:pt idx="2685">
                  <c:v>2687</c:v>
                </c:pt>
                <c:pt idx="2686">
                  <c:v>2688</c:v>
                </c:pt>
                <c:pt idx="2687">
                  <c:v>2689</c:v>
                </c:pt>
                <c:pt idx="2688">
                  <c:v>2690</c:v>
                </c:pt>
                <c:pt idx="2689">
                  <c:v>2691</c:v>
                </c:pt>
                <c:pt idx="2690">
                  <c:v>2692</c:v>
                </c:pt>
                <c:pt idx="2691">
                  <c:v>2693</c:v>
                </c:pt>
                <c:pt idx="2692">
                  <c:v>2694</c:v>
                </c:pt>
                <c:pt idx="2693">
                  <c:v>2695</c:v>
                </c:pt>
                <c:pt idx="2694">
                  <c:v>2696</c:v>
                </c:pt>
                <c:pt idx="2695">
                  <c:v>2697</c:v>
                </c:pt>
                <c:pt idx="2696">
                  <c:v>2698</c:v>
                </c:pt>
                <c:pt idx="2697">
                  <c:v>2699</c:v>
                </c:pt>
                <c:pt idx="2698">
                  <c:v>2700</c:v>
                </c:pt>
                <c:pt idx="2699">
                  <c:v>2701</c:v>
                </c:pt>
                <c:pt idx="2700">
                  <c:v>2702</c:v>
                </c:pt>
                <c:pt idx="2701">
                  <c:v>2703</c:v>
                </c:pt>
                <c:pt idx="2702">
                  <c:v>2704</c:v>
                </c:pt>
                <c:pt idx="2703">
                  <c:v>2705</c:v>
                </c:pt>
                <c:pt idx="2704">
                  <c:v>2706</c:v>
                </c:pt>
                <c:pt idx="2705">
                  <c:v>2707</c:v>
                </c:pt>
                <c:pt idx="2706">
                  <c:v>2708</c:v>
                </c:pt>
                <c:pt idx="2707">
                  <c:v>2709</c:v>
                </c:pt>
                <c:pt idx="2708">
                  <c:v>2710</c:v>
                </c:pt>
                <c:pt idx="2709">
                  <c:v>2711</c:v>
                </c:pt>
                <c:pt idx="2710">
                  <c:v>2712</c:v>
                </c:pt>
                <c:pt idx="2711">
                  <c:v>2713</c:v>
                </c:pt>
                <c:pt idx="2712">
                  <c:v>2714</c:v>
                </c:pt>
                <c:pt idx="2713">
                  <c:v>2715</c:v>
                </c:pt>
                <c:pt idx="2714">
                  <c:v>2716</c:v>
                </c:pt>
                <c:pt idx="2715">
                  <c:v>2717</c:v>
                </c:pt>
                <c:pt idx="2716">
                  <c:v>2718</c:v>
                </c:pt>
                <c:pt idx="2717">
                  <c:v>2719</c:v>
                </c:pt>
                <c:pt idx="2718">
                  <c:v>2720</c:v>
                </c:pt>
                <c:pt idx="2719">
                  <c:v>2721</c:v>
                </c:pt>
                <c:pt idx="2720">
                  <c:v>2722</c:v>
                </c:pt>
                <c:pt idx="2721">
                  <c:v>2723</c:v>
                </c:pt>
                <c:pt idx="2722">
                  <c:v>2724</c:v>
                </c:pt>
                <c:pt idx="2723">
                  <c:v>2725</c:v>
                </c:pt>
                <c:pt idx="2724">
                  <c:v>2726</c:v>
                </c:pt>
                <c:pt idx="2725">
                  <c:v>2727</c:v>
                </c:pt>
                <c:pt idx="2726">
                  <c:v>2728</c:v>
                </c:pt>
                <c:pt idx="2727">
                  <c:v>2729</c:v>
                </c:pt>
                <c:pt idx="2728">
                  <c:v>2730</c:v>
                </c:pt>
                <c:pt idx="2729">
                  <c:v>2731</c:v>
                </c:pt>
                <c:pt idx="2730">
                  <c:v>2732</c:v>
                </c:pt>
                <c:pt idx="2731">
                  <c:v>2733</c:v>
                </c:pt>
                <c:pt idx="2732">
                  <c:v>2734</c:v>
                </c:pt>
                <c:pt idx="2733">
                  <c:v>2735</c:v>
                </c:pt>
                <c:pt idx="2734">
                  <c:v>2736</c:v>
                </c:pt>
                <c:pt idx="2735">
                  <c:v>2737</c:v>
                </c:pt>
                <c:pt idx="2736">
                  <c:v>2738</c:v>
                </c:pt>
                <c:pt idx="2737">
                  <c:v>2739</c:v>
                </c:pt>
                <c:pt idx="2738">
                  <c:v>2740</c:v>
                </c:pt>
                <c:pt idx="2739">
                  <c:v>2741</c:v>
                </c:pt>
                <c:pt idx="2740">
                  <c:v>2742</c:v>
                </c:pt>
                <c:pt idx="2741">
                  <c:v>2743</c:v>
                </c:pt>
                <c:pt idx="2742">
                  <c:v>2744</c:v>
                </c:pt>
                <c:pt idx="2743">
                  <c:v>2745</c:v>
                </c:pt>
                <c:pt idx="2744">
                  <c:v>2746</c:v>
                </c:pt>
                <c:pt idx="2745">
                  <c:v>2747</c:v>
                </c:pt>
                <c:pt idx="2746">
                  <c:v>2748</c:v>
                </c:pt>
                <c:pt idx="2747">
                  <c:v>2749</c:v>
                </c:pt>
                <c:pt idx="2748">
                  <c:v>2750</c:v>
                </c:pt>
                <c:pt idx="2749">
                  <c:v>2751</c:v>
                </c:pt>
                <c:pt idx="2750">
                  <c:v>2752</c:v>
                </c:pt>
                <c:pt idx="2751">
                  <c:v>2753</c:v>
                </c:pt>
                <c:pt idx="2752">
                  <c:v>2754</c:v>
                </c:pt>
                <c:pt idx="2753">
                  <c:v>2755</c:v>
                </c:pt>
                <c:pt idx="2754">
                  <c:v>2756</c:v>
                </c:pt>
                <c:pt idx="2755">
                  <c:v>2757</c:v>
                </c:pt>
                <c:pt idx="2756">
                  <c:v>2758</c:v>
                </c:pt>
                <c:pt idx="2757">
                  <c:v>2759</c:v>
                </c:pt>
                <c:pt idx="2758">
                  <c:v>2760</c:v>
                </c:pt>
                <c:pt idx="2759">
                  <c:v>2761</c:v>
                </c:pt>
                <c:pt idx="2760">
                  <c:v>2762</c:v>
                </c:pt>
                <c:pt idx="2761">
                  <c:v>2763</c:v>
                </c:pt>
                <c:pt idx="2762">
                  <c:v>2764</c:v>
                </c:pt>
                <c:pt idx="2763">
                  <c:v>2765</c:v>
                </c:pt>
                <c:pt idx="2764">
                  <c:v>2766</c:v>
                </c:pt>
                <c:pt idx="2765">
                  <c:v>2767</c:v>
                </c:pt>
                <c:pt idx="2766">
                  <c:v>2768</c:v>
                </c:pt>
                <c:pt idx="2767">
                  <c:v>2769</c:v>
                </c:pt>
                <c:pt idx="2768">
                  <c:v>2770</c:v>
                </c:pt>
                <c:pt idx="2769">
                  <c:v>2771</c:v>
                </c:pt>
                <c:pt idx="2770">
                  <c:v>2772</c:v>
                </c:pt>
                <c:pt idx="2771">
                  <c:v>2773</c:v>
                </c:pt>
                <c:pt idx="2772">
                  <c:v>2774</c:v>
                </c:pt>
                <c:pt idx="2773">
                  <c:v>2775</c:v>
                </c:pt>
                <c:pt idx="2774">
                  <c:v>2776</c:v>
                </c:pt>
                <c:pt idx="2775">
                  <c:v>2777</c:v>
                </c:pt>
                <c:pt idx="2776">
                  <c:v>2778</c:v>
                </c:pt>
                <c:pt idx="2777">
                  <c:v>2779</c:v>
                </c:pt>
                <c:pt idx="2778">
                  <c:v>2780</c:v>
                </c:pt>
                <c:pt idx="2779">
                  <c:v>2781</c:v>
                </c:pt>
                <c:pt idx="2780">
                  <c:v>2782</c:v>
                </c:pt>
                <c:pt idx="2781">
                  <c:v>2783</c:v>
                </c:pt>
                <c:pt idx="2782">
                  <c:v>2784</c:v>
                </c:pt>
                <c:pt idx="2783">
                  <c:v>2785</c:v>
                </c:pt>
                <c:pt idx="2784">
                  <c:v>2786</c:v>
                </c:pt>
                <c:pt idx="2785">
                  <c:v>2787</c:v>
                </c:pt>
                <c:pt idx="2786">
                  <c:v>2788</c:v>
                </c:pt>
                <c:pt idx="2787">
                  <c:v>2789</c:v>
                </c:pt>
                <c:pt idx="2788">
                  <c:v>2790</c:v>
                </c:pt>
                <c:pt idx="2789">
                  <c:v>2791</c:v>
                </c:pt>
                <c:pt idx="2790">
                  <c:v>2792</c:v>
                </c:pt>
                <c:pt idx="2791">
                  <c:v>2793</c:v>
                </c:pt>
                <c:pt idx="2792">
                  <c:v>2794</c:v>
                </c:pt>
                <c:pt idx="2793">
                  <c:v>2795</c:v>
                </c:pt>
                <c:pt idx="2794">
                  <c:v>2796</c:v>
                </c:pt>
                <c:pt idx="2795">
                  <c:v>2797</c:v>
                </c:pt>
                <c:pt idx="2796">
                  <c:v>2798</c:v>
                </c:pt>
                <c:pt idx="2797">
                  <c:v>2799</c:v>
                </c:pt>
                <c:pt idx="2798">
                  <c:v>2800</c:v>
                </c:pt>
                <c:pt idx="2799">
                  <c:v>2801</c:v>
                </c:pt>
                <c:pt idx="2800">
                  <c:v>2802</c:v>
                </c:pt>
                <c:pt idx="2801">
                  <c:v>2803</c:v>
                </c:pt>
                <c:pt idx="2802">
                  <c:v>2804</c:v>
                </c:pt>
                <c:pt idx="2803">
                  <c:v>2805</c:v>
                </c:pt>
                <c:pt idx="2804">
                  <c:v>2806</c:v>
                </c:pt>
                <c:pt idx="2805">
                  <c:v>2807</c:v>
                </c:pt>
                <c:pt idx="2806">
                  <c:v>2808</c:v>
                </c:pt>
                <c:pt idx="2807">
                  <c:v>2809</c:v>
                </c:pt>
                <c:pt idx="2808">
                  <c:v>2810</c:v>
                </c:pt>
                <c:pt idx="2809">
                  <c:v>2811</c:v>
                </c:pt>
                <c:pt idx="2810">
                  <c:v>2812</c:v>
                </c:pt>
                <c:pt idx="2811">
                  <c:v>2813</c:v>
                </c:pt>
                <c:pt idx="2812">
                  <c:v>2814</c:v>
                </c:pt>
                <c:pt idx="2813">
                  <c:v>2815</c:v>
                </c:pt>
                <c:pt idx="2814">
                  <c:v>2816</c:v>
                </c:pt>
                <c:pt idx="2815">
                  <c:v>2817</c:v>
                </c:pt>
                <c:pt idx="2816">
                  <c:v>2818</c:v>
                </c:pt>
                <c:pt idx="2817">
                  <c:v>2819</c:v>
                </c:pt>
                <c:pt idx="2818">
                  <c:v>2820</c:v>
                </c:pt>
                <c:pt idx="2819">
                  <c:v>2821</c:v>
                </c:pt>
                <c:pt idx="2820">
                  <c:v>2822</c:v>
                </c:pt>
                <c:pt idx="2821">
                  <c:v>2823</c:v>
                </c:pt>
                <c:pt idx="2822">
                  <c:v>2824</c:v>
                </c:pt>
                <c:pt idx="2823">
                  <c:v>2825</c:v>
                </c:pt>
                <c:pt idx="2824">
                  <c:v>2826</c:v>
                </c:pt>
                <c:pt idx="2825">
                  <c:v>2827</c:v>
                </c:pt>
                <c:pt idx="2826">
                  <c:v>2828</c:v>
                </c:pt>
                <c:pt idx="2827">
                  <c:v>2829</c:v>
                </c:pt>
                <c:pt idx="2828">
                  <c:v>2830</c:v>
                </c:pt>
                <c:pt idx="2829">
                  <c:v>2831</c:v>
                </c:pt>
                <c:pt idx="2830">
                  <c:v>2832</c:v>
                </c:pt>
                <c:pt idx="2831">
                  <c:v>2833</c:v>
                </c:pt>
                <c:pt idx="2832">
                  <c:v>2834</c:v>
                </c:pt>
                <c:pt idx="2833">
                  <c:v>2835</c:v>
                </c:pt>
                <c:pt idx="2834">
                  <c:v>2836</c:v>
                </c:pt>
                <c:pt idx="2835">
                  <c:v>2837</c:v>
                </c:pt>
                <c:pt idx="2836">
                  <c:v>2838</c:v>
                </c:pt>
                <c:pt idx="2837">
                  <c:v>2839</c:v>
                </c:pt>
                <c:pt idx="2838">
                  <c:v>2840</c:v>
                </c:pt>
                <c:pt idx="2839">
                  <c:v>2841</c:v>
                </c:pt>
                <c:pt idx="2840">
                  <c:v>2842</c:v>
                </c:pt>
                <c:pt idx="2841">
                  <c:v>2843</c:v>
                </c:pt>
                <c:pt idx="2842">
                  <c:v>2844</c:v>
                </c:pt>
                <c:pt idx="2843">
                  <c:v>2845</c:v>
                </c:pt>
                <c:pt idx="2844">
                  <c:v>2846</c:v>
                </c:pt>
                <c:pt idx="2845">
                  <c:v>2847</c:v>
                </c:pt>
                <c:pt idx="2846">
                  <c:v>2848</c:v>
                </c:pt>
                <c:pt idx="2847">
                  <c:v>2849</c:v>
                </c:pt>
                <c:pt idx="2848">
                  <c:v>2850</c:v>
                </c:pt>
                <c:pt idx="2849">
                  <c:v>2851</c:v>
                </c:pt>
                <c:pt idx="2850">
                  <c:v>2852</c:v>
                </c:pt>
                <c:pt idx="2851">
                  <c:v>2853</c:v>
                </c:pt>
                <c:pt idx="2852">
                  <c:v>2854</c:v>
                </c:pt>
                <c:pt idx="2853">
                  <c:v>2855</c:v>
                </c:pt>
                <c:pt idx="2854">
                  <c:v>2856</c:v>
                </c:pt>
                <c:pt idx="2855">
                  <c:v>2857</c:v>
                </c:pt>
                <c:pt idx="2856">
                  <c:v>2858</c:v>
                </c:pt>
                <c:pt idx="2857">
                  <c:v>2859</c:v>
                </c:pt>
                <c:pt idx="2858">
                  <c:v>2860</c:v>
                </c:pt>
                <c:pt idx="2859">
                  <c:v>2861</c:v>
                </c:pt>
                <c:pt idx="2860">
                  <c:v>2862</c:v>
                </c:pt>
                <c:pt idx="2861">
                  <c:v>2863</c:v>
                </c:pt>
                <c:pt idx="2862">
                  <c:v>2864</c:v>
                </c:pt>
                <c:pt idx="2863">
                  <c:v>2865</c:v>
                </c:pt>
                <c:pt idx="2864">
                  <c:v>2866</c:v>
                </c:pt>
                <c:pt idx="2865">
                  <c:v>2867</c:v>
                </c:pt>
                <c:pt idx="2866">
                  <c:v>2868</c:v>
                </c:pt>
                <c:pt idx="2867">
                  <c:v>2869</c:v>
                </c:pt>
                <c:pt idx="2868">
                  <c:v>2870</c:v>
                </c:pt>
                <c:pt idx="2869">
                  <c:v>2871</c:v>
                </c:pt>
                <c:pt idx="2870">
                  <c:v>2872</c:v>
                </c:pt>
                <c:pt idx="2871">
                  <c:v>2873</c:v>
                </c:pt>
                <c:pt idx="2872">
                  <c:v>2874</c:v>
                </c:pt>
                <c:pt idx="2873">
                  <c:v>2875</c:v>
                </c:pt>
                <c:pt idx="2874">
                  <c:v>2876</c:v>
                </c:pt>
                <c:pt idx="2875">
                  <c:v>2877</c:v>
                </c:pt>
                <c:pt idx="2876">
                  <c:v>2878</c:v>
                </c:pt>
                <c:pt idx="2877">
                  <c:v>2879</c:v>
                </c:pt>
                <c:pt idx="2878">
                  <c:v>2880</c:v>
                </c:pt>
                <c:pt idx="2879">
                  <c:v>2881</c:v>
                </c:pt>
                <c:pt idx="2880">
                  <c:v>2882</c:v>
                </c:pt>
                <c:pt idx="2881">
                  <c:v>2883</c:v>
                </c:pt>
                <c:pt idx="2882">
                  <c:v>2884</c:v>
                </c:pt>
                <c:pt idx="2883">
                  <c:v>2885</c:v>
                </c:pt>
                <c:pt idx="2884">
                  <c:v>2886</c:v>
                </c:pt>
                <c:pt idx="2885">
                  <c:v>2887</c:v>
                </c:pt>
                <c:pt idx="2886">
                  <c:v>2888</c:v>
                </c:pt>
                <c:pt idx="2887">
                  <c:v>2889</c:v>
                </c:pt>
                <c:pt idx="2888">
                  <c:v>2890</c:v>
                </c:pt>
                <c:pt idx="2889">
                  <c:v>2891</c:v>
                </c:pt>
                <c:pt idx="2890">
                  <c:v>2892</c:v>
                </c:pt>
                <c:pt idx="2891">
                  <c:v>2893</c:v>
                </c:pt>
                <c:pt idx="2892">
                  <c:v>2894</c:v>
                </c:pt>
                <c:pt idx="2893">
                  <c:v>2895</c:v>
                </c:pt>
                <c:pt idx="2894">
                  <c:v>2896</c:v>
                </c:pt>
                <c:pt idx="2895">
                  <c:v>2897</c:v>
                </c:pt>
                <c:pt idx="2896">
                  <c:v>2898</c:v>
                </c:pt>
                <c:pt idx="2897">
                  <c:v>2899</c:v>
                </c:pt>
                <c:pt idx="2898">
                  <c:v>2900</c:v>
                </c:pt>
                <c:pt idx="2899">
                  <c:v>2901</c:v>
                </c:pt>
                <c:pt idx="2900">
                  <c:v>2902</c:v>
                </c:pt>
                <c:pt idx="2901">
                  <c:v>2903</c:v>
                </c:pt>
                <c:pt idx="2902">
                  <c:v>2904</c:v>
                </c:pt>
                <c:pt idx="2903">
                  <c:v>2905</c:v>
                </c:pt>
                <c:pt idx="2904">
                  <c:v>2906</c:v>
                </c:pt>
                <c:pt idx="2905">
                  <c:v>2907</c:v>
                </c:pt>
                <c:pt idx="2906">
                  <c:v>2908</c:v>
                </c:pt>
                <c:pt idx="2907">
                  <c:v>2909</c:v>
                </c:pt>
                <c:pt idx="2908">
                  <c:v>2910</c:v>
                </c:pt>
                <c:pt idx="2909">
                  <c:v>2911</c:v>
                </c:pt>
                <c:pt idx="2910">
                  <c:v>2912</c:v>
                </c:pt>
                <c:pt idx="2911">
                  <c:v>2913</c:v>
                </c:pt>
                <c:pt idx="2912">
                  <c:v>2914</c:v>
                </c:pt>
                <c:pt idx="2913">
                  <c:v>2915</c:v>
                </c:pt>
                <c:pt idx="2914">
                  <c:v>2916</c:v>
                </c:pt>
                <c:pt idx="2915">
                  <c:v>2917</c:v>
                </c:pt>
                <c:pt idx="2916">
                  <c:v>2918</c:v>
                </c:pt>
                <c:pt idx="2917">
                  <c:v>2919</c:v>
                </c:pt>
                <c:pt idx="2918">
                  <c:v>2920</c:v>
                </c:pt>
                <c:pt idx="2919">
                  <c:v>2921</c:v>
                </c:pt>
                <c:pt idx="2920">
                  <c:v>2922</c:v>
                </c:pt>
                <c:pt idx="2921">
                  <c:v>2923</c:v>
                </c:pt>
                <c:pt idx="2922">
                  <c:v>2924</c:v>
                </c:pt>
                <c:pt idx="2923">
                  <c:v>2925</c:v>
                </c:pt>
                <c:pt idx="2924">
                  <c:v>2926</c:v>
                </c:pt>
                <c:pt idx="2925">
                  <c:v>2927</c:v>
                </c:pt>
                <c:pt idx="2926">
                  <c:v>2928</c:v>
                </c:pt>
                <c:pt idx="2927">
                  <c:v>2929</c:v>
                </c:pt>
                <c:pt idx="2928">
                  <c:v>2930</c:v>
                </c:pt>
                <c:pt idx="2929">
                  <c:v>2931</c:v>
                </c:pt>
                <c:pt idx="2930">
                  <c:v>2932</c:v>
                </c:pt>
                <c:pt idx="2931">
                  <c:v>2933</c:v>
                </c:pt>
                <c:pt idx="2932">
                  <c:v>2934</c:v>
                </c:pt>
                <c:pt idx="2933">
                  <c:v>2935</c:v>
                </c:pt>
                <c:pt idx="2934">
                  <c:v>2936</c:v>
                </c:pt>
                <c:pt idx="2935">
                  <c:v>2937</c:v>
                </c:pt>
                <c:pt idx="2936">
                  <c:v>2938</c:v>
                </c:pt>
                <c:pt idx="2937">
                  <c:v>2939</c:v>
                </c:pt>
                <c:pt idx="2938">
                  <c:v>2940</c:v>
                </c:pt>
                <c:pt idx="2939">
                  <c:v>2941</c:v>
                </c:pt>
                <c:pt idx="2940">
                  <c:v>2942</c:v>
                </c:pt>
                <c:pt idx="2941">
                  <c:v>2943</c:v>
                </c:pt>
                <c:pt idx="2942">
                  <c:v>2944</c:v>
                </c:pt>
                <c:pt idx="2943">
                  <c:v>2945</c:v>
                </c:pt>
                <c:pt idx="2944">
                  <c:v>2946</c:v>
                </c:pt>
                <c:pt idx="2945">
                  <c:v>2947</c:v>
                </c:pt>
                <c:pt idx="2946">
                  <c:v>2948</c:v>
                </c:pt>
                <c:pt idx="2947">
                  <c:v>2949</c:v>
                </c:pt>
                <c:pt idx="2948">
                  <c:v>2950</c:v>
                </c:pt>
                <c:pt idx="2949">
                  <c:v>2951</c:v>
                </c:pt>
                <c:pt idx="2950">
                  <c:v>2952</c:v>
                </c:pt>
                <c:pt idx="2951">
                  <c:v>2953</c:v>
                </c:pt>
                <c:pt idx="2952">
                  <c:v>2954</c:v>
                </c:pt>
                <c:pt idx="2953">
                  <c:v>2955</c:v>
                </c:pt>
                <c:pt idx="2954">
                  <c:v>2956</c:v>
                </c:pt>
                <c:pt idx="2955">
                  <c:v>2957</c:v>
                </c:pt>
                <c:pt idx="2956">
                  <c:v>2958</c:v>
                </c:pt>
                <c:pt idx="2957">
                  <c:v>2959</c:v>
                </c:pt>
                <c:pt idx="2958">
                  <c:v>2960</c:v>
                </c:pt>
                <c:pt idx="2959">
                  <c:v>2961</c:v>
                </c:pt>
                <c:pt idx="2960">
                  <c:v>2962</c:v>
                </c:pt>
                <c:pt idx="2961">
                  <c:v>2963</c:v>
                </c:pt>
                <c:pt idx="2962">
                  <c:v>2964</c:v>
                </c:pt>
                <c:pt idx="2963">
                  <c:v>2965</c:v>
                </c:pt>
                <c:pt idx="2964">
                  <c:v>2966</c:v>
                </c:pt>
                <c:pt idx="2965">
                  <c:v>2967</c:v>
                </c:pt>
                <c:pt idx="2966">
                  <c:v>2968</c:v>
                </c:pt>
                <c:pt idx="2967">
                  <c:v>2969</c:v>
                </c:pt>
                <c:pt idx="2968">
                  <c:v>2970</c:v>
                </c:pt>
                <c:pt idx="2969">
                  <c:v>2971</c:v>
                </c:pt>
                <c:pt idx="2970">
                  <c:v>2972</c:v>
                </c:pt>
                <c:pt idx="2971">
                  <c:v>2973</c:v>
                </c:pt>
                <c:pt idx="2972">
                  <c:v>2974</c:v>
                </c:pt>
                <c:pt idx="2973">
                  <c:v>2975</c:v>
                </c:pt>
                <c:pt idx="2974">
                  <c:v>2976</c:v>
                </c:pt>
                <c:pt idx="2975">
                  <c:v>2977</c:v>
                </c:pt>
                <c:pt idx="2976">
                  <c:v>2978</c:v>
                </c:pt>
                <c:pt idx="2977">
                  <c:v>2979</c:v>
                </c:pt>
                <c:pt idx="2978">
                  <c:v>2980</c:v>
                </c:pt>
                <c:pt idx="2979">
                  <c:v>2981</c:v>
                </c:pt>
                <c:pt idx="2980">
                  <c:v>2982</c:v>
                </c:pt>
                <c:pt idx="2981">
                  <c:v>2983</c:v>
                </c:pt>
                <c:pt idx="2982">
                  <c:v>2984</c:v>
                </c:pt>
                <c:pt idx="2983">
                  <c:v>2985</c:v>
                </c:pt>
                <c:pt idx="2984">
                  <c:v>2986</c:v>
                </c:pt>
                <c:pt idx="2985">
                  <c:v>2987</c:v>
                </c:pt>
                <c:pt idx="2986">
                  <c:v>2988</c:v>
                </c:pt>
                <c:pt idx="2987">
                  <c:v>2989</c:v>
                </c:pt>
                <c:pt idx="2988">
                  <c:v>2990</c:v>
                </c:pt>
                <c:pt idx="2989">
                  <c:v>2991</c:v>
                </c:pt>
                <c:pt idx="2990">
                  <c:v>2992</c:v>
                </c:pt>
                <c:pt idx="2991">
                  <c:v>2993</c:v>
                </c:pt>
                <c:pt idx="2992">
                  <c:v>2994</c:v>
                </c:pt>
                <c:pt idx="2993">
                  <c:v>2995</c:v>
                </c:pt>
                <c:pt idx="2994">
                  <c:v>2996</c:v>
                </c:pt>
                <c:pt idx="2995">
                  <c:v>2997</c:v>
                </c:pt>
                <c:pt idx="2996">
                  <c:v>2998</c:v>
                </c:pt>
                <c:pt idx="2997">
                  <c:v>2999</c:v>
                </c:pt>
                <c:pt idx="2998">
                  <c:v>3000</c:v>
                </c:pt>
                <c:pt idx="2999">
                  <c:v>3001</c:v>
                </c:pt>
                <c:pt idx="3000">
                  <c:v>3002</c:v>
                </c:pt>
                <c:pt idx="3001">
                  <c:v>3003</c:v>
                </c:pt>
                <c:pt idx="3002">
                  <c:v>3004</c:v>
                </c:pt>
                <c:pt idx="3003">
                  <c:v>3005</c:v>
                </c:pt>
                <c:pt idx="3004">
                  <c:v>3006</c:v>
                </c:pt>
                <c:pt idx="3005">
                  <c:v>3007</c:v>
                </c:pt>
                <c:pt idx="3006">
                  <c:v>3008</c:v>
                </c:pt>
                <c:pt idx="3007">
                  <c:v>3009</c:v>
                </c:pt>
                <c:pt idx="3008">
                  <c:v>3010</c:v>
                </c:pt>
                <c:pt idx="3009">
                  <c:v>3011</c:v>
                </c:pt>
                <c:pt idx="3010">
                  <c:v>3012</c:v>
                </c:pt>
                <c:pt idx="3011">
                  <c:v>3013</c:v>
                </c:pt>
                <c:pt idx="3012">
                  <c:v>3014</c:v>
                </c:pt>
                <c:pt idx="3013">
                  <c:v>3015</c:v>
                </c:pt>
                <c:pt idx="3014">
                  <c:v>3016</c:v>
                </c:pt>
                <c:pt idx="3015">
                  <c:v>3017</c:v>
                </c:pt>
                <c:pt idx="3016">
                  <c:v>3018</c:v>
                </c:pt>
                <c:pt idx="3017">
                  <c:v>3019</c:v>
                </c:pt>
                <c:pt idx="3018">
                  <c:v>3020</c:v>
                </c:pt>
                <c:pt idx="3019">
                  <c:v>3021</c:v>
                </c:pt>
                <c:pt idx="3020">
                  <c:v>3022</c:v>
                </c:pt>
                <c:pt idx="3021">
                  <c:v>3023</c:v>
                </c:pt>
                <c:pt idx="3022">
                  <c:v>3024</c:v>
                </c:pt>
                <c:pt idx="3023">
                  <c:v>3025</c:v>
                </c:pt>
                <c:pt idx="3024">
                  <c:v>3026</c:v>
                </c:pt>
                <c:pt idx="3025">
                  <c:v>3027</c:v>
                </c:pt>
                <c:pt idx="3026">
                  <c:v>3028</c:v>
                </c:pt>
                <c:pt idx="3027">
                  <c:v>3029</c:v>
                </c:pt>
                <c:pt idx="3028">
                  <c:v>3030</c:v>
                </c:pt>
                <c:pt idx="3029">
                  <c:v>3031</c:v>
                </c:pt>
                <c:pt idx="3030">
                  <c:v>3032</c:v>
                </c:pt>
                <c:pt idx="3031">
                  <c:v>3033</c:v>
                </c:pt>
                <c:pt idx="3032">
                  <c:v>3034</c:v>
                </c:pt>
                <c:pt idx="3033">
                  <c:v>3035</c:v>
                </c:pt>
                <c:pt idx="3034">
                  <c:v>3036</c:v>
                </c:pt>
                <c:pt idx="3035">
                  <c:v>3037</c:v>
                </c:pt>
                <c:pt idx="3036">
                  <c:v>3038</c:v>
                </c:pt>
                <c:pt idx="3037">
                  <c:v>3039</c:v>
                </c:pt>
                <c:pt idx="3038">
                  <c:v>3040</c:v>
                </c:pt>
                <c:pt idx="3039">
                  <c:v>3041</c:v>
                </c:pt>
                <c:pt idx="3040">
                  <c:v>3042</c:v>
                </c:pt>
                <c:pt idx="3041">
                  <c:v>3043</c:v>
                </c:pt>
                <c:pt idx="3042">
                  <c:v>3044</c:v>
                </c:pt>
                <c:pt idx="3043">
                  <c:v>3045</c:v>
                </c:pt>
                <c:pt idx="3044">
                  <c:v>3046</c:v>
                </c:pt>
                <c:pt idx="3045">
                  <c:v>3047</c:v>
                </c:pt>
                <c:pt idx="3046">
                  <c:v>3048</c:v>
                </c:pt>
                <c:pt idx="3047">
                  <c:v>3049</c:v>
                </c:pt>
                <c:pt idx="3048">
                  <c:v>3050</c:v>
                </c:pt>
                <c:pt idx="3049">
                  <c:v>3051</c:v>
                </c:pt>
                <c:pt idx="3050">
                  <c:v>3052</c:v>
                </c:pt>
                <c:pt idx="3051">
                  <c:v>3053</c:v>
                </c:pt>
                <c:pt idx="3052">
                  <c:v>3054</c:v>
                </c:pt>
                <c:pt idx="3053">
                  <c:v>3055</c:v>
                </c:pt>
                <c:pt idx="3054">
                  <c:v>3056</c:v>
                </c:pt>
                <c:pt idx="3055">
                  <c:v>3057</c:v>
                </c:pt>
                <c:pt idx="3056">
                  <c:v>3058</c:v>
                </c:pt>
                <c:pt idx="3057">
                  <c:v>3059</c:v>
                </c:pt>
                <c:pt idx="3058">
                  <c:v>3060</c:v>
                </c:pt>
                <c:pt idx="3059">
                  <c:v>3061</c:v>
                </c:pt>
                <c:pt idx="3060">
                  <c:v>3062</c:v>
                </c:pt>
                <c:pt idx="3061">
                  <c:v>3063</c:v>
                </c:pt>
                <c:pt idx="3062">
                  <c:v>3064</c:v>
                </c:pt>
                <c:pt idx="3063">
                  <c:v>3065</c:v>
                </c:pt>
                <c:pt idx="3064">
                  <c:v>3066</c:v>
                </c:pt>
                <c:pt idx="3065">
                  <c:v>3067</c:v>
                </c:pt>
                <c:pt idx="3066">
                  <c:v>3068</c:v>
                </c:pt>
                <c:pt idx="3067">
                  <c:v>3069</c:v>
                </c:pt>
                <c:pt idx="3068">
                  <c:v>3070</c:v>
                </c:pt>
                <c:pt idx="3069">
                  <c:v>3071</c:v>
                </c:pt>
                <c:pt idx="3070">
                  <c:v>3072</c:v>
                </c:pt>
                <c:pt idx="3071">
                  <c:v>3073</c:v>
                </c:pt>
                <c:pt idx="3072">
                  <c:v>3074</c:v>
                </c:pt>
                <c:pt idx="3073">
                  <c:v>3075</c:v>
                </c:pt>
                <c:pt idx="3074">
                  <c:v>3076</c:v>
                </c:pt>
                <c:pt idx="3075">
                  <c:v>3077</c:v>
                </c:pt>
                <c:pt idx="3076">
                  <c:v>3078</c:v>
                </c:pt>
                <c:pt idx="3077">
                  <c:v>3079</c:v>
                </c:pt>
                <c:pt idx="3078">
                  <c:v>3080</c:v>
                </c:pt>
                <c:pt idx="3079">
                  <c:v>3081</c:v>
                </c:pt>
                <c:pt idx="3080">
                  <c:v>3082</c:v>
                </c:pt>
                <c:pt idx="3081">
                  <c:v>3083</c:v>
                </c:pt>
                <c:pt idx="3082">
                  <c:v>3084</c:v>
                </c:pt>
                <c:pt idx="3083">
                  <c:v>3085</c:v>
                </c:pt>
                <c:pt idx="3084">
                  <c:v>3086</c:v>
                </c:pt>
                <c:pt idx="3085">
                  <c:v>3087</c:v>
                </c:pt>
                <c:pt idx="3086">
                  <c:v>3088</c:v>
                </c:pt>
                <c:pt idx="3087">
                  <c:v>3089</c:v>
                </c:pt>
                <c:pt idx="3088">
                  <c:v>3090</c:v>
                </c:pt>
                <c:pt idx="3089">
                  <c:v>3091</c:v>
                </c:pt>
                <c:pt idx="3090">
                  <c:v>3092</c:v>
                </c:pt>
                <c:pt idx="3091">
                  <c:v>3093</c:v>
                </c:pt>
                <c:pt idx="3092">
                  <c:v>3094</c:v>
                </c:pt>
                <c:pt idx="3093">
                  <c:v>3095</c:v>
                </c:pt>
                <c:pt idx="3094">
                  <c:v>3096</c:v>
                </c:pt>
                <c:pt idx="3095">
                  <c:v>3097</c:v>
                </c:pt>
                <c:pt idx="3096">
                  <c:v>3098</c:v>
                </c:pt>
                <c:pt idx="3097">
                  <c:v>3099</c:v>
                </c:pt>
                <c:pt idx="3098">
                  <c:v>3100</c:v>
                </c:pt>
                <c:pt idx="3099">
                  <c:v>3101</c:v>
                </c:pt>
                <c:pt idx="3100">
                  <c:v>3102</c:v>
                </c:pt>
                <c:pt idx="3101">
                  <c:v>3103</c:v>
                </c:pt>
                <c:pt idx="3102">
                  <c:v>3104</c:v>
                </c:pt>
                <c:pt idx="3103">
                  <c:v>3105</c:v>
                </c:pt>
                <c:pt idx="3104">
                  <c:v>3106</c:v>
                </c:pt>
                <c:pt idx="3105">
                  <c:v>3107</c:v>
                </c:pt>
                <c:pt idx="3106">
                  <c:v>3108</c:v>
                </c:pt>
                <c:pt idx="3107">
                  <c:v>3109</c:v>
                </c:pt>
                <c:pt idx="3108">
                  <c:v>3110</c:v>
                </c:pt>
                <c:pt idx="3109">
                  <c:v>3111</c:v>
                </c:pt>
                <c:pt idx="3110">
                  <c:v>3112</c:v>
                </c:pt>
                <c:pt idx="3111">
                  <c:v>3113</c:v>
                </c:pt>
                <c:pt idx="3112">
                  <c:v>3114</c:v>
                </c:pt>
                <c:pt idx="3113">
                  <c:v>3115</c:v>
                </c:pt>
                <c:pt idx="3114">
                  <c:v>3116</c:v>
                </c:pt>
                <c:pt idx="3115">
                  <c:v>3117</c:v>
                </c:pt>
                <c:pt idx="3116">
                  <c:v>3118</c:v>
                </c:pt>
                <c:pt idx="3117">
                  <c:v>3119</c:v>
                </c:pt>
                <c:pt idx="3118">
                  <c:v>3120</c:v>
                </c:pt>
                <c:pt idx="3119">
                  <c:v>3121</c:v>
                </c:pt>
                <c:pt idx="3120">
                  <c:v>3122</c:v>
                </c:pt>
                <c:pt idx="3121">
                  <c:v>3123</c:v>
                </c:pt>
                <c:pt idx="3122">
                  <c:v>3124</c:v>
                </c:pt>
                <c:pt idx="3123">
                  <c:v>3125</c:v>
                </c:pt>
                <c:pt idx="3124">
                  <c:v>3126</c:v>
                </c:pt>
                <c:pt idx="3125">
                  <c:v>3127</c:v>
                </c:pt>
                <c:pt idx="3126">
                  <c:v>3128</c:v>
                </c:pt>
                <c:pt idx="3127">
                  <c:v>3129</c:v>
                </c:pt>
                <c:pt idx="3128">
                  <c:v>3130</c:v>
                </c:pt>
                <c:pt idx="3129">
                  <c:v>3131</c:v>
                </c:pt>
                <c:pt idx="3130">
                  <c:v>3132</c:v>
                </c:pt>
                <c:pt idx="3131">
                  <c:v>3133</c:v>
                </c:pt>
                <c:pt idx="3132">
                  <c:v>3134</c:v>
                </c:pt>
                <c:pt idx="3133">
                  <c:v>3135</c:v>
                </c:pt>
                <c:pt idx="3134">
                  <c:v>3136</c:v>
                </c:pt>
                <c:pt idx="3135">
                  <c:v>3137</c:v>
                </c:pt>
                <c:pt idx="3136">
                  <c:v>3138</c:v>
                </c:pt>
                <c:pt idx="3137">
                  <c:v>3139</c:v>
                </c:pt>
                <c:pt idx="3138">
                  <c:v>3140</c:v>
                </c:pt>
                <c:pt idx="3139">
                  <c:v>3141</c:v>
                </c:pt>
                <c:pt idx="3140">
                  <c:v>3142</c:v>
                </c:pt>
                <c:pt idx="3141">
                  <c:v>3143</c:v>
                </c:pt>
                <c:pt idx="3142">
                  <c:v>3144</c:v>
                </c:pt>
                <c:pt idx="3143">
                  <c:v>3145</c:v>
                </c:pt>
                <c:pt idx="3144">
                  <c:v>3146</c:v>
                </c:pt>
                <c:pt idx="3145">
                  <c:v>3147</c:v>
                </c:pt>
                <c:pt idx="3146">
                  <c:v>3148</c:v>
                </c:pt>
                <c:pt idx="3147">
                  <c:v>3149</c:v>
                </c:pt>
                <c:pt idx="3148">
                  <c:v>3150</c:v>
                </c:pt>
                <c:pt idx="3149">
                  <c:v>3151</c:v>
                </c:pt>
                <c:pt idx="3150">
                  <c:v>3152</c:v>
                </c:pt>
                <c:pt idx="3151">
                  <c:v>3153</c:v>
                </c:pt>
                <c:pt idx="3152">
                  <c:v>3154</c:v>
                </c:pt>
                <c:pt idx="3153">
                  <c:v>3155</c:v>
                </c:pt>
                <c:pt idx="3154">
                  <c:v>3156</c:v>
                </c:pt>
                <c:pt idx="3155">
                  <c:v>3157</c:v>
                </c:pt>
                <c:pt idx="3156">
                  <c:v>3158</c:v>
                </c:pt>
                <c:pt idx="3157">
                  <c:v>3159</c:v>
                </c:pt>
                <c:pt idx="3158">
                  <c:v>3160</c:v>
                </c:pt>
                <c:pt idx="3159">
                  <c:v>3161</c:v>
                </c:pt>
                <c:pt idx="3160">
                  <c:v>3162</c:v>
                </c:pt>
                <c:pt idx="3161">
                  <c:v>3163</c:v>
                </c:pt>
                <c:pt idx="3162">
                  <c:v>3164</c:v>
                </c:pt>
                <c:pt idx="3163">
                  <c:v>3165</c:v>
                </c:pt>
                <c:pt idx="3164">
                  <c:v>3166</c:v>
                </c:pt>
                <c:pt idx="3165">
                  <c:v>3167</c:v>
                </c:pt>
                <c:pt idx="3166">
                  <c:v>3168</c:v>
                </c:pt>
                <c:pt idx="3167">
                  <c:v>3169</c:v>
                </c:pt>
                <c:pt idx="3168">
                  <c:v>3170</c:v>
                </c:pt>
                <c:pt idx="3169">
                  <c:v>3171</c:v>
                </c:pt>
                <c:pt idx="3170">
                  <c:v>3172</c:v>
                </c:pt>
                <c:pt idx="3171">
                  <c:v>3173</c:v>
                </c:pt>
                <c:pt idx="3172">
                  <c:v>3174</c:v>
                </c:pt>
                <c:pt idx="3173">
                  <c:v>3175</c:v>
                </c:pt>
                <c:pt idx="3174">
                  <c:v>3176</c:v>
                </c:pt>
                <c:pt idx="3175">
                  <c:v>3177</c:v>
                </c:pt>
                <c:pt idx="3176">
                  <c:v>3178</c:v>
                </c:pt>
                <c:pt idx="3177">
                  <c:v>3179</c:v>
                </c:pt>
                <c:pt idx="3178">
                  <c:v>3180</c:v>
                </c:pt>
                <c:pt idx="3179">
                  <c:v>3181</c:v>
                </c:pt>
                <c:pt idx="3180">
                  <c:v>3182</c:v>
                </c:pt>
                <c:pt idx="3181">
                  <c:v>3183</c:v>
                </c:pt>
                <c:pt idx="3182">
                  <c:v>3184</c:v>
                </c:pt>
                <c:pt idx="3183">
                  <c:v>3185</c:v>
                </c:pt>
                <c:pt idx="3184">
                  <c:v>3186</c:v>
                </c:pt>
                <c:pt idx="3185">
                  <c:v>3187</c:v>
                </c:pt>
                <c:pt idx="3186">
                  <c:v>3188</c:v>
                </c:pt>
                <c:pt idx="3187">
                  <c:v>3189</c:v>
                </c:pt>
                <c:pt idx="3188">
                  <c:v>3190</c:v>
                </c:pt>
                <c:pt idx="3189">
                  <c:v>3191</c:v>
                </c:pt>
                <c:pt idx="3190">
                  <c:v>3192</c:v>
                </c:pt>
                <c:pt idx="3191">
                  <c:v>3193</c:v>
                </c:pt>
                <c:pt idx="3192">
                  <c:v>3194</c:v>
                </c:pt>
                <c:pt idx="3193">
                  <c:v>3195</c:v>
                </c:pt>
                <c:pt idx="3194">
                  <c:v>3196</c:v>
                </c:pt>
                <c:pt idx="3195">
                  <c:v>3197</c:v>
                </c:pt>
                <c:pt idx="3196">
                  <c:v>3198</c:v>
                </c:pt>
                <c:pt idx="3197">
                  <c:v>3199</c:v>
                </c:pt>
                <c:pt idx="3198">
                  <c:v>3200</c:v>
                </c:pt>
                <c:pt idx="3199">
                  <c:v>3201</c:v>
                </c:pt>
                <c:pt idx="3200">
                  <c:v>3202</c:v>
                </c:pt>
                <c:pt idx="3201">
                  <c:v>3203</c:v>
                </c:pt>
                <c:pt idx="3202">
                  <c:v>3204</c:v>
                </c:pt>
                <c:pt idx="3203">
                  <c:v>3205</c:v>
                </c:pt>
                <c:pt idx="3204">
                  <c:v>3206</c:v>
                </c:pt>
                <c:pt idx="3205">
                  <c:v>3207</c:v>
                </c:pt>
                <c:pt idx="3206">
                  <c:v>3208</c:v>
                </c:pt>
                <c:pt idx="3207">
                  <c:v>3209</c:v>
                </c:pt>
                <c:pt idx="3208">
                  <c:v>3210</c:v>
                </c:pt>
                <c:pt idx="3209">
                  <c:v>3211</c:v>
                </c:pt>
                <c:pt idx="3210">
                  <c:v>3212</c:v>
                </c:pt>
                <c:pt idx="3211">
                  <c:v>3213</c:v>
                </c:pt>
                <c:pt idx="3212">
                  <c:v>3214</c:v>
                </c:pt>
                <c:pt idx="3213">
                  <c:v>3215</c:v>
                </c:pt>
                <c:pt idx="3214">
                  <c:v>3216</c:v>
                </c:pt>
                <c:pt idx="3215">
                  <c:v>3217</c:v>
                </c:pt>
                <c:pt idx="3216">
                  <c:v>3218</c:v>
                </c:pt>
                <c:pt idx="3217">
                  <c:v>3219</c:v>
                </c:pt>
                <c:pt idx="3218">
                  <c:v>3220</c:v>
                </c:pt>
                <c:pt idx="3219">
                  <c:v>3221</c:v>
                </c:pt>
                <c:pt idx="3220">
                  <c:v>3222</c:v>
                </c:pt>
                <c:pt idx="3221">
                  <c:v>3223</c:v>
                </c:pt>
                <c:pt idx="3222">
                  <c:v>3224</c:v>
                </c:pt>
                <c:pt idx="3223">
                  <c:v>3225</c:v>
                </c:pt>
                <c:pt idx="3224">
                  <c:v>3226</c:v>
                </c:pt>
                <c:pt idx="3225">
                  <c:v>3227</c:v>
                </c:pt>
                <c:pt idx="3226">
                  <c:v>3228</c:v>
                </c:pt>
                <c:pt idx="3227">
                  <c:v>3229</c:v>
                </c:pt>
                <c:pt idx="3228">
                  <c:v>3230</c:v>
                </c:pt>
                <c:pt idx="3229">
                  <c:v>3231</c:v>
                </c:pt>
                <c:pt idx="3230">
                  <c:v>3232</c:v>
                </c:pt>
                <c:pt idx="3231">
                  <c:v>3233</c:v>
                </c:pt>
                <c:pt idx="3232">
                  <c:v>3234</c:v>
                </c:pt>
                <c:pt idx="3233">
                  <c:v>3235</c:v>
                </c:pt>
                <c:pt idx="3234">
                  <c:v>3236</c:v>
                </c:pt>
                <c:pt idx="3235">
                  <c:v>3237</c:v>
                </c:pt>
                <c:pt idx="3236">
                  <c:v>3238</c:v>
                </c:pt>
                <c:pt idx="3237">
                  <c:v>3239</c:v>
                </c:pt>
                <c:pt idx="3238">
                  <c:v>3240</c:v>
                </c:pt>
                <c:pt idx="3239">
                  <c:v>3241</c:v>
                </c:pt>
                <c:pt idx="3240">
                  <c:v>3242</c:v>
                </c:pt>
                <c:pt idx="3241">
                  <c:v>3243</c:v>
                </c:pt>
                <c:pt idx="3242">
                  <c:v>3244</c:v>
                </c:pt>
                <c:pt idx="3243">
                  <c:v>3245</c:v>
                </c:pt>
                <c:pt idx="3244">
                  <c:v>3246</c:v>
                </c:pt>
                <c:pt idx="3245">
                  <c:v>3247</c:v>
                </c:pt>
                <c:pt idx="3246">
                  <c:v>3248</c:v>
                </c:pt>
                <c:pt idx="3247">
                  <c:v>3249</c:v>
                </c:pt>
                <c:pt idx="3248">
                  <c:v>3250</c:v>
                </c:pt>
                <c:pt idx="3249">
                  <c:v>3251</c:v>
                </c:pt>
                <c:pt idx="3250">
                  <c:v>3252</c:v>
                </c:pt>
                <c:pt idx="3251">
                  <c:v>3253</c:v>
                </c:pt>
                <c:pt idx="3252">
                  <c:v>3254</c:v>
                </c:pt>
                <c:pt idx="3253">
                  <c:v>3255</c:v>
                </c:pt>
                <c:pt idx="3254">
                  <c:v>3256</c:v>
                </c:pt>
                <c:pt idx="3255">
                  <c:v>3257</c:v>
                </c:pt>
                <c:pt idx="3256">
                  <c:v>3258</c:v>
                </c:pt>
                <c:pt idx="3257">
                  <c:v>3259</c:v>
                </c:pt>
                <c:pt idx="3258">
                  <c:v>3260</c:v>
                </c:pt>
                <c:pt idx="3259">
                  <c:v>3261</c:v>
                </c:pt>
                <c:pt idx="3260">
                  <c:v>3262</c:v>
                </c:pt>
                <c:pt idx="3261">
                  <c:v>3263</c:v>
                </c:pt>
                <c:pt idx="3262">
                  <c:v>3264</c:v>
                </c:pt>
                <c:pt idx="3263">
                  <c:v>3265</c:v>
                </c:pt>
                <c:pt idx="3264">
                  <c:v>3266</c:v>
                </c:pt>
                <c:pt idx="3265">
                  <c:v>3267</c:v>
                </c:pt>
                <c:pt idx="3266">
                  <c:v>3268</c:v>
                </c:pt>
                <c:pt idx="3267">
                  <c:v>3269</c:v>
                </c:pt>
                <c:pt idx="3268">
                  <c:v>3270</c:v>
                </c:pt>
                <c:pt idx="3269">
                  <c:v>3271</c:v>
                </c:pt>
                <c:pt idx="3270">
                  <c:v>3272</c:v>
                </c:pt>
                <c:pt idx="3271">
                  <c:v>3273</c:v>
                </c:pt>
                <c:pt idx="3272">
                  <c:v>3274</c:v>
                </c:pt>
                <c:pt idx="3273">
                  <c:v>3275</c:v>
                </c:pt>
                <c:pt idx="3274">
                  <c:v>3276</c:v>
                </c:pt>
                <c:pt idx="3275">
                  <c:v>3277</c:v>
                </c:pt>
                <c:pt idx="3276">
                  <c:v>3278</c:v>
                </c:pt>
                <c:pt idx="3277">
                  <c:v>3279</c:v>
                </c:pt>
                <c:pt idx="3278">
                  <c:v>3280</c:v>
                </c:pt>
                <c:pt idx="3279">
                  <c:v>3281</c:v>
                </c:pt>
                <c:pt idx="3280">
                  <c:v>3282</c:v>
                </c:pt>
                <c:pt idx="3281">
                  <c:v>3283</c:v>
                </c:pt>
                <c:pt idx="3282">
                  <c:v>3284</c:v>
                </c:pt>
                <c:pt idx="3283">
                  <c:v>3285</c:v>
                </c:pt>
                <c:pt idx="3284">
                  <c:v>3286</c:v>
                </c:pt>
                <c:pt idx="3285">
                  <c:v>3287</c:v>
                </c:pt>
                <c:pt idx="3286">
                  <c:v>3288</c:v>
                </c:pt>
                <c:pt idx="3287">
                  <c:v>3289</c:v>
                </c:pt>
                <c:pt idx="3288">
                  <c:v>3290</c:v>
                </c:pt>
                <c:pt idx="3289">
                  <c:v>3291</c:v>
                </c:pt>
                <c:pt idx="3290">
                  <c:v>3292</c:v>
                </c:pt>
                <c:pt idx="3291">
                  <c:v>3293</c:v>
                </c:pt>
                <c:pt idx="3292">
                  <c:v>3294</c:v>
                </c:pt>
                <c:pt idx="3293">
                  <c:v>3295</c:v>
                </c:pt>
                <c:pt idx="3294">
                  <c:v>3296</c:v>
                </c:pt>
                <c:pt idx="3295">
                  <c:v>3297</c:v>
                </c:pt>
                <c:pt idx="3296">
                  <c:v>3298</c:v>
                </c:pt>
                <c:pt idx="3297">
                  <c:v>3299</c:v>
                </c:pt>
                <c:pt idx="3298">
                  <c:v>3300</c:v>
                </c:pt>
                <c:pt idx="3299">
                  <c:v>3301</c:v>
                </c:pt>
                <c:pt idx="3300">
                  <c:v>3302</c:v>
                </c:pt>
                <c:pt idx="3301">
                  <c:v>3303</c:v>
                </c:pt>
                <c:pt idx="3302">
                  <c:v>3304</c:v>
                </c:pt>
                <c:pt idx="3303">
                  <c:v>3305</c:v>
                </c:pt>
                <c:pt idx="3304">
                  <c:v>3306</c:v>
                </c:pt>
                <c:pt idx="3305">
                  <c:v>3307</c:v>
                </c:pt>
                <c:pt idx="3306">
                  <c:v>3308</c:v>
                </c:pt>
                <c:pt idx="3307">
                  <c:v>3309</c:v>
                </c:pt>
                <c:pt idx="3308">
                  <c:v>3310</c:v>
                </c:pt>
                <c:pt idx="3309">
                  <c:v>3311</c:v>
                </c:pt>
                <c:pt idx="3310">
                  <c:v>3312</c:v>
                </c:pt>
                <c:pt idx="3311">
                  <c:v>3313</c:v>
                </c:pt>
                <c:pt idx="3312">
                  <c:v>3314</c:v>
                </c:pt>
                <c:pt idx="3313">
                  <c:v>3315</c:v>
                </c:pt>
                <c:pt idx="3314">
                  <c:v>3316</c:v>
                </c:pt>
                <c:pt idx="3315">
                  <c:v>3317</c:v>
                </c:pt>
                <c:pt idx="3316">
                  <c:v>3318</c:v>
                </c:pt>
                <c:pt idx="3317">
                  <c:v>3319</c:v>
                </c:pt>
                <c:pt idx="3318">
                  <c:v>3320</c:v>
                </c:pt>
                <c:pt idx="3319">
                  <c:v>3321</c:v>
                </c:pt>
                <c:pt idx="3320">
                  <c:v>3322</c:v>
                </c:pt>
                <c:pt idx="3321">
                  <c:v>3323</c:v>
                </c:pt>
                <c:pt idx="3322">
                  <c:v>3324</c:v>
                </c:pt>
                <c:pt idx="3323">
                  <c:v>3325</c:v>
                </c:pt>
                <c:pt idx="3324">
                  <c:v>3326</c:v>
                </c:pt>
                <c:pt idx="3325">
                  <c:v>3327</c:v>
                </c:pt>
                <c:pt idx="3326">
                  <c:v>3328</c:v>
                </c:pt>
                <c:pt idx="3327">
                  <c:v>3329</c:v>
                </c:pt>
                <c:pt idx="3328">
                  <c:v>3330</c:v>
                </c:pt>
                <c:pt idx="3329">
                  <c:v>3331</c:v>
                </c:pt>
                <c:pt idx="3330">
                  <c:v>3332</c:v>
                </c:pt>
                <c:pt idx="3331">
                  <c:v>3333</c:v>
                </c:pt>
                <c:pt idx="3332">
                  <c:v>3334</c:v>
                </c:pt>
                <c:pt idx="3333">
                  <c:v>3335</c:v>
                </c:pt>
                <c:pt idx="3334">
                  <c:v>3336</c:v>
                </c:pt>
                <c:pt idx="3335">
                  <c:v>3337</c:v>
                </c:pt>
                <c:pt idx="3336">
                  <c:v>3338</c:v>
                </c:pt>
                <c:pt idx="3337">
                  <c:v>3339</c:v>
                </c:pt>
                <c:pt idx="3338">
                  <c:v>3340</c:v>
                </c:pt>
                <c:pt idx="3339">
                  <c:v>3341</c:v>
                </c:pt>
                <c:pt idx="3340">
                  <c:v>3342</c:v>
                </c:pt>
                <c:pt idx="3341">
                  <c:v>3343</c:v>
                </c:pt>
                <c:pt idx="3342">
                  <c:v>3344</c:v>
                </c:pt>
                <c:pt idx="3343">
                  <c:v>3345</c:v>
                </c:pt>
                <c:pt idx="3344">
                  <c:v>3346</c:v>
                </c:pt>
                <c:pt idx="3345">
                  <c:v>3347</c:v>
                </c:pt>
                <c:pt idx="3346">
                  <c:v>3348</c:v>
                </c:pt>
                <c:pt idx="3347">
                  <c:v>3349</c:v>
                </c:pt>
                <c:pt idx="3348">
                  <c:v>3350</c:v>
                </c:pt>
                <c:pt idx="3349">
                  <c:v>3351</c:v>
                </c:pt>
                <c:pt idx="3350">
                  <c:v>3352</c:v>
                </c:pt>
                <c:pt idx="3351">
                  <c:v>3353</c:v>
                </c:pt>
                <c:pt idx="3352">
                  <c:v>3354</c:v>
                </c:pt>
                <c:pt idx="3353">
                  <c:v>3355</c:v>
                </c:pt>
                <c:pt idx="3354">
                  <c:v>3356</c:v>
                </c:pt>
                <c:pt idx="3355">
                  <c:v>3357</c:v>
                </c:pt>
                <c:pt idx="3356">
                  <c:v>3358</c:v>
                </c:pt>
                <c:pt idx="3357">
                  <c:v>3359</c:v>
                </c:pt>
                <c:pt idx="3358">
                  <c:v>3360</c:v>
                </c:pt>
                <c:pt idx="3359">
                  <c:v>3361</c:v>
                </c:pt>
                <c:pt idx="3360">
                  <c:v>3362</c:v>
                </c:pt>
                <c:pt idx="3361">
                  <c:v>3363</c:v>
                </c:pt>
                <c:pt idx="3362">
                  <c:v>3364</c:v>
                </c:pt>
                <c:pt idx="3363">
                  <c:v>3365</c:v>
                </c:pt>
                <c:pt idx="3364">
                  <c:v>3366</c:v>
                </c:pt>
                <c:pt idx="3365">
                  <c:v>3367</c:v>
                </c:pt>
                <c:pt idx="3366">
                  <c:v>3368</c:v>
                </c:pt>
                <c:pt idx="3367">
                  <c:v>3369</c:v>
                </c:pt>
                <c:pt idx="3368">
                  <c:v>3370</c:v>
                </c:pt>
                <c:pt idx="3369">
                  <c:v>3371</c:v>
                </c:pt>
                <c:pt idx="3370">
                  <c:v>3372</c:v>
                </c:pt>
                <c:pt idx="3371">
                  <c:v>3373</c:v>
                </c:pt>
                <c:pt idx="3372">
                  <c:v>3374</c:v>
                </c:pt>
                <c:pt idx="3373">
                  <c:v>3375</c:v>
                </c:pt>
                <c:pt idx="3374">
                  <c:v>3376</c:v>
                </c:pt>
                <c:pt idx="3375">
                  <c:v>3377</c:v>
                </c:pt>
                <c:pt idx="3376">
                  <c:v>3378</c:v>
                </c:pt>
                <c:pt idx="3377">
                  <c:v>3379</c:v>
                </c:pt>
                <c:pt idx="3378">
                  <c:v>3380</c:v>
                </c:pt>
                <c:pt idx="3379">
                  <c:v>3381</c:v>
                </c:pt>
                <c:pt idx="3380">
                  <c:v>3382</c:v>
                </c:pt>
                <c:pt idx="3381">
                  <c:v>3383</c:v>
                </c:pt>
                <c:pt idx="3382">
                  <c:v>3384</c:v>
                </c:pt>
                <c:pt idx="3383">
                  <c:v>3385</c:v>
                </c:pt>
                <c:pt idx="3384">
                  <c:v>3386</c:v>
                </c:pt>
                <c:pt idx="3385">
                  <c:v>3387</c:v>
                </c:pt>
                <c:pt idx="3386">
                  <c:v>3388</c:v>
                </c:pt>
                <c:pt idx="3387">
                  <c:v>3389</c:v>
                </c:pt>
                <c:pt idx="3388">
                  <c:v>3390</c:v>
                </c:pt>
                <c:pt idx="3389">
                  <c:v>3391</c:v>
                </c:pt>
                <c:pt idx="3390">
                  <c:v>3392</c:v>
                </c:pt>
                <c:pt idx="3391">
                  <c:v>3393</c:v>
                </c:pt>
                <c:pt idx="3392">
                  <c:v>3394</c:v>
                </c:pt>
                <c:pt idx="3393">
                  <c:v>3395</c:v>
                </c:pt>
                <c:pt idx="3394">
                  <c:v>3396</c:v>
                </c:pt>
                <c:pt idx="3395">
                  <c:v>3397</c:v>
                </c:pt>
                <c:pt idx="3396">
                  <c:v>3398</c:v>
                </c:pt>
                <c:pt idx="3397">
                  <c:v>3399</c:v>
                </c:pt>
                <c:pt idx="3398">
                  <c:v>3400</c:v>
                </c:pt>
                <c:pt idx="3399">
                  <c:v>3401</c:v>
                </c:pt>
                <c:pt idx="3400">
                  <c:v>3402</c:v>
                </c:pt>
                <c:pt idx="3401">
                  <c:v>3403</c:v>
                </c:pt>
                <c:pt idx="3402">
                  <c:v>3404</c:v>
                </c:pt>
                <c:pt idx="3403">
                  <c:v>3405</c:v>
                </c:pt>
                <c:pt idx="3404">
                  <c:v>3406</c:v>
                </c:pt>
                <c:pt idx="3405">
                  <c:v>3407</c:v>
                </c:pt>
                <c:pt idx="3406">
                  <c:v>3408</c:v>
                </c:pt>
                <c:pt idx="3407">
                  <c:v>3409</c:v>
                </c:pt>
                <c:pt idx="3408">
                  <c:v>3410</c:v>
                </c:pt>
                <c:pt idx="3409">
                  <c:v>3411</c:v>
                </c:pt>
                <c:pt idx="3410">
                  <c:v>3412</c:v>
                </c:pt>
                <c:pt idx="3411">
                  <c:v>3413</c:v>
                </c:pt>
                <c:pt idx="3412">
                  <c:v>3414</c:v>
                </c:pt>
                <c:pt idx="3413">
                  <c:v>3415</c:v>
                </c:pt>
                <c:pt idx="3414">
                  <c:v>3416</c:v>
                </c:pt>
                <c:pt idx="3415">
                  <c:v>3417</c:v>
                </c:pt>
                <c:pt idx="3416">
                  <c:v>3418</c:v>
                </c:pt>
                <c:pt idx="3417">
                  <c:v>3419</c:v>
                </c:pt>
                <c:pt idx="3418">
                  <c:v>3420</c:v>
                </c:pt>
                <c:pt idx="3419">
                  <c:v>3421</c:v>
                </c:pt>
                <c:pt idx="3420">
                  <c:v>3422</c:v>
                </c:pt>
                <c:pt idx="3421">
                  <c:v>3423</c:v>
                </c:pt>
                <c:pt idx="3422">
                  <c:v>3424</c:v>
                </c:pt>
                <c:pt idx="3423">
                  <c:v>3425</c:v>
                </c:pt>
                <c:pt idx="3424">
                  <c:v>3426</c:v>
                </c:pt>
                <c:pt idx="3425">
                  <c:v>3427</c:v>
                </c:pt>
                <c:pt idx="3426">
                  <c:v>3428</c:v>
                </c:pt>
                <c:pt idx="3427">
                  <c:v>3429</c:v>
                </c:pt>
                <c:pt idx="3428">
                  <c:v>3430</c:v>
                </c:pt>
                <c:pt idx="3429">
                  <c:v>3431</c:v>
                </c:pt>
                <c:pt idx="3430">
                  <c:v>3432</c:v>
                </c:pt>
                <c:pt idx="3431">
                  <c:v>3433</c:v>
                </c:pt>
                <c:pt idx="3432">
                  <c:v>3434</c:v>
                </c:pt>
                <c:pt idx="3433">
                  <c:v>3435</c:v>
                </c:pt>
                <c:pt idx="3434">
                  <c:v>3436</c:v>
                </c:pt>
                <c:pt idx="3435">
                  <c:v>3437</c:v>
                </c:pt>
                <c:pt idx="3436">
                  <c:v>3438</c:v>
                </c:pt>
                <c:pt idx="3437">
                  <c:v>3439</c:v>
                </c:pt>
                <c:pt idx="3438">
                  <c:v>3440</c:v>
                </c:pt>
                <c:pt idx="3439">
                  <c:v>3441</c:v>
                </c:pt>
                <c:pt idx="3440">
                  <c:v>3442</c:v>
                </c:pt>
                <c:pt idx="3441">
                  <c:v>3443</c:v>
                </c:pt>
                <c:pt idx="3442">
                  <c:v>3444</c:v>
                </c:pt>
                <c:pt idx="3443">
                  <c:v>3445</c:v>
                </c:pt>
                <c:pt idx="3444">
                  <c:v>3446</c:v>
                </c:pt>
                <c:pt idx="3445">
                  <c:v>3447</c:v>
                </c:pt>
                <c:pt idx="3446">
                  <c:v>3448</c:v>
                </c:pt>
                <c:pt idx="3447">
                  <c:v>3449</c:v>
                </c:pt>
                <c:pt idx="3448">
                  <c:v>3450</c:v>
                </c:pt>
                <c:pt idx="3449">
                  <c:v>3451</c:v>
                </c:pt>
                <c:pt idx="3450">
                  <c:v>3452</c:v>
                </c:pt>
                <c:pt idx="3451">
                  <c:v>3453</c:v>
                </c:pt>
                <c:pt idx="3452">
                  <c:v>3454</c:v>
                </c:pt>
                <c:pt idx="3453">
                  <c:v>3455</c:v>
                </c:pt>
                <c:pt idx="3454">
                  <c:v>3456</c:v>
                </c:pt>
                <c:pt idx="3455">
                  <c:v>3457</c:v>
                </c:pt>
                <c:pt idx="3456">
                  <c:v>3458</c:v>
                </c:pt>
                <c:pt idx="3457">
                  <c:v>3459</c:v>
                </c:pt>
                <c:pt idx="3458">
                  <c:v>3460</c:v>
                </c:pt>
                <c:pt idx="3459">
                  <c:v>3461</c:v>
                </c:pt>
                <c:pt idx="3460">
                  <c:v>3462</c:v>
                </c:pt>
                <c:pt idx="3461">
                  <c:v>3463</c:v>
                </c:pt>
                <c:pt idx="3462">
                  <c:v>3464</c:v>
                </c:pt>
                <c:pt idx="3463">
                  <c:v>3465</c:v>
                </c:pt>
                <c:pt idx="3464">
                  <c:v>3466</c:v>
                </c:pt>
                <c:pt idx="3465">
                  <c:v>3467</c:v>
                </c:pt>
                <c:pt idx="3466">
                  <c:v>3468</c:v>
                </c:pt>
                <c:pt idx="3467">
                  <c:v>3469</c:v>
                </c:pt>
                <c:pt idx="3468">
                  <c:v>3470</c:v>
                </c:pt>
                <c:pt idx="3469">
                  <c:v>3471</c:v>
                </c:pt>
                <c:pt idx="3470">
                  <c:v>3472</c:v>
                </c:pt>
                <c:pt idx="3471">
                  <c:v>3473</c:v>
                </c:pt>
                <c:pt idx="3472">
                  <c:v>3474</c:v>
                </c:pt>
                <c:pt idx="3473">
                  <c:v>3475</c:v>
                </c:pt>
                <c:pt idx="3474">
                  <c:v>3476</c:v>
                </c:pt>
                <c:pt idx="3475">
                  <c:v>3477</c:v>
                </c:pt>
                <c:pt idx="3476">
                  <c:v>3478</c:v>
                </c:pt>
                <c:pt idx="3477">
                  <c:v>3479</c:v>
                </c:pt>
                <c:pt idx="3478">
                  <c:v>3480</c:v>
                </c:pt>
                <c:pt idx="3479">
                  <c:v>3481</c:v>
                </c:pt>
                <c:pt idx="3480">
                  <c:v>3482</c:v>
                </c:pt>
                <c:pt idx="3481">
                  <c:v>3483</c:v>
                </c:pt>
                <c:pt idx="3482">
                  <c:v>3484</c:v>
                </c:pt>
                <c:pt idx="3483">
                  <c:v>3485</c:v>
                </c:pt>
                <c:pt idx="3484">
                  <c:v>3486</c:v>
                </c:pt>
                <c:pt idx="3485">
                  <c:v>3487</c:v>
                </c:pt>
                <c:pt idx="3486">
                  <c:v>3488</c:v>
                </c:pt>
                <c:pt idx="3487">
                  <c:v>3489</c:v>
                </c:pt>
                <c:pt idx="3488">
                  <c:v>3490</c:v>
                </c:pt>
                <c:pt idx="3489">
                  <c:v>3491</c:v>
                </c:pt>
                <c:pt idx="3490">
                  <c:v>3492</c:v>
                </c:pt>
                <c:pt idx="3491">
                  <c:v>3493</c:v>
                </c:pt>
                <c:pt idx="3492">
                  <c:v>3494</c:v>
                </c:pt>
                <c:pt idx="3493">
                  <c:v>3495</c:v>
                </c:pt>
                <c:pt idx="3494">
                  <c:v>3496</c:v>
                </c:pt>
                <c:pt idx="3495">
                  <c:v>3497</c:v>
                </c:pt>
                <c:pt idx="3496">
                  <c:v>3498</c:v>
                </c:pt>
                <c:pt idx="3497">
                  <c:v>3499</c:v>
                </c:pt>
                <c:pt idx="3498">
                  <c:v>3500</c:v>
                </c:pt>
                <c:pt idx="3499">
                  <c:v>3501</c:v>
                </c:pt>
                <c:pt idx="3500">
                  <c:v>3502</c:v>
                </c:pt>
                <c:pt idx="3501">
                  <c:v>3503</c:v>
                </c:pt>
                <c:pt idx="3502">
                  <c:v>3504</c:v>
                </c:pt>
                <c:pt idx="3503">
                  <c:v>3505</c:v>
                </c:pt>
                <c:pt idx="3504">
                  <c:v>3506</c:v>
                </c:pt>
                <c:pt idx="3505">
                  <c:v>3507</c:v>
                </c:pt>
                <c:pt idx="3506">
                  <c:v>3508</c:v>
                </c:pt>
                <c:pt idx="3507">
                  <c:v>3509</c:v>
                </c:pt>
                <c:pt idx="3508">
                  <c:v>3510</c:v>
                </c:pt>
                <c:pt idx="3509">
                  <c:v>3511</c:v>
                </c:pt>
                <c:pt idx="3510">
                  <c:v>3512</c:v>
                </c:pt>
                <c:pt idx="3511">
                  <c:v>3513</c:v>
                </c:pt>
                <c:pt idx="3512">
                  <c:v>3514</c:v>
                </c:pt>
                <c:pt idx="3513">
                  <c:v>3515</c:v>
                </c:pt>
                <c:pt idx="3514">
                  <c:v>3516</c:v>
                </c:pt>
                <c:pt idx="3515">
                  <c:v>3517</c:v>
                </c:pt>
                <c:pt idx="3516">
                  <c:v>3518</c:v>
                </c:pt>
                <c:pt idx="3517">
                  <c:v>3519</c:v>
                </c:pt>
                <c:pt idx="3518">
                  <c:v>3520</c:v>
                </c:pt>
                <c:pt idx="3519">
                  <c:v>3521</c:v>
                </c:pt>
                <c:pt idx="3520">
                  <c:v>3522</c:v>
                </c:pt>
                <c:pt idx="3521">
                  <c:v>3523</c:v>
                </c:pt>
                <c:pt idx="3522">
                  <c:v>3524</c:v>
                </c:pt>
                <c:pt idx="3523">
                  <c:v>3525</c:v>
                </c:pt>
                <c:pt idx="3524">
                  <c:v>3526</c:v>
                </c:pt>
                <c:pt idx="3525">
                  <c:v>3527</c:v>
                </c:pt>
                <c:pt idx="3526">
                  <c:v>3528</c:v>
                </c:pt>
                <c:pt idx="3527">
                  <c:v>3529</c:v>
                </c:pt>
                <c:pt idx="3528">
                  <c:v>3530</c:v>
                </c:pt>
                <c:pt idx="3529">
                  <c:v>3531</c:v>
                </c:pt>
                <c:pt idx="3530">
                  <c:v>3532</c:v>
                </c:pt>
                <c:pt idx="3531">
                  <c:v>3533</c:v>
                </c:pt>
                <c:pt idx="3532">
                  <c:v>3534</c:v>
                </c:pt>
                <c:pt idx="3533">
                  <c:v>3535</c:v>
                </c:pt>
                <c:pt idx="3534">
                  <c:v>3536</c:v>
                </c:pt>
                <c:pt idx="3535">
                  <c:v>3537</c:v>
                </c:pt>
                <c:pt idx="3536">
                  <c:v>3538</c:v>
                </c:pt>
                <c:pt idx="3537">
                  <c:v>3539</c:v>
                </c:pt>
                <c:pt idx="3538">
                  <c:v>3540</c:v>
                </c:pt>
                <c:pt idx="3539">
                  <c:v>3541</c:v>
                </c:pt>
                <c:pt idx="3540">
                  <c:v>3542</c:v>
                </c:pt>
                <c:pt idx="3541">
                  <c:v>3543</c:v>
                </c:pt>
                <c:pt idx="3542">
                  <c:v>3544</c:v>
                </c:pt>
                <c:pt idx="3543">
                  <c:v>3545</c:v>
                </c:pt>
                <c:pt idx="3544">
                  <c:v>3546</c:v>
                </c:pt>
                <c:pt idx="3545">
                  <c:v>3547</c:v>
                </c:pt>
                <c:pt idx="3546">
                  <c:v>3548</c:v>
                </c:pt>
                <c:pt idx="3547">
                  <c:v>3549</c:v>
                </c:pt>
                <c:pt idx="3548">
                  <c:v>3550</c:v>
                </c:pt>
                <c:pt idx="3549">
                  <c:v>3551</c:v>
                </c:pt>
                <c:pt idx="3550">
                  <c:v>3552</c:v>
                </c:pt>
                <c:pt idx="3551">
                  <c:v>3553</c:v>
                </c:pt>
                <c:pt idx="3552">
                  <c:v>3554</c:v>
                </c:pt>
                <c:pt idx="3553">
                  <c:v>3555</c:v>
                </c:pt>
                <c:pt idx="3554">
                  <c:v>3556</c:v>
                </c:pt>
                <c:pt idx="3555">
                  <c:v>3557</c:v>
                </c:pt>
                <c:pt idx="3556">
                  <c:v>3558</c:v>
                </c:pt>
                <c:pt idx="3557">
                  <c:v>3559</c:v>
                </c:pt>
                <c:pt idx="3558">
                  <c:v>3560</c:v>
                </c:pt>
                <c:pt idx="3559">
                  <c:v>3561</c:v>
                </c:pt>
                <c:pt idx="3560">
                  <c:v>3562</c:v>
                </c:pt>
                <c:pt idx="3561">
                  <c:v>3563</c:v>
                </c:pt>
                <c:pt idx="3562">
                  <c:v>3564</c:v>
                </c:pt>
                <c:pt idx="3563">
                  <c:v>3565</c:v>
                </c:pt>
                <c:pt idx="3564">
                  <c:v>3566</c:v>
                </c:pt>
                <c:pt idx="3565">
                  <c:v>3567</c:v>
                </c:pt>
                <c:pt idx="3566">
                  <c:v>3568</c:v>
                </c:pt>
                <c:pt idx="3567">
                  <c:v>3569</c:v>
                </c:pt>
                <c:pt idx="3568">
                  <c:v>3570</c:v>
                </c:pt>
                <c:pt idx="3569">
                  <c:v>3571</c:v>
                </c:pt>
                <c:pt idx="3570">
                  <c:v>3572</c:v>
                </c:pt>
                <c:pt idx="3571">
                  <c:v>3573</c:v>
                </c:pt>
                <c:pt idx="3572">
                  <c:v>3574</c:v>
                </c:pt>
                <c:pt idx="3573">
                  <c:v>3575</c:v>
                </c:pt>
                <c:pt idx="3574">
                  <c:v>3576</c:v>
                </c:pt>
                <c:pt idx="3575">
                  <c:v>3577</c:v>
                </c:pt>
                <c:pt idx="3576">
                  <c:v>3578</c:v>
                </c:pt>
                <c:pt idx="3577">
                  <c:v>3579</c:v>
                </c:pt>
                <c:pt idx="3578">
                  <c:v>3580</c:v>
                </c:pt>
                <c:pt idx="3579">
                  <c:v>3581</c:v>
                </c:pt>
                <c:pt idx="3580">
                  <c:v>3582</c:v>
                </c:pt>
                <c:pt idx="3581">
                  <c:v>3583</c:v>
                </c:pt>
                <c:pt idx="3582">
                  <c:v>3584</c:v>
                </c:pt>
                <c:pt idx="3583">
                  <c:v>3585</c:v>
                </c:pt>
                <c:pt idx="3584">
                  <c:v>3586</c:v>
                </c:pt>
                <c:pt idx="3585">
                  <c:v>3587</c:v>
                </c:pt>
                <c:pt idx="3586">
                  <c:v>3588</c:v>
                </c:pt>
                <c:pt idx="3587">
                  <c:v>3589</c:v>
                </c:pt>
                <c:pt idx="3588">
                  <c:v>3590</c:v>
                </c:pt>
                <c:pt idx="3589">
                  <c:v>3591</c:v>
                </c:pt>
                <c:pt idx="3590">
                  <c:v>3592</c:v>
                </c:pt>
                <c:pt idx="3591">
                  <c:v>3593</c:v>
                </c:pt>
                <c:pt idx="3592">
                  <c:v>3594</c:v>
                </c:pt>
                <c:pt idx="3593">
                  <c:v>3595</c:v>
                </c:pt>
                <c:pt idx="3594">
                  <c:v>3596</c:v>
                </c:pt>
                <c:pt idx="3595">
                  <c:v>3597</c:v>
                </c:pt>
                <c:pt idx="3596">
                  <c:v>3598</c:v>
                </c:pt>
                <c:pt idx="3597">
                  <c:v>3599</c:v>
                </c:pt>
                <c:pt idx="3598">
                  <c:v>3600</c:v>
                </c:pt>
                <c:pt idx="3599">
                  <c:v>3601</c:v>
                </c:pt>
                <c:pt idx="3600">
                  <c:v>3602</c:v>
                </c:pt>
                <c:pt idx="3601">
                  <c:v>3603</c:v>
                </c:pt>
                <c:pt idx="3602">
                  <c:v>3604</c:v>
                </c:pt>
                <c:pt idx="3603">
                  <c:v>3605</c:v>
                </c:pt>
                <c:pt idx="3604">
                  <c:v>3606</c:v>
                </c:pt>
                <c:pt idx="3605">
                  <c:v>3607</c:v>
                </c:pt>
                <c:pt idx="3606">
                  <c:v>3608</c:v>
                </c:pt>
                <c:pt idx="3607">
                  <c:v>3609</c:v>
                </c:pt>
                <c:pt idx="3608">
                  <c:v>3610</c:v>
                </c:pt>
                <c:pt idx="3609">
                  <c:v>3611</c:v>
                </c:pt>
                <c:pt idx="3610">
                  <c:v>3612</c:v>
                </c:pt>
                <c:pt idx="3611">
                  <c:v>3613</c:v>
                </c:pt>
                <c:pt idx="3612">
                  <c:v>3614</c:v>
                </c:pt>
                <c:pt idx="3613">
                  <c:v>3615</c:v>
                </c:pt>
                <c:pt idx="3614">
                  <c:v>3616</c:v>
                </c:pt>
                <c:pt idx="3615">
                  <c:v>3617</c:v>
                </c:pt>
                <c:pt idx="3616">
                  <c:v>3618</c:v>
                </c:pt>
                <c:pt idx="3617">
                  <c:v>3619</c:v>
                </c:pt>
                <c:pt idx="3618">
                  <c:v>3620</c:v>
                </c:pt>
                <c:pt idx="3619">
                  <c:v>3621</c:v>
                </c:pt>
                <c:pt idx="3620">
                  <c:v>3622</c:v>
                </c:pt>
                <c:pt idx="3621">
                  <c:v>3623</c:v>
                </c:pt>
                <c:pt idx="3622">
                  <c:v>3624</c:v>
                </c:pt>
                <c:pt idx="3623">
                  <c:v>3625</c:v>
                </c:pt>
                <c:pt idx="3624">
                  <c:v>3626</c:v>
                </c:pt>
                <c:pt idx="3625">
                  <c:v>3627</c:v>
                </c:pt>
                <c:pt idx="3626">
                  <c:v>3628</c:v>
                </c:pt>
                <c:pt idx="3627">
                  <c:v>3629</c:v>
                </c:pt>
                <c:pt idx="3628">
                  <c:v>3630</c:v>
                </c:pt>
                <c:pt idx="3629">
                  <c:v>3631</c:v>
                </c:pt>
                <c:pt idx="3630">
                  <c:v>3632</c:v>
                </c:pt>
                <c:pt idx="3631">
                  <c:v>3633</c:v>
                </c:pt>
                <c:pt idx="3632">
                  <c:v>3634</c:v>
                </c:pt>
                <c:pt idx="3633">
                  <c:v>3635</c:v>
                </c:pt>
                <c:pt idx="3634">
                  <c:v>3636</c:v>
                </c:pt>
                <c:pt idx="3635">
                  <c:v>3637</c:v>
                </c:pt>
                <c:pt idx="3636">
                  <c:v>3638</c:v>
                </c:pt>
                <c:pt idx="3637">
                  <c:v>3639</c:v>
                </c:pt>
                <c:pt idx="3638">
                  <c:v>3640</c:v>
                </c:pt>
                <c:pt idx="3639">
                  <c:v>3641</c:v>
                </c:pt>
                <c:pt idx="3640">
                  <c:v>3642</c:v>
                </c:pt>
                <c:pt idx="3641">
                  <c:v>3643</c:v>
                </c:pt>
                <c:pt idx="3642">
                  <c:v>3644</c:v>
                </c:pt>
                <c:pt idx="3643">
                  <c:v>3645</c:v>
                </c:pt>
                <c:pt idx="3644">
                  <c:v>3646</c:v>
                </c:pt>
                <c:pt idx="3645">
                  <c:v>3647</c:v>
                </c:pt>
                <c:pt idx="3646">
                  <c:v>3648</c:v>
                </c:pt>
                <c:pt idx="3647">
                  <c:v>3649</c:v>
                </c:pt>
                <c:pt idx="3648">
                  <c:v>3650</c:v>
                </c:pt>
                <c:pt idx="3649">
                  <c:v>3651</c:v>
                </c:pt>
                <c:pt idx="3650">
                  <c:v>3652</c:v>
                </c:pt>
                <c:pt idx="3651">
                  <c:v>3653</c:v>
                </c:pt>
                <c:pt idx="3652">
                  <c:v>3654</c:v>
                </c:pt>
                <c:pt idx="3653">
                  <c:v>3655</c:v>
                </c:pt>
                <c:pt idx="3654">
                  <c:v>3656</c:v>
                </c:pt>
                <c:pt idx="3655">
                  <c:v>3657</c:v>
                </c:pt>
                <c:pt idx="3656">
                  <c:v>3658</c:v>
                </c:pt>
                <c:pt idx="3657">
                  <c:v>3659</c:v>
                </c:pt>
                <c:pt idx="3658">
                  <c:v>3660</c:v>
                </c:pt>
                <c:pt idx="3659">
                  <c:v>3661</c:v>
                </c:pt>
                <c:pt idx="3660">
                  <c:v>3662</c:v>
                </c:pt>
                <c:pt idx="3661">
                  <c:v>3663</c:v>
                </c:pt>
                <c:pt idx="3662">
                  <c:v>3664</c:v>
                </c:pt>
                <c:pt idx="3663">
                  <c:v>3665</c:v>
                </c:pt>
                <c:pt idx="3664">
                  <c:v>3666</c:v>
                </c:pt>
                <c:pt idx="3665">
                  <c:v>3667</c:v>
                </c:pt>
                <c:pt idx="3666">
                  <c:v>3668</c:v>
                </c:pt>
                <c:pt idx="3667">
                  <c:v>3669</c:v>
                </c:pt>
                <c:pt idx="3668">
                  <c:v>3670</c:v>
                </c:pt>
                <c:pt idx="3669">
                  <c:v>3671</c:v>
                </c:pt>
                <c:pt idx="3670">
                  <c:v>3672</c:v>
                </c:pt>
                <c:pt idx="3671">
                  <c:v>3673</c:v>
                </c:pt>
                <c:pt idx="3672">
                  <c:v>3674</c:v>
                </c:pt>
                <c:pt idx="3673">
                  <c:v>3675</c:v>
                </c:pt>
                <c:pt idx="3674">
                  <c:v>3676</c:v>
                </c:pt>
                <c:pt idx="3675">
                  <c:v>3677</c:v>
                </c:pt>
                <c:pt idx="3676">
                  <c:v>3678</c:v>
                </c:pt>
                <c:pt idx="3677">
                  <c:v>3679</c:v>
                </c:pt>
                <c:pt idx="3678">
                  <c:v>3680</c:v>
                </c:pt>
                <c:pt idx="3679">
                  <c:v>3681</c:v>
                </c:pt>
                <c:pt idx="3680">
                  <c:v>3682</c:v>
                </c:pt>
                <c:pt idx="3681">
                  <c:v>3683</c:v>
                </c:pt>
                <c:pt idx="3682">
                  <c:v>3684</c:v>
                </c:pt>
                <c:pt idx="3683">
                  <c:v>3685</c:v>
                </c:pt>
                <c:pt idx="3684">
                  <c:v>3686</c:v>
                </c:pt>
                <c:pt idx="3685">
                  <c:v>3687</c:v>
                </c:pt>
                <c:pt idx="3686">
                  <c:v>3688</c:v>
                </c:pt>
                <c:pt idx="3687">
                  <c:v>3689</c:v>
                </c:pt>
                <c:pt idx="3688">
                  <c:v>3690</c:v>
                </c:pt>
                <c:pt idx="3689">
                  <c:v>3691</c:v>
                </c:pt>
                <c:pt idx="3690">
                  <c:v>3692</c:v>
                </c:pt>
                <c:pt idx="3691">
                  <c:v>3693</c:v>
                </c:pt>
                <c:pt idx="3692">
                  <c:v>3694</c:v>
                </c:pt>
                <c:pt idx="3693">
                  <c:v>3695</c:v>
                </c:pt>
                <c:pt idx="3694">
                  <c:v>3696</c:v>
                </c:pt>
                <c:pt idx="3695">
                  <c:v>3697</c:v>
                </c:pt>
                <c:pt idx="3696">
                  <c:v>3698</c:v>
                </c:pt>
                <c:pt idx="3697">
                  <c:v>3699</c:v>
                </c:pt>
                <c:pt idx="3698">
                  <c:v>3700</c:v>
                </c:pt>
                <c:pt idx="3699">
                  <c:v>3701</c:v>
                </c:pt>
                <c:pt idx="3700">
                  <c:v>3702</c:v>
                </c:pt>
                <c:pt idx="3701">
                  <c:v>3703</c:v>
                </c:pt>
                <c:pt idx="3702">
                  <c:v>3704</c:v>
                </c:pt>
                <c:pt idx="3703">
                  <c:v>3705</c:v>
                </c:pt>
                <c:pt idx="3704">
                  <c:v>3706</c:v>
                </c:pt>
                <c:pt idx="3705">
                  <c:v>3707</c:v>
                </c:pt>
                <c:pt idx="3706">
                  <c:v>3708</c:v>
                </c:pt>
                <c:pt idx="3707">
                  <c:v>3709</c:v>
                </c:pt>
                <c:pt idx="3708">
                  <c:v>3710</c:v>
                </c:pt>
                <c:pt idx="3709">
                  <c:v>3711</c:v>
                </c:pt>
                <c:pt idx="3710">
                  <c:v>3712</c:v>
                </c:pt>
                <c:pt idx="3711">
                  <c:v>3713</c:v>
                </c:pt>
                <c:pt idx="3712">
                  <c:v>3714</c:v>
                </c:pt>
                <c:pt idx="3713">
                  <c:v>3715</c:v>
                </c:pt>
                <c:pt idx="3714">
                  <c:v>3716</c:v>
                </c:pt>
                <c:pt idx="3715">
                  <c:v>3717</c:v>
                </c:pt>
                <c:pt idx="3716">
                  <c:v>3718</c:v>
                </c:pt>
                <c:pt idx="3717">
                  <c:v>3719</c:v>
                </c:pt>
                <c:pt idx="3718">
                  <c:v>3720</c:v>
                </c:pt>
                <c:pt idx="3719">
                  <c:v>3721</c:v>
                </c:pt>
                <c:pt idx="3720">
                  <c:v>3722</c:v>
                </c:pt>
                <c:pt idx="3721">
                  <c:v>3723</c:v>
                </c:pt>
                <c:pt idx="3722">
                  <c:v>3724</c:v>
                </c:pt>
                <c:pt idx="3723">
                  <c:v>3725</c:v>
                </c:pt>
                <c:pt idx="3724">
                  <c:v>3726</c:v>
                </c:pt>
                <c:pt idx="3725">
                  <c:v>3727</c:v>
                </c:pt>
                <c:pt idx="3726">
                  <c:v>3728</c:v>
                </c:pt>
                <c:pt idx="3727">
                  <c:v>3729</c:v>
                </c:pt>
                <c:pt idx="3728">
                  <c:v>3730</c:v>
                </c:pt>
                <c:pt idx="3729">
                  <c:v>3731</c:v>
                </c:pt>
                <c:pt idx="3730">
                  <c:v>3732</c:v>
                </c:pt>
                <c:pt idx="3731">
                  <c:v>3733</c:v>
                </c:pt>
                <c:pt idx="3732">
                  <c:v>3734</c:v>
                </c:pt>
                <c:pt idx="3733">
                  <c:v>3735</c:v>
                </c:pt>
                <c:pt idx="3734">
                  <c:v>3736</c:v>
                </c:pt>
                <c:pt idx="3735">
                  <c:v>3737</c:v>
                </c:pt>
                <c:pt idx="3736">
                  <c:v>3738</c:v>
                </c:pt>
                <c:pt idx="3737">
                  <c:v>3739</c:v>
                </c:pt>
                <c:pt idx="3738">
                  <c:v>3740</c:v>
                </c:pt>
                <c:pt idx="3739">
                  <c:v>3741</c:v>
                </c:pt>
                <c:pt idx="3740">
                  <c:v>3742</c:v>
                </c:pt>
                <c:pt idx="3741">
                  <c:v>3743</c:v>
                </c:pt>
                <c:pt idx="3742">
                  <c:v>3744</c:v>
                </c:pt>
                <c:pt idx="3743">
                  <c:v>3745</c:v>
                </c:pt>
                <c:pt idx="3744">
                  <c:v>3746</c:v>
                </c:pt>
                <c:pt idx="3745">
                  <c:v>3747</c:v>
                </c:pt>
                <c:pt idx="3746">
                  <c:v>3748</c:v>
                </c:pt>
                <c:pt idx="3747">
                  <c:v>3749</c:v>
                </c:pt>
                <c:pt idx="3748">
                  <c:v>3750</c:v>
                </c:pt>
                <c:pt idx="3749">
                  <c:v>3751</c:v>
                </c:pt>
                <c:pt idx="3750">
                  <c:v>3752</c:v>
                </c:pt>
                <c:pt idx="3751">
                  <c:v>3753</c:v>
                </c:pt>
                <c:pt idx="3752">
                  <c:v>3754</c:v>
                </c:pt>
                <c:pt idx="3753">
                  <c:v>3755</c:v>
                </c:pt>
                <c:pt idx="3754">
                  <c:v>3756</c:v>
                </c:pt>
                <c:pt idx="3755">
                  <c:v>3757</c:v>
                </c:pt>
                <c:pt idx="3756">
                  <c:v>3758</c:v>
                </c:pt>
                <c:pt idx="3757">
                  <c:v>3759</c:v>
                </c:pt>
                <c:pt idx="3758">
                  <c:v>3760</c:v>
                </c:pt>
                <c:pt idx="3759">
                  <c:v>3761</c:v>
                </c:pt>
                <c:pt idx="3760">
                  <c:v>3762</c:v>
                </c:pt>
                <c:pt idx="3761">
                  <c:v>3763</c:v>
                </c:pt>
                <c:pt idx="3762">
                  <c:v>3764</c:v>
                </c:pt>
                <c:pt idx="3763">
                  <c:v>3765</c:v>
                </c:pt>
                <c:pt idx="3764">
                  <c:v>3766</c:v>
                </c:pt>
                <c:pt idx="3765">
                  <c:v>3767</c:v>
                </c:pt>
                <c:pt idx="3766">
                  <c:v>3768</c:v>
                </c:pt>
                <c:pt idx="3767">
                  <c:v>3769</c:v>
                </c:pt>
                <c:pt idx="3768">
                  <c:v>3770</c:v>
                </c:pt>
                <c:pt idx="3769">
                  <c:v>3771</c:v>
                </c:pt>
                <c:pt idx="3770">
                  <c:v>3772</c:v>
                </c:pt>
                <c:pt idx="3771">
                  <c:v>3773</c:v>
                </c:pt>
                <c:pt idx="3772">
                  <c:v>3774</c:v>
                </c:pt>
                <c:pt idx="3773">
                  <c:v>3775</c:v>
                </c:pt>
                <c:pt idx="3774">
                  <c:v>3776</c:v>
                </c:pt>
                <c:pt idx="3775">
                  <c:v>3777</c:v>
                </c:pt>
                <c:pt idx="3776">
                  <c:v>3778</c:v>
                </c:pt>
                <c:pt idx="3777">
                  <c:v>3779</c:v>
                </c:pt>
                <c:pt idx="3778">
                  <c:v>3780</c:v>
                </c:pt>
                <c:pt idx="3779">
                  <c:v>3781</c:v>
                </c:pt>
                <c:pt idx="3780">
                  <c:v>3782</c:v>
                </c:pt>
                <c:pt idx="3781">
                  <c:v>3783</c:v>
                </c:pt>
                <c:pt idx="3782">
                  <c:v>3784</c:v>
                </c:pt>
                <c:pt idx="3783">
                  <c:v>3785</c:v>
                </c:pt>
                <c:pt idx="3784">
                  <c:v>3786</c:v>
                </c:pt>
                <c:pt idx="3785">
                  <c:v>3787</c:v>
                </c:pt>
                <c:pt idx="3786">
                  <c:v>3788</c:v>
                </c:pt>
                <c:pt idx="3787">
                  <c:v>3789</c:v>
                </c:pt>
                <c:pt idx="3788">
                  <c:v>3790</c:v>
                </c:pt>
                <c:pt idx="3789">
                  <c:v>3791</c:v>
                </c:pt>
                <c:pt idx="3790">
                  <c:v>3792</c:v>
                </c:pt>
                <c:pt idx="3791">
                  <c:v>3793</c:v>
                </c:pt>
                <c:pt idx="3792">
                  <c:v>3794</c:v>
                </c:pt>
                <c:pt idx="3793">
                  <c:v>3795</c:v>
                </c:pt>
                <c:pt idx="3794">
                  <c:v>3796</c:v>
                </c:pt>
                <c:pt idx="3795">
                  <c:v>3797</c:v>
                </c:pt>
                <c:pt idx="3796">
                  <c:v>3798</c:v>
                </c:pt>
                <c:pt idx="3797">
                  <c:v>3799</c:v>
                </c:pt>
                <c:pt idx="3798">
                  <c:v>3800</c:v>
                </c:pt>
                <c:pt idx="3799">
                  <c:v>3801</c:v>
                </c:pt>
                <c:pt idx="3800">
                  <c:v>3802</c:v>
                </c:pt>
                <c:pt idx="3801">
                  <c:v>3803</c:v>
                </c:pt>
                <c:pt idx="3802">
                  <c:v>3804</c:v>
                </c:pt>
                <c:pt idx="3803">
                  <c:v>3805</c:v>
                </c:pt>
                <c:pt idx="3804">
                  <c:v>3806</c:v>
                </c:pt>
                <c:pt idx="3805">
                  <c:v>3807</c:v>
                </c:pt>
                <c:pt idx="3806">
                  <c:v>3808</c:v>
                </c:pt>
                <c:pt idx="3807">
                  <c:v>3809</c:v>
                </c:pt>
                <c:pt idx="3808">
                  <c:v>3810</c:v>
                </c:pt>
                <c:pt idx="3809">
                  <c:v>3811</c:v>
                </c:pt>
                <c:pt idx="3810">
                  <c:v>3812</c:v>
                </c:pt>
                <c:pt idx="3811">
                  <c:v>3813</c:v>
                </c:pt>
                <c:pt idx="3812">
                  <c:v>3814</c:v>
                </c:pt>
                <c:pt idx="3813">
                  <c:v>3815</c:v>
                </c:pt>
                <c:pt idx="3814">
                  <c:v>3816</c:v>
                </c:pt>
                <c:pt idx="3815">
                  <c:v>3817</c:v>
                </c:pt>
                <c:pt idx="3816">
                  <c:v>3818</c:v>
                </c:pt>
                <c:pt idx="3817">
                  <c:v>3819</c:v>
                </c:pt>
                <c:pt idx="3818">
                  <c:v>3820</c:v>
                </c:pt>
                <c:pt idx="3819">
                  <c:v>3821</c:v>
                </c:pt>
                <c:pt idx="3820">
                  <c:v>3822</c:v>
                </c:pt>
                <c:pt idx="3821">
                  <c:v>3823</c:v>
                </c:pt>
                <c:pt idx="3822">
                  <c:v>3824</c:v>
                </c:pt>
                <c:pt idx="3823">
                  <c:v>3825</c:v>
                </c:pt>
                <c:pt idx="3824">
                  <c:v>3826</c:v>
                </c:pt>
                <c:pt idx="3825">
                  <c:v>3827</c:v>
                </c:pt>
                <c:pt idx="3826">
                  <c:v>3828</c:v>
                </c:pt>
                <c:pt idx="3827">
                  <c:v>3829</c:v>
                </c:pt>
                <c:pt idx="3828">
                  <c:v>3830</c:v>
                </c:pt>
                <c:pt idx="3829">
                  <c:v>3831</c:v>
                </c:pt>
                <c:pt idx="3830">
                  <c:v>3832</c:v>
                </c:pt>
                <c:pt idx="3831">
                  <c:v>3833</c:v>
                </c:pt>
                <c:pt idx="3832">
                  <c:v>3834</c:v>
                </c:pt>
                <c:pt idx="3833">
                  <c:v>3835</c:v>
                </c:pt>
                <c:pt idx="3834">
                  <c:v>3836</c:v>
                </c:pt>
                <c:pt idx="3835">
                  <c:v>3837</c:v>
                </c:pt>
                <c:pt idx="3836">
                  <c:v>3838</c:v>
                </c:pt>
                <c:pt idx="3837">
                  <c:v>3839</c:v>
                </c:pt>
                <c:pt idx="3838">
                  <c:v>3840</c:v>
                </c:pt>
                <c:pt idx="3839">
                  <c:v>3841</c:v>
                </c:pt>
                <c:pt idx="3840">
                  <c:v>3842</c:v>
                </c:pt>
                <c:pt idx="3841">
                  <c:v>3843</c:v>
                </c:pt>
                <c:pt idx="3842">
                  <c:v>3844</c:v>
                </c:pt>
                <c:pt idx="3843">
                  <c:v>3845</c:v>
                </c:pt>
                <c:pt idx="3844">
                  <c:v>3846</c:v>
                </c:pt>
                <c:pt idx="3845">
                  <c:v>3847</c:v>
                </c:pt>
                <c:pt idx="3846">
                  <c:v>3848</c:v>
                </c:pt>
                <c:pt idx="3847">
                  <c:v>3849</c:v>
                </c:pt>
                <c:pt idx="3848">
                  <c:v>3850</c:v>
                </c:pt>
                <c:pt idx="3849">
                  <c:v>3851</c:v>
                </c:pt>
                <c:pt idx="3850">
                  <c:v>3852</c:v>
                </c:pt>
                <c:pt idx="3851">
                  <c:v>3853</c:v>
                </c:pt>
                <c:pt idx="3852">
                  <c:v>3854</c:v>
                </c:pt>
                <c:pt idx="3853">
                  <c:v>3855</c:v>
                </c:pt>
                <c:pt idx="3854">
                  <c:v>3856</c:v>
                </c:pt>
                <c:pt idx="3855">
                  <c:v>3857</c:v>
                </c:pt>
                <c:pt idx="3856">
                  <c:v>3858</c:v>
                </c:pt>
                <c:pt idx="3857">
                  <c:v>3859</c:v>
                </c:pt>
                <c:pt idx="3858">
                  <c:v>3860</c:v>
                </c:pt>
                <c:pt idx="3859">
                  <c:v>3861</c:v>
                </c:pt>
                <c:pt idx="3860">
                  <c:v>3862</c:v>
                </c:pt>
                <c:pt idx="3861">
                  <c:v>3863</c:v>
                </c:pt>
                <c:pt idx="3862">
                  <c:v>3864</c:v>
                </c:pt>
                <c:pt idx="3863">
                  <c:v>3865</c:v>
                </c:pt>
                <c:pt idx="3864">
                  <c:v>3866</c:v>
                </c:pt>
                <c:pt idx="3865">
                  <c:v>3867</c:v>
                </c:pt>
                <c:pt idx="3866">
                  <c:v>3868</c:v>
                </c:pt>
                <c:pt idx="3867">
                  <c:v>3869</c:v>
                </c:pt>
                <c:pt idx="3868">
                  <c:v>3870</c:v>
                </c:pt>
                <c:pt idx="3869">
                  <c:v>3871</c:v>
                </c:pt>
                <c:pt idx="3870">
                  <c:v>3872</c:v>
                </c:pt>
                <c:pt idx="3871">
                  <c:v>3873</c:v>
                </c:pt>
                <c:pt idx="3872">
                  <c:v>3874</c:v>
                </c:pt>
                <c:pt idx="3873">
                  <c:v>3875</c:v>
                </c:pt>
                <c:pt idx="3874">
                  <c:v>3876</c:v>
                </c:pt>
                <c:pt idx="3875">
                  <c:v>3877</c:v>
                </c:pt>
                <c:pt idx="3876">
                  <c:v>3878</c:v>
                </c:pt>
                <c:pt idx="3877">
                  <c:v>3879</c:v>
                </c:pt>
                <c:pt idx="3878">
                  <c:v>3880</c:v>
                </c:pt>
                <c:pt idx="3879">
                  <c:v>3881</c:v>
                </c:pt>
                <c:pt idx="3880">
                  <c:v>3882</c:v>
                </c:pt>
                <c:pt idx="3881">
                  <c:v>3883</c:v>
                </c:pt>
                <c:pt idx="3882">
                  <c:v>3884</c:v>
                </c:pt>
                <c:pt idx="3883">
                  <c:v>3885</c:v>
                </c:pt>
                <c:pt idx="3884">
                  <c:v>3886</c:v>
                </c:pt>
                <c:pt idx="3885">
                  <c:v>3887</c:v>
                </c:pt>
                <c:pt idx="3886">
                  <c:v>3888</c:v>
                </c:pt>
                <c:pt idx="3887">
                  <c:v>3889</c:v>
                </c:pt>
                <c:pt idx="3888">
                  <c:v>3890</c:v>
                </c:pt>
                <c:pt idx="3889">
                  <c:v>3891</c:v>
                </c:pt>
                <c:pt idx="3890">
                  <c:v>3892</c:v>
                </c:pt>
                <c:pt idx="3891">
                  <c:v>3893</c:v>
                </c:pt>
                <c:pt idx="3892">
                  <c:v>3894</c:v>
                </c:pt>
                <c:pt idx="3893">
                  <c:v>3895</c:v>
                </c:pt>
                <c:pt idx="3894">
                  <c:v>3896</c:v>
                </c:pt>
                <c:pt idx="3895">
                  <c:v>3897</c:v>
                </c:pt>
                <c:pt idx="3896">
                  <c:v>3898</c:v>
                </c:pt>
                <c:pt idx="3897">
                  <c:v>3899</c:v>
                </c:pt>
                <c:pt idx="3898">
                  <c:v>3900</c:v>
                </c:pt>
                <c:pt idx="3899">
                  <c:v>3901</c:v>
                </c:pt>
                <c:pt idx="3900">
                  <c:v>3902</c:v>
                </c:pt>
                <c:pt idx="3901">
                  <c:v>3903</c:v>
                </c:pt>
                <c:pt idx="3902">
                  <c:v>3904</c:v>
                </c:pt>
                <c:pt idx="3903">
                  <c:v>3905</c:v>
                </c:pt>
                <c:pt idx="3904">
                  <c:v>3906</c:v>
                </c:pt>
                <c:pt idx="3905">
                  <c:v>3907</c:v>
                </c:pt>
                <c:pt idx="3906">
                  <c:v>3908</c:v>
                </c:pt>
                <c:pt idx="3907">
                  <c:v>3909</c:v>
                </c:pt>
                <c:pt idx="3908">
                  <c:v>3910</c:v>
                </c:pt>
                <c:pt idx="3909">
                  <c:v>3911</c:v>
                </c:pt>
                <c:pt idx="3910">
                  <c:v>3912</c:v>
                </c:pt>
                <c:pt idx="3911">
                  <c:v>3913</c:v>
                </c:pt>
                <c:pt idx="3912">
                  <c:v>3914</c:v>
                </c:pt>
                <c:pt idx="3913">
                  <c:v>3915</c:v>
                </c:pt>
                <c:pt idx="3914">
                  <c:v>3916</c:v>
                </c:pt>
                <c:pt idx="3915">
                  <c:v>3917</c:v>
                </c:pt>
                <c:pt idx="3916">
                  <c:v>3918</c:v>
                </c:pt>
                <c:pt idx="3917">
                  <c:v>3919</c:v>
                </c:pt>
                <c:pt idx="3918">
                  <c:v>3920</c:v>
                </c:pt>
                <c:pt idx="3919">
                  <c:v>3921</c:v>
                </c:pt>
                <c:pt idx="3920">
                  <c:v>3922</c:v>
                </c:pt>
                <c:pt idx="3921">
                  <c:v>3923</c:v>
                </c:pt>
                <c:pt idx="3922">
                  <c:v>3924</c:v>
                </c:pt>
                <c:pt idx="3923">
                  <c:v>3925</c:v>
                </c:pt>
                <c:pt idx="3924">
                  <c:v>3926</c:v>
                </c:pt>
                <c:pt idx="3925">
                  <c:v>3927</c:v>
                </c:pt>
                <c:pt idx="3926">
                  <c:v>3928</c:v>
                </c:pt>
                <c:pt idx="3927">
                  <c:v>3929</c:v>
                </c:pt>
                <c:pt idx="3928">
                  <c:v>3930</c:v>
                </c:pt>
                <c:pt idx="3929">
                  <c:v>3931</c:v>
                </c:pt>
                <c:pt idx="3930">
                  <c:v>3932</c:v>
                </c:pt>
                <c:pt idx="3931">
                  <c:v>3933</c:v>
                </c:pt>
                <c:pt idx="3932">
                  <c:v>3934</c:v>
                </c:pt>
                <c:pt idx="3933">
                  <c:v>3935</c:v>
                </c:pt>
                <c:pt idx="3934">
                  <c:v>3936</c:v>
                </c:pt>
                <c:pt idx="3935">
                  <c:v>3937</c:v>
                </c:pt>
                <c:pt idx="3936">
                  <c:v>3938</c:v>
                </c:pt>
                <c:pt idx="3937">
                  <c:v>3939</c:v>
                </c:pt>
                <c:pt idx="3938">
                  <c:v>3940</c:v>
                </c:pt>
                <c:pt idx="3939">
                  <c:v>3941</c:v>
                </c:pt>
                <c:pt idx="3940">
                  <c:v>3942</c:v>
                </c:pt>
                <c:pt idx="3941">
                  <c:v>3943</c:v>
                </c:pt>
                <c:pt idx="3942">
                  <c:v>3944</c:v>
                </c:pt>
                <c:pt idx="3943">
                  <c:v>3945</c:v>
                </c:pt>
                <c:pt idx="3944">
                  <c:v>3946</c:v>
                </c:pt>
                <c:pt idx="3945">
                  <c:v>3947</c:v>
                </c:pt>
                <c:pt idx="3946">
                  <c:v>3948</c:v>
                </c:pt>
                <c:pt idx="3947">
                  <c:v>3949</c:v>
                </c:pt>
                <c:pt idx="3948">
                  <c:v>3950</c:v>
                </c:pt>
                <c:pt idx="3949">
                  <c:v>3951</c:v>
                </c:pt>
                <c:pt idx="3950">
                  <c:v>3952</c:v>
                </c:pt>
                <c:pt idx="3951">
                  <c:v>3953</c:v>
                </c:pt>
                <c:pt idx="3952">
                  <c:v>3954</c:v>
                </c:pt>
                <c:pt idx="3953">
                  <c:v>3955</c:v>
                </c:pt>
                <c:pt idx="3954">
                  <c:v>3956</c:v>
                </c:pt>
                <c:pt idx="3955">
                  <c:v>3957</c:v>
                </c:pt>
                <c:pt idx="3956">
                  <c:v>3958</c:v>
                </c:pt>
                <c:pt idx="3957">
                  <c:v>3959</c:v>
                </c:pt>
                <c:pt idx="3958">
                  <c:v>3960</c:v>
                </c:pt>
                <c:pt idx="3959">
                  <c:v>3961</c:v>
                </c:pt>
                <c:pt idx="3960">
                  <c:v>3962</c:v>
                </c:pt>
                <c:pt idx="3961">
                  <c:v>3963</c:v>
                </c:pt>
                <c:pt idx="3962">
                  <c:v>3964</c:v>
                </c:pt>
                <c:pt idx="3963">
                  <c:v>3965</c:v>
                </c:pt>
                <c:pt idx="3964">
                  <c:v>3966</c:v>
                </c:pt>
                <c:pt idx="3965">
                  <c:v>3967</c:v>
                </c:pt>
                <c:pt idx="3966">
                  <c:v>3968</c:v>
                </c:pt>
                <c:pt idx="3967">
                  <c:v>3969</c:v>
                </c:pt>
                <c:pt idx="3968">
                  <c:v>3970</c:v>
                </c:pt>
                <c:pt idx="3969">
                  <c:v>3971</c:v>
                </c:pt>
                <c:pt idx="3970">
                  <c:v>3972</c:v>
                </c:pt>
                <c:pt idx="3971">
                  <c:v>3973</c:v>
                </c:pt>
                <c:pt idx="3972">
                  <c:v>3974</c:v>
                </c:pt>
                <c:pt idx="3973">
                  <c:v>3975</c:v>
                </c:pt>
                <c:pt idx="3974">
                  <c:v>3976</c:v>
                </c:pt>
                <c:pt idx="3975">
                  <c:v>3977</c:v>
                </c:pt>
                <c:pt idx="3976">
                  <c:v>3978</c:v>
                </c:pt>
                <c:pt idx="3977">
                  <c:v>3979</c:v>
                </c:pt>
                <c:pt idx="3978">
                  <c:v>3980</c:v>
                </c:pt>
                <c:pt idx="3979">
                  <c:v>3981</c:v>
                </c:pt>
                <c:pt idx="3980">
                  <c:v>3982</c:v>
                </c:pt>
                <c:pt idx="3981">
                  <c:v>3983</c:v>
                </c:pt>
                <c:pt idx="3982">
                  <c:v>3984</c:v>
                </c:pt>
                <c:pt idx="3983">
                  <c:v>3985</c:v>
                </c:pt>
                <c:pt idx="3984">
                  <c:v>3986</c:v>
                </c:pt>
                <c:pt idx="3985">
                  <c:v>3987</c:v>
                </c:pt>
                <c:pt idx="3986">
                  <c:v>3988</c:v>
                </c:pt>
                <c:pt idx="3987">
                  <c:v>3989</c:v>
                </c:pt>
                <c:pt idx="3988">
                  <c:v>3990</c:v>
                </c:pt>
                <c:pt idx="3989">
                  <c:v>3991</c:v>
                </c:pt>
                <c:pt idx="3990">
                  <c:v>3992</c:v>
                </c:pt>
                <c:pt idx="3991">
                  <c:v>3993</c:v>
                </c:pt>
                <c:pt idx="3992">
                  <c:v>3994</c:v>
                </c:pt>
                <c:pt idx="3993">
                  <c:v>3995</c:v>
                </c:pt>
                <c:pt idx="3994">
                  <c:v>3996</c:v>
                </c:pt>
                <c:pt idx="3995">
                  <c:v>3997</c:v>
                </c:pt>
                <c:pt idx="3996">
                  <c:v>3998</c:v>
                </c:pt>
                <c:pt idx="3997">
                  <c:v>3999</c:v>
                </c:pt>
                <c:pt idx="3998">
                  <c:v>4000</c:v>
                </c:pt>
                <c:pt idx="3999">
                  <c:v>4001</c:v>
                </c:pt>
                <c:pt idx="4000">
                  <c:v>4002</c:v>
                </c:pt>
                <c:pt idx="4001">
                  <c:v>4003</c:v>
                </c:pt>
                <c:pt idx="4002">
                  <c:v>4004</c:v>
                </c:pt>
                <c:pt idx="4003">
                  <c:v>4005</c:v>
                </c:pt>
                <c:pt idx="4004">
                  <c:v>4006</c:v>
                </c:pt>
                <c:pt idx="4005">
                  <c:v>4007</c:v>
                </c:pt>
                <c:pt idx="4006">
                  <c:v>4008</c:v>
                </c:pt>
                <c:pt idx="4007">
                  <c:v>4009</c:v>
                </c:pt>
                <c:pt idx="4008">
                  <c:v>4010</c:v>
                </c:pt>
                <c:pt idx="4009">
                  <c:v>4011</c:v>
                </c:pt>
                <c:pt idx="4010">
                  <c:v>4012</c:v>
                </c:pt>
                <c:pt idx="4011">
                  <c:v>4013</c:v>
                </c:pt>
                <c:pt idx="4012">
                  <c:v>4014</c:v>
                </c:pt>
                <c:pt idx="4013">
                  <c:v>4015</c:v>
                </c:pt>
                <c:pt idx="4014">
                  <c:v>4016</c:v>
                </c:pt>
                <c:pt idx="4015">
                  <c:v>4017</c:v>
                </c:pt>
                <c:pt idx="4016">
                  <c:v>4018</c:v>
                </c:pt>
                <c:pt idx="4017">
                  <c:v>4019</c:v>
                </c:pt>
                <c:pt idx="4018">
                  <c:v>4020</c:v>
                </c:pt>
                <c:pt idx="4019">
                  <c:v>4021</c:v>
                </c:pt>
                <c:pt idx="4020">
                  <c:v>4022</c:v>
                </c:pt>
                <c:pt idx="4021">
                  <c:v>4023</c:v>
                </c:pt>
                <c:pt idx="4022">
                  <c:v>4024</c:v>
                </c:pt>
                <c:pt idx="4023">
                  <c:v>4025</c:v>
                </c:pt>
                <c:pt idx="4024">
                  <c:v>4026</c:v>
                </c:pt>
                <c:pt idx="4025">
                  <c:v>4027</c:v>
                </c:pt>
                <c:pt idx="4026">
                  <c:v>4028</c:v>
                </c:pt>
                <c:pt idx="4027">
                  <c:v>4029</c:v>
                </c:pt>
                <c:pt idx="4028">
                  <c:v>4030</c:v>
                </c:pt>
                <c:pt idx="4029">
                  <c:v>4031</c:v>
                </c:pt>
                <c:pt idx="4030">
                  <c:v>4032</c:v>
                </c:pt>
                <c:pt idx="4031">
                  <c:v>4033</c:v>
                </c:pt>
                <c:pt idx="4032">
                  <c:v>4034</c:v>
                </c:pt>
                <c:pt idx="4033">
                  <c:v>4035</c:v>
                </c:pt>
                <c:pt idx="4034">
                  <c:v>4036</c:v>
                </c:pt>
                <c:pt idx="4035">
                  <c:v>4037</c:v>
                </c:pt>
                <c:pt idx="4036">
                  <c:v>4038</c:v>
                </c:pt>
                <c:pt idx="4037">
                  <c:v>4039</c:v>
                </c:pt>
                <c:pt idx="4038">
                  <c:v>4040</c:v>
                </c:pt>
                <c:pt idx="4039">
                  <c:v>4041</c:v>
                </c:pt>
                <c:pt idx="4040">
                  <c:v>4042</c:v>
                </c:pt>
                <c:pt idx="4041">
                  <c:v>4043</c:v>
                </c:pt>
                <c:pt idx="4042">
                  <c:v>4044</c:v>
                </c:pt>
                <c:pt idx="4043">
                  <c:v>4045</c:v>
                </c:pt>
                <c:pt idx="4044">
                  <c:v>4046</c:v>
                </c:pt>
                <c:pt idx="4045">
                  <c:v>4047</c:v>
                </c:pt>
                <c:pt idx="4046">
                  <c:v>4048</c:v>
                </c:pt>
                <c:pt idx="4047">
                  <c:v>4049</c:v>
                </c:pt>
                <c:pt idx="4048">
                  <c:v>4050</c:v>
                </c:pt>
                <c:pt idx="4049">
                  <c:v>4051</c:v>
                </c:pt>
                <c:pt idx="4050">
                  <c:v>4052</c:v>
                </c:pt>
                <c:pt idx="4051">
                  <c:v>4053</c:v>
                </c:pt>
                <c:pt idx="4052">
                  <c:v>4054</c:v>
                </c:pt>
                <c:pt idx="4053">
                  <c:v>4055</c:v>
                </c:pt>
                <c:pt idx="4054">
                  <c:v>4056</c:v>
                </c:pt>
                <c:pt idx="4055">
                  <c:v>4057</c:v>
                </c:pt>
                <c:pt idx="4056">
                  <c:v>4058</c:v>
                </c:pt>
                <c:pt idx="4057">
                  <c:v>4059</c:v>
                </c:pt>
                <c:pt idx="4058">
                  <c:v>4060</c:v>
                </c:pt>
                <c:pt idx="4059">
                  <c:v>4061</c:v>
                </c:pt>
                <c:pt idx="4060">
                  <c:v>4062</c:v>
                </c:pt>
                <c:pt idx="4061">
                  <c:v>4063</c:v>
                </c:pt>
                <c:pt idx="4062">
                  <c:v>4064</c:v>
                </c:pt>
                <c:pt idx="4063">
                  <c:v>4065</c:v>
                </c:pt>
                <c:pt idx="4064">
                  <c:v>4066</c:v>
                </c:pt>
                <c:pt idx="4065">
                  <c:v>4067</c:v>
                </c:pt>
                <c:pt idx="4066">
                  <c:v>4068</c:v>
                </c:pt>
                <c:pt idx="4067">
                  <c:v>4069</c:v>
                </c:pt>
                <c:pt idx="4068">
                  <c:v>4070</c:v>
                </c:pt>
                <c:pt idx="4069">
                  <c:v>4071</c:v>
                </c:pt>
                <c:pt idx="4070">
                  <c:v>4072</c:v>
                </c:pt>
                <c:pt idx="4071">
                  <c:v>4073</c:v>
                </c:pt>
                <c:pt idx="4072">
                  <c:v>4074</c:v>
                </c:pt>
                <c:pt idx="4073">
                  <c:v>4075</c:v>
                </c:pt>
                <c:pt idx="4074">
                  <c:v>4076</c:v>
                </c:pt>
                <c:pt idx="4075">
                  <c:v>4077</c:v>
                </c:pt>
                <c:pt idx="4076">
                  <c:v>4078</c:v>
                </c:pt>
                <c:pt idx="4077">
                  <c:v>4079</c:v>
                </c:pt>
                <c:pt idx="4078">
                  <c:v>4080</c:v>
                </c:pt>
                <c:pt idx="4079">
                  <c:v>4081</c:v>
                </c:pt>
                <c:pt idx="4080">
                  <c:v>4082</c:v>
                </c:pt>
                <c:pt idx="4081">
                  <c:v>4083</c:v>
                </c:pt>
                <c:pt idx="4082">
                  <c:v>4084</c:v>
                </c:pt>
                <c:pt idx="4083">
                  <c:v>4085</c:v>
                </c:pt>
                <c:pt idx="4084">
                  <c:v>4086</c:v>
                </c:pt>
                <c:pt idx="4085">
                  <c:v>4087</c:v>
                </c:pt>
                <c:pt idx="4086">
                  <c:v>4088</c:v>
                </c:pt>
                <c:pt idx="4087">
                  <c:v>4089</c:v>
                </c:pt>
                <c:pt idx="4088">
                  <c:v>4090</c:v>
                </c:pt>
                <c:pt idx="4089">
                  <c:v>4091</c:v>
                </c:pt>
                <c:pt idx="4090">
                  <c:v>4092</c:v>
                </c:pt>
                <c:pt idx="4091">
                  <c:v>4093</c:v>
                </c:pt>
                <c:pt idx="4092">
                  <c:v>4094</c:v>
                </c:pt>
                <c:pt idx="4093">
                  <c:v>4095</c:v>
                </c:pt>
                <c:pt idx="4094">
                  <c:v>4096</c:v>
                </c:pt>
                <c:pt idx="4095">
                  <c:v>4097</c:v>
                </c:pt>
                <c:pt idx="4096">
                  <c:v>4098</c:v>
                </c:pt>
                <c:pt idx="4097">
                  <c:v>4099</c:v>
                </c:pt>
                <c:pt idx="4098">
                  <c:v>4100</c:v>
                </c:pt>
                <c:pt idx="4099">
                  <c:v>4101</c:v>
                </c:pt>
                <c:pt idx="4100">
                  <c:v>4102</c:v>
                </c:pt>
                <c:pt idx="4101">
                  <c:v>4103</c:v>
                </c:pt>
                <c:pt idx="4102">
                  <c:v>4104</c:v>
                </c:pt>
                <c:pt idx="4103">
                  <c:v>4105</c:v>
                </c:pt>
                <c:pt idx="4104">
                  <c:v>4106</c:v>
                </c:pt>
                <c:pt idx="4105">
                  <c:v>4107</c:v>
                </c:pt>
                <c:pt idx="4106">
                  <c:v>4108</c:v>
                </c:pt>
                <c:pt idx="4107">
                  <c:v>4109</c:v>
                </c:pt>
                <c:pt idx="4108">
                  <c:v>4110</c:v>
                </c:pt>
                <c:pt idx="4109">
                  <c:v>4111</c:v>
                </c:pt>
                <c:pt idx="4110">
                  <c:v>4112</c:v>
                </c:pt>
                <c:pt idx="4111">
                  <c:v>4113</c:v>
                </c:pt>
                <c:pt idx="4112">
                  <c:v>4114</c:v>
                </c:pt>
                <c:pt idx="4113">
                  <c:v>4115</c:v>
                </c:pt>
                <c:pt idx="4114">
                  <c:v>4116</c:v>
                </c:pt>
                <c:pt idx="4115">
                  <c:v>4117</c:v>
                </c:pt>
                <c:pt idx="4116">
                  <c:v>4118</c:v>
                </c:pt>
                <c:pt idx="4117">
                  <c:v>4119</c:v>
                </c:pt>
                <c:pt idx="4118">
                  <c:v>4120</c:v>
                </c:pt>
                <c:pt idx="4119">
                  <c:v>4121</c:v>
                </c:pt>
                <c:pt idx="4120">
                  <c:v>4122</c:v>
                </c:pt>
                <c:pt idx="4121">
                  <c:v>4123</c:v>
                </c:pt>
                <c:pt idx="4122">
                  <c:v>4124</c:v>
                </c:pt>
                <c:pt idx="4123">
                  <c:v>4125</c:v>
                </c:pt>
                <c:pt idx="4124">
                  <c:v>4126</c:v>
                </c:pt>
                <c:pt idx="4125">
                  <c:v>4127</c:v>
                </c:pt>
                <c:pt idx="4126">
                  <c:v>4128</c:v>
                </c:pt>
                <c:pt idx="4127">
                  <c:v>4129</c:v>
                </c:pt>
                <c:pt idx="4128">
                  <c:v>4130</c:v>
                </c:pt>
                <c:pt idx="4129">
                  <c:v>4131</c:v>
                </c:pt>
                <c:pt idx="4130">
                  <c:v>4132</c:v>
                </c:pt>
                <c:pt idx="4131">
                  <c:v>4133</c:v>
                </c:pt>
                <c:pt idx="4132">
                  <c:v>4134</c:v>
                </c:pt>
                <c:pt idx="4133">
                  <c:v>4135</c:v>
                </c:pt>
                <c:pt idx="4134">
                  <c:v>4136</c:v>
                </c:pt>
                <c:pt idx="4135">
                  <c:v>4137</c:v>
                </c:pt>
                <c:pt idx="4136">
                  <c:v>4138</c:v>
                </c:pt>
                <c:pt idx="4137">
                  <c:v>4139</c:v>
                </c:pt>
                <c:pt idx="4138">
                  <c:v>4140</c:v>
                </c:pt>
                <c:pt idx="4139">
                  <c:v>4141</c:v>
                </c:pt>
                <c:pt idx="4140">
                  <c:v>4142</c:v>
                </c:pt>
                <c:pt idx="4141">
                  <c:v>4143</c:v>
                </c:pt>
                <c:pt idx="4142">
                  <c:v>4144</c:v>
                </c:pt>
                <c:pt idx="4143">
                  <c:v>4145</c:v>
                </c:pt>
                <c:pt idx="4144">
                  <c:v>4146</c:v>
                </c:pt>
                <c:pt idx="4145">
                  <c:v>4147</c:v>
                </c:pt>
                <c:pt idx="4146">
                  <c:v>4148</c:v>
                </c:pt>
                <c:pt idx="4147">
                  <c:v>4149</c:v>
                </c:pt>
                <c:pt idx="4148">
                  <c:v>4150</c:v>
                </c:pt>
                <c:pt idx="4149">
                  <c:v>4151</c:v>
                </c:pt>
                <c:pt idx="4150">
                  <c:v>4152</c:v>
                </c:pt>
                <c:pt idx="4151">
                  <c:v>4153</c:v>
                </c:pt>
                <c:pt idx="4152">
                  <c:v>4154</c:v>
                </c:pt>
                <c:pt idx="4153">
                  <c:v>4155</c:v>
                </c:pt>
                <c:pt idx="4154">
                  <c:v>4156</c:v>
                </c:pt>
                <c:pt idx="4155">
                  <c:v>4157</c:v>
                </c:pt>
                <c:pt idx="4156">
                  <c:v>4158</c:v>
                </c:pt>
                <c:pt idx="4157">
                  <c:v>4159</c:v>
                </c:pt>
                <c:pt idx="4158">
                  <c:v>4160</c:v>
                </c:pt>
                <c:pt idx="4159">
                  <c:v>4161</c:v>
                </c:pt>
                <c:pt idx="4160">
                  <c:v>4162</c:v>
                </c:pt>
                <c:pt idx="4161">
                  <c:v>4163</c:v>
                </c:pt>
                <c:pt idx="4162">
                  <c:v>4164</c:v>
                </c:pt>
                <c:pt idx="4163">
                  <c:v>4165</c:v>
                </c:pt>
                <c:pt idx="4164">
                  <c:v>4166</c:v>
                </c:pt>
                <c:pt idx="4165">
                  <c:v>4167</c:v>
                </c:pt>
                <c:pt idx="4166">
                  <c:v>4168</c:v>
                </c:pt>
                <c:pt idx="4167">
                  <c:v>4169</c:v>
                </c:pt>
                <c:pt idx="4168">
                  <c:v>4170</c:v>
                </c:pt>
                <c:pt idx="4169">
                  <c:v>4171</c:v>
                </c:pt>
                <c:pt idx="4170">
                  <c:v>4172</c:v>
                </c:pt>
                <c:pt idx="4171">
                  <c:v>4173</c:v>
                </c:pt>
                <c:pt idx="4172">
                  <c:v>4174</c:v>
                </c:pt>
                <c:pt idx="4173">
                  <c:v>4175</c:v>
                </c:pt>
                <c:pt idx="4174">
                  <c:v>4176</c:v>
                </c:pt>
                <c:pt idx="4175">
                  <c:v>4177</c:v>
                </c:pt>
                <c:pt idx="4176">
                  <c:v>4178</c:v>
                </c:pt>
                <c:pt idx="4177">
                  <c:v>4179</c:v>
                </c:pt>
                <c:pt idx="4178">
                  <c:v>4180</c:v>
                </c:pt>
                <c:pt idx="4179">
                  <c:v>4181</c:v>
                </c:pt>
                <c:pt idx="4180">
                  <c:v>4182</c:v>
                </c:pt>
                <c:pt idx="4181">
                  <c:v>4183</c:v>
                </c:pt>
                <c:pt idx="4182">
                  <c:v>4184</c:v>
                </c:pt>
                <c:pt idx="4183">
                  <c:v>4185</c:v>
                </c:pt>
                <c:pt idx="4184">
                  <c:v>4186</c:v>
                </c:pt>
                <c:pt idx="4185">
                  <c:v>4187</c:v>
                </c:pt>
                <c:pt idx="4186">
                  <c:v>4188</c:v>
                </c:pt>
                <c:pt idx="4187">
                  <c:v>4189</c:v>
                </c:pt>
                <c:pt idx="4188">
                  <c:v>4190</c:v>
                </c:pt>
                <c:pt idx="4189">
                  <c:v>4191</c:v>
                </c:pt>
                <c:pt idx="4190">
                  <c:v>4192</c:v>
                </c:pt>
                <c:pt idx="4191">
                  <c:v>4193</c:v>
                </c:pt>
                <c:pt idx="4192">
                  <c:v>4194</c:v>
                </c:pt>
                <c:pt idx="4193">
                  <c:v>4195</c:v>
                </c:pt>
                <c:pt idx="4194">
                  <c:v>4196</c:v>
                </c:pt>
                <c:pt idx="4195">
                  <c:v>4197</c:v>
                </c:pt>
                <c:pt idx="4196">
                  <c:v>4198</c:v>
                </c:pt>
                <c:pt idx="4197">
                  <c:v>4199</c:v>
                </c:pt>
                <c:pt idx="4198">
                  <c:v>4200</c:v>
                </c:pt>
                <c:pt idx="4199">
                  <c:v>4201</c:v>
                </c:pt>
                <c:pt idx="4200">
                  <c:v>4202</c:v>
                </c:pt>
                <c:pt idx="4201">
                  <c:v>4203</c:v>
                </c:pt>
                <c:pt idx="4202">
                  <c:v>4204</c:v>
                </c:pt>
                <c:pt idx="4203">
                  <c:v>4205</c:v>
                </c:pt>
                <c:pt idx="4204">
                  <c:v>4206</c:v>
                </c:pt>
                <c:pt idx="4205">
                  <c:v>4207</c:v>
                </c:pt>
                <c:pt idx="4206">
                  <c:v>4208</c:v>
                </c:pt>
                <c:pt idx="4207">
                  <c:v>4209</c:v>
                </c:pt>
                <c:pt idx="4208">
                  <c:v>4210</c:v>
                </c:pt>
                <c:pt idx="4209">
                  <c:v>4211</c:v>
                </c:pt>
                <c:pt idx="4210">
                  <c:v>4212</c:v>
                </c:pt>
                <c:pt idx="4211">
                  <c:v>4213</c:v>
                </c:pt>
                <c:pt idx="4212">
                  <c:v>4214</c:v>
                </c:pt>
                <c:pt idx="4213">
                  <c:v>4215</c:v>
                </c:pt>
                <c:pt idx="4214">
                  <c:v>4216</c:v>
                </c:pt>
                <c:pt idx="4215">
                  <c:v>4217</c:v>
                </c:pt>
                <c:pt idx="4216">
                  <c:v>4218</c:v>
                </c:pt>
                <c:pt idx="4217">
                  <c:v>4219</c:v>
                </c:pt>
                <c:pt idx="4218">
                  <c:v>4220</c:v>
                </c:pt>
                <c:pt idx="4219">
                  <c:v>4221</c:v>
                </c:pt>
                <c:pt idx="4220">
                  <c:v>4222</c:v>
                </c:pt>
                <c:pt idx="4221">
                  <c:v>4223</c:v>
                </c:pt>
                <c:pt idx="4222">
                  <c:v>4224</c:v>
                </c:pt>
                <c:pt idx="4223">
                  <c:v>4225</c:v>
                </c:pt>
                <c:pt idx="4224">
                  <c:v>4226</c:v>
                </c:pt>
                <c:pt idx="4225">
                  <c:v>4227</c:v>
                </c:pt>
                <c:pt idx="4226">
                  <c:v>4228</c:v>
                </c:pt>
                <c:pt idx="4227">
                  <c:v>4229</c:v>
                </c:pt>
                <c:pt idx="4228">
                  <c:v>4230</c:v>
                </c:pt>
                <c:pt idx="4229">
                  <c:v>4231</c:v>
                </c:pt>
                <c:pt idx="4230">
                  <c:v>4232</c:v>
                </c:pt>
                <c:pt idx="4231">
                  <c:v>4233</c:v>
                </c:pt>
                <c:pt idx="4232">
                  <c:v>4234</c:v>
                </c:pt>
                <c:pt idx="4233">
                  <c:v>4235</c:v>
                </c:pt>
                <c:pt idx="4234">
                  <c:v>4236</c:v>
                </c:pt>
                <c:pt idx="4235">
                  <c:v>4237</c:v>
                </c:pt>
                <c:pt idx="4236">
                  <c:v>4238</c:v>
                </c:pt>
                <c:pt idx="4237">
                  <c:v>4239</c:v>
                </c:pt>
                <c:pt idx="4238">
                  <c:v>4240</c:v>
                </c:pt>
                <c:pt idx="4239">
                  <c:v>4241</c:v>
                </c:pt>
                <c:pt idx="4240">
                  <c:v>4242</c:v>
                </c:pt>
                <c:pt idx="4241">
                  <c:v>4243</c:v>
                </c:pt>
                <c:pt idx="4242">
                  <c:v>4244</c:v>
                </c:pt>
                <c:pt idx="4243">
                  <c:v>4245</c:v>
                </c:pt>
                <c:pt idx="4244">
                  <c:v>4246</c:v>
                </c:pt>
                <c:pt idx="4245">
                  <c:v>4247</c:v>
                </c:pt>
                <c:pt idx="4246">
                  <c:v>4248</c:v>
                </c:pt>
                <c:pt idx="4247">
                  <c:v>4249</c:v>
                </c:pt>
                <c:pt idx="4248">
                  <c:v>4250</c:v>
                </c:pt>
                <c:pt idx="4249">
                  <c:v>4251</c:v>
                </c:pt>
                <c:pt idx="4250">
                  <c:v>4252</c:v>
                </c:pt>
                <c:pt idx="4251">
                  <c:v>4253</c:v>
                </c:pt>
                <c:pt idx="4252">
                  <c:v>4254</c:v>
                </c:pt>
                <c:pt idx="4253">
                  <c:v>4255</c:v>
                </c:pt>
                <c:pt idx="4254">
                  <c:v>4256</c:v>
                </c:pt>
                <c:pt idx="4255">
                  <c:v>4257</c:v>
                </c:pt>
                <c:pt idx="4256">
                  <c:v>4258</c:v>
                </c:pt>
                <c:pt idx="4257">
                  <c:v>4259</c:v>
                </c:pt>
                <c:pt idx="4258">
                  <c:v>4260</c:v>
                </c:pt>
                <c:pt idx="4259">
                  <c:v>4261</c:v>
                </c:pt>
                <c:pt idx="4260">
                  <c:v>4262</c:v>
                </c:pt>
                <c:pt idx="4261">
                  <c:v>4263</c:v>
                </c:pt>
                <c:pt idx="4262">
                  <c:v>4264</c:v>
                </c:pt>
                <c:pt idx="4263">
                  <c:v>4265</c:v>
                </c:pt>
                <c:pt idx="4264">
                  <c:v>4266</c:v>
                </c:pt>
                <c:pt idx="4265">
                  <c:v>4267</c:v>
                </c:pt>
                <c:pt idx="4266">
                  <c:v>4268</c:v>
                </c:pt>
                <c:pt idx="4267">
                  <c:v>4269</c:v>
                </c:pt>
                <c:pt idx="4268">
                  <c:v>4270</c:v>
                </c:pt>
                <c:pt idx="4269">
                  <c:v>4271</c:v>
                </c:pt>
                <c:pt idx="4270">
                  <c:v>4272</c:v>
                </c:pt>
                <c:pt idx="4271">
                  <c:v>4273</c:v>
                </c:pt>
                <c:pt idx="4272">
                  <c:v>4274</c:v>
                </c:pt>
                <c:pt idx="4273">
                  <c:v>4275</c:v>
                </c:pt>
                <c:pt idx="4274">
                  <c:v>4276</c:v>
                </c:pt>
                <c:pt idx="4275">
                  <c:v>4277</c:v>
                </c:pt>
                <c:pt idx="4276">
                  <c:v>4278</c:v>
                </c:pt>
                <c:pt idx="4277">
                  <c:v>4279</c:v>
                </c:pt>
                <c:pt idx="4278">
                  <c:v>4280</c:v>
                </c:pt>
                <c:pt idx="4279">
                  <c:v>4281</c:v>
                </c:pt>
                <c:pt idx="4280">
                  <c:v>4282</c:v>
                </c:pt>
                <c:pt idx="4281">
                  <c:v>4283</c:v>
                </c:pt>
                <c:pt idx="4282">
                  <c:v>4284</c:v>
                </c:pt>
                <c:pt idx="4283">
                  <c:v>4285</c:v>
                </c:pt>
                <c:pt idx="4284">
                  <c:v>4286</c:v>
                </c:pt>
                <c:pt idx="4285">
                  <c:v>4287</c:v>
                </c:pt>
                <c:pt idx="4286">
                  <c:v>4288</c:v>
                </c:pt>
                <c:pt idx="4287">
                  <c:v>4289</c:v>
                </c:pt>
                <c:pt idx="4288">
                  <c:v>4290</c:v>
                </c:pt>
                <c:pt idx="4289">
                  <c:v>4291</c:v>
                </c:pt>
                <c:pt idx="4290">
                  <c:v>4292</c:v>
                </c:pt>
                <c:pt idx="4291">
                  <c:v>4293</c:v>
                </c:pt>
                <c:pt idx="4292">
                  <c:v>4294</c:v>
                </c:pt>
                <c:pt idx="4293">
                  <c:v>4295</c:v>
                </c:pt>
                <c:pt idx="4294">
                  <c:v>4296</c:v>
                </c:pt>
                <c:pt idx="4295">
                  <c:v>4297</c:v>
                </c:pt>
                <c:pt idx="4296">
                  <c:v>4298</c:v>
                </c:pt>
                <c:pt idx="4297">
                  <c:v>4299</c:v>
                </c:pt>
                <c:pt idx="4298">
                  <c:v>4300</c:v>
                </c:pt>
                <c:pt idx="4299">
                  <c:v>4301</c:v>
                </c:pt>
                <c:pt idx="4300">
                  <c:v>4302</c:v>
                </c:pt>
                <c:pt idx="4301">
                  <c:v>4303</c:v>
                </c:pt>
                <c:pt idx="4302">
                  <c:v>4304</c:v>
                </c:pt>
                <c:pt idx="4303">
                  <c:v>4305</c:v>
                </c:pt>
                <c:pt idx="4304">
                  <c:v>4306</c:v>
                </c:pt>
                <c:pt idx="4305">
                  <c:v>4307</c:v>
                </c:pt>
                <c:pt idx="4306">
                  <c:v>4308</c:v>
                </c:pt>
                <c:pt idx="4307">
                  <c:v>4309</c:v>
                </c:pt>
                <c:pt idx="4308">
                  <c:v>4310</c:v>
                </c:pt>
                <c:pt idx="4309">
                  <c:v>4311</c:v>
                </c:pt>
                <c:pt idx="4310">
                  <c:v>4312</c:v>
                </c:pt>
                <c:pt idx="4311">
                  <c:v>4313</c:v>
                </c:pt>
                <c:pt idx="4312">
                  <c:v>4314</c:v>
                </c:pt>
                <c:pt idx="4313">
                  <c:v>4315</c:v>
                </c:pt>
                <c:pt idx="4314">
                  <c:v>4316</c:v>
                </c:pt>
                <c:pt idx="4315">
                  <c:v>4317</c:v>
                </c:pt>
                <c:pt idx="4316">
                  <c:v>4318</c:v>
                </c:pt>
                <c:pt idx="4317">
                  <c:v>4319</c:v>
                </c:pt>
                <c:pt idx="4318">
                  <c:v>4320</c:v>
                </c:pt>
                <c:pt idx="4319">
                  <c:v>4321</c:v>
                </c:pt>
                <c:pt idx="4320">
                  <c:v>4322</c:v>
                </c:pt>
                <c:pt idx="4321">
                  <c:v>4323</c:v>
                </c:pt>
                <c:pt idx="4322">
                  <c:v>4324</c:v>
                </c:pt>
                <c:pt idx="4323">
                  <c:v>4325</c:v>
                </c:pt>
                <c:pt idx="4324">
                  <c:v>4326</c:v>
                </c:pt>
                <c:pt idx="4325">
                  <c:v>4327</c:v>
                </c:pt>
                <c:pt idx="4326">
                  <c:v>4328</c:v>
                </c:pt>
                <c:pt idx="4327">
                  <c:v>4329</c:v>
                </c:pt>
                <c:pt idx="4328">
                  <c:v>4330</c:v>
                </c:pt>
                <c:pt idx="4329">
                  <c:v>4331</c:v>
                </c:pt>
                <c:pt idx="4330">
                  <c:v>4332</c:v>
                </c:pt>
                <c:pt idx="4331">
                  <c:v>4333</c:v>
                </c:pt>
                <c:pt idx="4332">
                  <c:v>4334</c:v>
                </c:pt>
                <c:pt idx="4333">
                  <c:v>4335</c:v>
                </c:pt>
                <c:pt idx="4334">
                  <c:v>4336</c:v>
                </c:pt>
                <c:pt idx="4335">
                  <c:v>4337</c:v>
                </c:pt>
                <c:pt idx="4336">
                  <c:v>4338</c:v>
                </c:pt>
                <c:pt idx="4337">
                  <c:v>4339</c:v>
                </c:pt>
                <c:pt idx="4338">
                  <c:v>4340</c:v>
                </c:pt>
                <c:pt idx="4339">
                  <c:v>4341</c:v>
                </c:pt>
                <c:pt idx="4340">
                  <c:v>4342</c:v>
                </c:pt>
                <c:pt idx="4341">
                  <c:v>4343</c:v>
                </c:pt>
                <c:pt idx="4342">
                  <c:v>4344</c:v>
                </c:pt>
                <c:pt idx="4343">
                  <c:v>4345</c:v>
                </c:pt>
                <c:pt idx="4344">
                  <c:v>4346</c:v>
                </c:pt>
                <c:pt idx="4345">
                  <c:v>4347</c:v>
                </c:pt>
                <c:pt idx="4346">
                  <c:v>4348</c:v>
                </c:pt>
                <c:pt idx="4347">
                  <c:v>4349</c:v>
                </c:pt>
                <c:pt idx="4348">
                  <c:v>4350</c:v>
                </c:pt>
                <c:pt idx="4349">
                  <c:v>4351</c:v>
                </c:pt>
                <c:pt idx="4350">
                  <c:v>4352</c:v>
                </c:pt>
                <c:pt idx="4351">
                  <c:v>4353</c:v>
                </c:pt>
                <c:pt idx="4352">
                  <c:v>4354</c:v>
                </c:pt>
                <c:pt idx="4353">
                  <c:v>4355</c:v>
                </c:pt>
                <c:pt idx="4354">
                  <c:v>4356</c:v>
                </c:pt>
                <c:pt idx="4355">
                  <c:v>4357</c:v>
                </c:pt>
                <c:pt idx="4356">
                  <c:v>4358</c:v>
                </c:pt>
                <c:pt idx="4357">
                  <c:v>4359</c:v>
                </c:pt>
                <c:pt idx="4358">
                  <c:v>4360</c:v>
                </c:pt>
                <c:pt idx="4359">
                  <c:v>4361</c:v>
                </c:pt>
                <c:pt idx="4360">
                  <c:v>4362</c:v>
                </c:pt>
                <c:pt idx="4361">
                  <c:v>4363</c:v>
                </c:pt>
                <c:pt idx="4362">
                  <c:v>4364</c:v>
                </c:pt>
                <c:pt idx="4363">
                  <c:v>4365</c:v>
                </c:pt>
                <c:pt idx="4364">
                  <c:v>4366</c:v>
                </c:pt>
                <c:pt idx="4365">
                  <c:v>4367</c:v>
                </c:pt>
                <c:pt idx="4366">
                  <c:v>4368</c:v>
                </c:pt>
                <c:pt idx="4367">
                  <c:v>4369</c:v>
                </c:pt>
                <c:pt idx="4368">
                  <c:v>4370</c:v>
                </c:pt>
                <c:pt idx="4369">
                  <c:v>4371</c:v>
                </c:pt>
                <c:pt idx="4370">
                  <c:v>4372</c:v>
                </c:pt>
                <c:pt idx="4371">
                  <c:v>4373</c:v>
                </c:pt>
                <c:pt idx="4372">
                  <c:v>4374</c:v>
                </c:pt>
                <c:pt idx="4373">
                  <c:v>4375</c:v>
                </c:pt>
                <c:pt idx="4374">
                  <c:v>4376</c:v>
                </c:pt>
                <c:pt idx="4375">
                  <c:v>4377</c:v>
                </c:pt>
                <c:pt idx="4376">
                  <c:v>4378</c:v>
                </c:pt>
                <c:pt idx="4377">
                  <c:v>4379</c:v>
                </c:pt>
                <c:pt idx="4378">
                  <c:v>4380</c:v>
                </c:pt>
                <c:pt idx="4379">
                  <c:v>4381</c:v>
                </c:pt>
                <c:pt idx="4380">
                  <c:v>4382</c:v>
                </c:pt>
                <c:pt idx="4381">
                  <c:v>4383</c:v>
                </c:pt>
                <c:pt idx="4382">
                  <c:v>4384</c:v>
                </c:pt>
                <c:pt idx="4383">
                  <c:v>4385</c:v>
                </c:pt>
                <c:pt idx="4384">
                  <c:v>4386</c:v>
                </c:pt>
                <c:pt idx="4385">
                  <c:v>4387</c:v>
                </c:pt>
                <c:pt idx="4386">
                  <c:v>4388</c:v>
                </c:pt>
                <c:pt idx="4387">
                  <c:v>4389</c:v>
                </c:pt>
                <c:pt idx="4388">
                  <c:v>4390</c:v>
                </c:pt>
                <c:pt idx="4389">
                  <c:v>4391</c:v>
                </c:pt>
                <c:pt idx="4390">
                  <c:v>4392</c:v>
                </c:pt>
                <c:pt idx="4391">
                  <c:v>4393</c:v>
                </c:pt>
                <c:pt idx="4392">
                  <c:v>4394</c:v>
                </c:pt>
                <c:pt idx="4393">
                  <c:v>4395</c:v>
                </c:pt>
                <c:pt idx="4394">
                  <c:v>4396</c:v>
                </c:pt>
                <c:pt idx="4395">
                  <c:v>4397</c:v>
                </c:pt>
                <c:pt idx="4396">
                  <c:v>4398</c:v>
                </c:pt>
                <c:pt idx="4397">
                  <c:v>4399</c:v>
                </c:pt>
                <c:pt idx="4398">
                  <c:v>4400</c:v>
                </c:pt>
                <c:pt idx="4399">
                  <c:v>4401</c:v>
                </c:pt>
                <c:pt idx="4400">
                  <c:v>4402</c:v>
                </c:pt>
                <c:pt idx="4401">
                  <c:v>4403</c:v>
                </c:pt>
                <c:pt idx="4402">
                  <c:v>4404</c:v>
                </c:pt>
                <c:pt idx="4403">
                  <c:v>4405</c:v>
                </c:pt>
                <c:pt idx="4404">
                  <c:v>4406</c:v>
                </c:pt>
                <c:pt idx="4405">
                  <c:v>4407</c:v>
                </c:pt>
                <c:pt idx="4406">
                  <c:v>4408</c:v>
                </c:pt>
                <c:pt idx="4407">
                  <c:v>4409</c:v>
                </c:pt>
                <c:pt idx="4408">
                  <c:v>4410</c:v>
                </c:pt>
                <c:pt idx="4409">
                  <c:v>4411</c:v>
                </c:pt>
                <c:pt idx="4410">
                  <c:v>4412</c:v>
                </c:pt>
                <c:pt idx="4411">
                  <c:v>4413</c:v>
                </c:pt>
                <c:pt idx="4412">
                  <c:v>4414</c:v>
                </c:pt>
                <c:pt idx="4413">
                  <c:v>4415</c:v>
                </c:pt>
                <c:pt idx="4414">
                  <c:v>4416</c:v>
                </c:pt>
                <c:pt idx="4415">
                  <c:v>4417</c:v>
                </c:pt>
                <c:pt idx="4416">
                  <c:v>4418</c:v>
                </c:pt>
                <c:pt idx="4417">
                  <c:v>4419</c:v>
                </c:pt>
                <c:pt idx="4418">
                  <c:v>4420</c:v>
                </c:pt>
                <c:pt idx="4419">
                  <c:v>4421</c:v>
                </c:pt>
                <c:pt idx="4420">
                  <c:v>4422</c:v>
                </c:pt>
                <c:pt idx="4421">
                  <c:v>4423</c:v>
                </c:pt>
                <c:pt idx="4422">
                  <c:v>4424</c:v>
                </c:pt>
                <c:pt idx="4423">
                  <c:v>4425</c:v>
                </c:pt>
                <c:pt idx="4424">
                  <c:v>4426</c:v>
                </c:pt>
                <c:pt idx="4425">
                  <c:v>4427</c:v>
                </c:pt>
                <c:pt idx="4426">
                  <c:v>4428</c:v>
                </c:pt>
                <c:pt idx="4427">
                  <c:v>4429</c:v>
                </c:pt>
                <c:pt idx="4428">
                  <c:v>4430</c:v>
                </c:pt>
                <c:pt idx="4429">
                  <c:v>4431</c:v>
                </c:pt>
                <c:pt idx="4430">
                  <c:v>4432</c:v>
                </c:pt>
                <c:pt idx="4431">
                  <c:v>4433</c:v>
                </c:pt>
                <c:pt idx="4432">
                  <c:v>4434</c:v>
                </c:pt>
                <c:pt idx="4433">
                  <c:v>4435</c:v>
                </c:pt>
                <c:pt idx="4434">
                  <c:v>4436</c:v>
                </c:pt>
                <c:pt idx="4435">
                  <c:v>4437</c:v>
                </c:pt>
                <c:pt idx="4436">
                  <c:v>4438</c:v>
                </c:pt>
                <c:pt idx="4437">
                  <c:v>4439</c:v>
                </c:pt>
                <c:pt idx="4438">
                  <c:v>4440</c:v>
                </c:pt>
                <c:pt idx="4439">
                  <c:v>4441</c:v>
                </c:pt>
                <c:pt idx="4440">
                  <c:v>4442</c:v>
                </c:pt>
                <c:pt idx="4441">
                  <c:v>4443</c:v>
                </c:pt>
                <c:pt idx="4442">
                  <c:v>4444</c:v>
                </c:pt>
                <c:pt idx="4443">
                  <c:v>4445</c:v>
                </c:pt>
                <c:pt idx="4444">
                  <c:v>4446</c:v>
                </c:pt>
                <c:pt idx="4445">
                  <c:v>4447</c:v>
                </c:pt>
                <c:pt idx="4446">
                  <c:v>4448</c:v>
                </c:pt>
                <c:pt idx="4447">
                  <c:v>4449</c:v>
                </c:pt>
                <c:pt idx="4448">
                  <c:v>4450</c:v>
                </c:pt>
                <c:pt idx="4449">
                  <c:v>4451</c:v>
                </c:pt>
                <c:pt idx="4450">
                  <c:v>4452</c:v>
                </c:pt>
                <c:pt idx="4451">
                  <c:v>4453</c:v>
                </c:pt>
                <c:pt idx="4452">
                  <c:v>4454</c:v>
                </c:pt>
                <c:pt idx="4453">
                  <c:v>4455</c:v>
                </c:pt>
                <c:pt idx="4454">
                  <c:v>4456</c:v>
                </c:pt>
                <c:pt idx="4455">
                  <c:v>4457</c:v>
                </c:pt>
                <c:pt idx="4456">
                  <c:v>4458</c:v>
                </c:pt>
                <c:pt idx="4457">
                  <c:v>4459</c:v>
                </c:pt>
                <c:pt idx="4458">
                  <c:v>4460</c:v>
                </c:pt>
                <c:pt idx="4459">
                  <c:v>4461</c:v>
                </c:pt>
                <c:pt idx="4460">
                  <c:v>4462</c:v>
                </c:pt>
                <c:pt idx="4461">
                  <c:v>4463</c:v>
                </c:pt>
                <c:pt idx="4462">
                  <c:v>4464</c:v>
                </c:pt>
                <c:pt idx="4463">
                  <c:v>4465</c:v>
                </c:pt>
                <c:pt idx="4464">
                  <c:v>4466</c:v>
                </c:pt>
                <c:pt idx="4465">
                  <c:v>4467</c:v>
                </c:pt>
                <c:pt idx="4466">
                  <c:v>4468</c:v>
                </c:pt>
                <c:pt idx="4467">
                  <c:v>4469</c:v>
                </c:pt>
                <c:pt idx="4468">
                  <c:v>4470</c:v>
                </c:pt>
                <c:pt idx="4469">
                  <c:v>4471</c:v>
                </c:pt>
                <c:pt idx="4470">
                  <c:v>4472</c:v>
                </c:pt>
                <c:pt idx="4471">
                  <c:v>4473</c:v>
                </c:pt>
                <c:pt idx="4472">
                  <c:v>4474</c:v>
                </c:pt>
                <c:pt idx="4473">
                  <c:v>4475</c:v>
                </c:pt>
                <c:pt idx="4474">
                  <c:v>4476</c:v>
                </c:pt>
                <c:pt idx="4475">
                  <c:v>4477</c:v>
                </c:pt>
                <c:pt idx="4476">
                  <c:v>4478</c:v>
                </c:pt>
                <c:pt idx="4477">
                  <c:v>4479</c:v>
                </c:pt>
                <c:pt idx="4478">
                  <c:v>4480</c:v>
                </c:pt>
                <c:pt idx="4479">
                  <c:v>4481</c:v>
                </c:pt>
                <c:pt idx="4480">
                  <c:v>4482</c:v>
                </c:pt>
                <c:pt idx="4481">
                  <c:v>4483</c:v>
                </c:pt>
                <c:pt idx="4482">
                  <c:v>4484</c:v>
                </c:pt>
                <c:pt idx="4483">
                  <c:v>4485</c:v>
                </c:pt>
                <c:pt idx="4484">
                  <c:v>4486</c:v>
                </c:pt>
                <c:pt idx="4485">
                  <c:v>4487</c:v>
                </c:pt>
                <c:pt idx="4486">
                  <c:v>4488</c:v>
                </c:pt>
                <c:pt idx="4487">
                  <c:v>4489</c:v>
                </c:pt>
                <c:pt idx="4488">
                  <c:v>4490</c:v>
                </c:pt>
                <c:pt idx="4489">
                  <c:v>4491</c:v>
                </c:pt>
                <c:pt idx="4490">
                  <c:v>4492</c:v>
                </c:pt>
                <c:pt idx="4491">
                  <c:v>4493</c:v>
                </c:pt>
                <c:pt idx="4492">
                  <c:v>4494</c:v>
                </c:pt>
                <c:pt idx="4493">
                  <c:v>4495</c:v>
                </c:pt>
                <c:pt idx="4494">
                  <c:v>4496</c:v>
                </c:pt>
                <c:pt idx="4495">
                  <c:v>4497</c:v>
                </c:pt>
                <c:pt idx="4496">
                  <c:v>4498</c:v>
                </c:pt>
                <c:pt idx="4497">
                  <c:v>4499</c:v>
                </c:pt>
                <c:pt idx="4498">
                  <c:v>4500</c:v>
                </c:pt>
                <c:pt idx="4499">
                  <c:v>4501</c:v>
                </c:pt>
                <c:pt idx="4500">
                  <c:v>4502</c:v>
                </c:pt>
                <c:pt idx="4501">
                  <c:v>4503</c:v>
                </c:pt>
                <c:pt idx="4502">
                  <c:v>4504</c:v>
                </c:pt>
                <c:pt idx="4503">
                  <c:v>4505</c:v>
                </c:pt>
                <c:pt idx="4504">
                  <c:v>4506</c:v>
                </c:pt>
                <c:pt idx="4505">
                  <c:v>4507</c:v>
                </c:pt>
                <c:pt idx="4506">
                  <c:v>4508</c:v>
                </c:pt>
                <c:pt idx="4507">
                  <c:v>4509</c:v>
                </c:pt>
                <c:pt idx="4508">
                  <c:v>4510</c:v>
                </c:pt>
                <c:pt idx="4509">
                  <c:v>4511</c:v>
                </c:pt>
                <c:pt idx="4510">
                  <c:v>4512</c:v>
                </c:pt>
                <c:pt idx="4511">
                  <c:v>4513</c:v>
                </c:pt>
                <c:pt idx="4512">
                  <c:v>4514</c:v>
                </c:pt>
                <c:pt idx="4513">
                  <c:v>4515</c:v>
                </c:pt>
                <c:pt idx="4514">
                  <c:v>4516</c:v>
                </c:pt>
                <c:pt idx="4515">
                  <c:v>4517</c:v>
                </c:pt>
                <c:pt idx="4516">
                  <c:v>4518</c:v>
                </c:pt>
                <c:pt idx="4517">
                  <c:v>4519</c:v>
                </c:pt>
                <c:pt idx="4518">
                  <c:v>4520</c:v>
                </c:pt>
                <c:pt idx="4519">
                  <c:v>4521</c:v>
                </c:pt>
                <c:pt idx="4520">
                  <c:v>4522</c:v>
                </c:pt>
                <c:pt idx="4521">
                  <c:v>4523</c:v>
                </c:pt>
                <c:pt idx="4522">
                  <c:v>4524</c:v>
                </c:pt>
                <c:pt idx="4523">
                  <c:v>4525</c:v>
                </c:pt>
                <c:pt idx="4524">
                  <c:v>4526</c:v>
                </c:pt>
                <c:pt idx="4525">
                  <c:v>4527</c:v>
                </c:pt>
                <c:pt idx="4526">
                  <c:v>4528</c:v>
                </c:pt>
                <c:pt idx="4527">
                  <c:v>4529</c:v>
                </c:pt>
                <c:pt idx="4528">
                  <c:v>4530</c:v>
                </c:pt>
                <c:pt idx="4529">
                  <c:v>4531</c:v>
                </c:pt>
                <c:pt idx="4530">
                  <c:v>4532</c:v>
                </c:pt>
                <c:pt idx="4531">
                  <c:v>4533</c:v>
                </c:pt>
                <c:pt idx="4532">
                  <c:v>4534</c:v>
                </c:pt>
                <c:pt idx="4533">
                  <c:v>4535</c:v>
                </c:pt>
                <c:pt idx="4534">
                  <c:v>4536</c:v>
                </c:pt>
                <c:pt idx="4535">
                  <c:v>4537</c:v>
                </c:pt>
                <c:pt idx="4536">
                  <c:v>4538</c:v>
                </c:pt>
                <c:pt idx="4537">
                  <c:v>4539</c:v>
                </c:pt>
                <c:pt idx="4538">
                  <c:v>4540</c:v>
                </c:pt>
                <c:pt idx="4539">
                  <c:v>4541</c:v>
                </c:pt>
                <c:pt idx="4540">
                  <c:v>4542</c:v>
                </c:pt>
                <c:pt idx="4541">
                  <c:v>4543</c:v>
                </c:pt>
                <c:pt idx="4542">
                  <c:v>4544</c:v>
                </c:pt>
                <c:pt idx="4543">
                  <c:v>4545</c:v>
                </c:pt>
                <c:pt idx="4544">
                  <c:v>4546</c:v>
                </c:pt>
                <c:pt idx="4545">
                  <c:v>4547</c:v>
                </c:pt>
                <c:pt idx="4546">
                  <c:v>4548</c:v>
                </c:pt>
                <c:pt idx="4547">
                  <c:v>4549</c:v>
                </c:pt>
                <c:pt idx="4548">
                  <c:v>4550</c:v>
                </c:pt>
                <c:pt idx="4549">
                  <c:v>4551</c:v>
                </c:pt>
                <c:pt idx="4550">
                  <c:v>4552</c:v>
                </c:pt>
                <c:pt idx="4551">
                  <c:v>4553</c:v>
                </c:pt>
                <c:pt idx="4552">
                  <c:v>4554</c:v>
                </c:pt>
                <c:pt idx="4553">
                  <c:v>4555</c:v>
                </c:pt>
                <c:pt idx="4554">
                  <c:v>4556</c:v>
                </c:pt>
                <c:pt idx="4555">
                  <c:v>4557</c:v>
                </c:pt>
                <c:pt idx="4556">
                  <c:v>4558</c:v>
                </c:pt>
                <c:pt idx="4557">
                  <c:v>4559</c:v>
                </c:pt>
                <c:pt idx="4558">
                  <c:v>4560</c:v>
                </c:pt>
                <c:pt idx="4559">
                  <c:v>4561</c:v>
                </c:pt>
                <c:pt idx="4560">
                  <c:v>4562</c:v>
                </c:pt>
                <c:pt idx="4561">
                  <c:v>4563</c:v>
                </c:pt>
                <c:pt idx="4562">
                  <c:v>4564</c:v>
                </c:pt>
                <c:pt idx="4563">
                  <c:v>4565</c:v>
                </c:pt>
                <c:pt idx="4564">
                  <c:v>4566</c:v>
                </c:pt>
                <c:pt idx="4565">
                  <c:v>4567</c:v>
                </c:pt>
                <c:pt idx="4566">
                  <c:v>4568</c:v>
                </c:pt>
                <c:pt idx="4567">
                  <c:v>4569</c:v>
                </c:pt>
                <c:pt idx="4568">
                  <c:v>4570</c:v>
                </c:pt>
                <c:pt idx="4569">
                  <c:v>4571</c:v>
                </c:pt>
                <c:pt idx="4570">
                  <c:v>4572</c:v>
                </c:pt>
                <c:pt idx="4571">
                  <c:v>4573</c:v>
                </c:pt>
                <c:pt idx="4572">
                  <c:v>4574</c:v>
                </c:pt>
                <c:pt idx="4573">
                  <c:v>4575</c:v>
                </c:pt>
                <c:pt idx="4574">
                  <c:v>4576</c:v>
                </c:pt>
                <c:pt idx="4575">
                  <c:v>4577</c:v>
                </c:pt>
                <c:pt idx="4576">
                  <c:v>4578</c:v>
                </c:pt>
                <c:pt idx="4577">
                  <c:v>4579</c:v>
                </c:pt>
                <c:pt idx="4578">
                  <c:v>4580</c:v>
                </c:pt>
                <c:pt idx="4579">
                  <c:v>4581</c:v>
                </c:pt>
                <c:pt idx="4580">
                  <c:v>4582</c:v>
                </c:pt>
                <c:pt idx="4581">
                  <c:v>4583</c:v>
                </c:pt>
                <c:pt idx="4582">
                  <c:v>4584</c:v>
                </c:pt>
                <c:pt idx="4583">
                  <c:v>4585</c:v>
                </c:pt>
                <c:pt idx="4584">
                  <c:v>4586</c:v>
                </c:pt>
                <c:pt idx="4585">
                  <c:v>4587</c:v>
                </c:pt>
                <c:pt idx="4586">
                  <c:v>4588</c:v>
                </c:pt>
                <c:pt idx="4587">
                  <c:v>4589</c:v>
                </c:pt>
                <c:pt idx="4588">
                  <c:v>4590</c:v>
                </c:pt>
                <c:pt idx="4589">
                  <c:v>4591</c:v>
                </c:pt>
                <c:pt idx="4590">
                  <c:v>4592</c:v>
                </c:pt>
                <c:pt idx="4591">
                  <c:v>4593</c:v>
                </c:pt>
                <c:pt idx="4592">
                  <c:v>4594</c:v>
                </c:pt>
                <c:pt idx="4593">
                  <c:v>4595</c:v>
                </c:pt>
                <c:pt idx="4594">
                  <c:v>4596</c:v>
                </c:pt>
                <c:pt idx="4595">
                  <c:v>4597</c:v>
                </c:pt>
                <c:pt idx="4596">
                  <c:v>4598</c:v>
                </c:pt>
                <c:pt idx="4597">
                  <c:v>4599</c:v>
                </c:pt>
                <c:pt idx="4598">
                  <c:v>4600</c:v>
                </c:pt>
                <c:pt idx="4599">
                  <c:v>4601</c:v>
                </c:pt>
                <c:pt idx="4600">
                  <c:v>4602</c:v>
                </c:pt>
                <c:pt idx="4601">
                  <c:v>4603</c:v>
                </c:pt>
                <c:pt idx="4602">
                  <c:v>4604</c:v>
                </c:pt>
                <c:pt idx="4603">
                  <c:v>4605</c:v>
                </c:pt>
                <c:pt idx="4604">
                  <c:v>4606</c:v>
                </c:pt>
                <c:pt idx="4605">
                  <c:v>4607</c:v>
                </c:pt>
                <c:pt idx="4606">
                  <c:v>4608</c:v>
                </c:pt>
                <c:pt idx="4607">
                  <c:v>4609</c:v>
                </c:pt>
                <c:pt idx="4608">
                  <c:v>4610</c:v>
                </c:pt>
                <c:pt idx="4609">
                  <c:v>4611</c:v>
                </c:pt>
                <c:pt idx="4610">
                  <c:v>4612</c:v>
                </c:pt>
                <c:pt idx="4611">
                  <c:v>4613</c:v>
                </c:pt>
                <c:pt idx="4612">
                  <c:v>4614</c:v>
                </c:pt>
                <c:pt idx="4613">
                  <c:v>4615</c:v>
                </c:pt>
                <c:pt idx="4614">
                  <c:v>4616</c:v>
                </c:pt>
                <c:pt idx="4615">
                  <c:v>4617</c:v>
                </c:pt>
                <c:pt idx="4616">
                  <c:v>4618</c:v>
                </c:pt>
                <c:pt idx="4617">
                  <c:v>4619</c:v>
                </c:pt>
                <c:pt idx="4618">
                  <c:v>4620</c:v>
                </c:pt>
                <c:pt idx="4619">
                  <c:v>4621</c:v>
                </c:pt>
                <c:pt idx="4620">
                  <c:v>4622</c:v>
                </c:pt>
                <c:pt idx="4621">
                  <c:v>4623</c:v>
                </c:pt>
                <c:pt idx="4622">
                  <c:v>4624</c:v>
                </c:pt>
                <c:pt idx="4623">
                  <c:v>4625</c:v>
                </c:pt>
                <c:pt idx="4624">
                  <c:v>4626</c:v>
                </c:pt>
                <c:pt idx="4625">
                  <c:v>4627</c:v>
                </c:pt>
                <c:pt idx="4626">
                  <c:v>4628</c:v>
                </c:pt>
                <c:pt idx="4627">
                  <c:v>4629</c:v>
                </c:pt>
                <c:pt idx="4628">
                  <c:v>4630</c:v>
                </c:pt>
                <c:pt idx="4629">
                  <c:v>4631</c:v>
                </c:pt>
                <c:pt idx="4630">
                  <c:v>4632</c:v>
                </c:pt>
                <c:pt idx="4631">
                  <c:v>4633</c:v>
                </c:pt>
                <c:pt idx="4632">
                  <c:v>4634</c:v>
                </c:pt>
                <c:pt idx="4633">
                  <c:v>4635</c:v>
                </c:pt>
                <c:pt idx="4634">
                  <c:v>4636</c:v>
                </c:pt>
                <c:pt idx="4635">
                  <c:v>4637</c:v>
                </c:pt>
                <c:pt idx="4636">
                  <c:v>4638</c:v>
                </c:pt>
                <c:pt idx="4637">
                  <c:v>4639</c:v>
                </c:pt>
                <c:pt idx="4638">
                  <c:v>4640</c:v>
                </c:pt>
                <c:pt idx="4639">
                  <c:v>4641</c:v>
                </c:pt>
                <c:pt idx="4640">
                  <c:v>4642</c:v>
                </c:pt>
                <c:pt idx="4641">
                  <c:v>4643</c:v>
                </c:pt>
                <c:pt idx="4642">
                  <c:v>4644</c:v>
                </c:pt>
                <c:pt idx="4643">
                  <c:v>4645</c:v>
                </c:pt>
                <c:pt idx="4644">
                  <c:v>4646</c:v>
                </c:pt>
                <c:pt idx="4645">
                  <c:v>4647</c:v>
                </c:pt>
                <c:pt idx="4646">
                  <c:v>4648</c:v>
                </c:pt>
                <c:pt idx="4647">
                  <c:v>4649</c:v>
                </c:pt>
                <c:pt idx="4648">
                  <c:v>4650</c:v>
                </c:pt>
                <c:pt idx="4649">
                  <c:v>4651</c:v>
                </c:pt>
                <c:pt idx="4650">
                  <c:v>4652</c:v>
                </c:pt>
                <c:pt idx="4651">
                  <c:v>4653</c:v>
                </c:pt>
                <c:pt idx="4652">
                  <c:v>4654</c:v>
                </c:pt>
                <c:pt idx="4653">
                  <c:v>4655</c:v>
                </c:pt>
                <c:pt idx="4654">
                  <c:v>4656</c:v>
                </c:pt>
                <c:pt idx="4655">
                  <c:v>4657</c:v>
                </c:pt>
                <c:pt idx="4656">
                  <c:v>4658</c:v>
                </c:pt>
                <c:pt idx="4657">
                  <c:v>4659</c:v>
                </c:pt>
                <c:pt idx="4658">
                  <c:v>4660</c:v>
                </c:pt>
                <c:pt idx="4659">
                  <c:v>4661</c:v>
                </c:pt>
                <c:pt idx="4660">
                  <c:v>4662</c:v>
                </c:pt>
                <c:pt idx="4661">
                  <c:v>4663</c:v>
                </c:pt>
                <c:pt idx="4662">
                  <c:v>4664</c:v>
                </c:pt>
                <c:pt idx="4663">
                  <c:v>4665</c:v>
                </c:pt>
                <c:pt idx="4664">
                  <c:v>4666</c:v>
                </c:pt>
                <c:pt idx="4665">
                  <c:v>4667</c:v>
                </c:pt>
                <c:pt idx="4666">
                  <c:v>4668</c:v>
                </c:pt>
                <c:pt idx="4667">
                  <c:v>4669</c:v>
                </c:pt>
                <c:pt idx="4668">
                  <c:v>4670</c:v>
                </c:pt>
                <c:pt idx="4669">
                  <c:v>4671</c:v>
                </c:pt>
                <c:pt idx="4670">
                  <c:v>4672</c:v>
                </c:pt>
                <c:pt idx="4671">
                  <c:v>4673</c:v>
                </c:pt>
                <c:pt idx="4672">
                  <c:v>4674</c:v>
                </c:pt>
                <c:pt idx="4673">
                  <c:v>4675</c:v>
                </c:pt>
                <c:pt idx="4674">
                  <c:v>4676</c:v>
                </c:pt>
                <c:pt idx="4675">
                  <c:v>4677</c:v>
                </c:pt>
                <c:pt idx="4676">
                  <c:v>4678</c:v>
                </c:pt>
                <c:pt idx="4677">
                  <c:v>4679</c:v>
                </c:pt>
                <c:pt idx="4678">
                  <c:v>4680</c:v>
                </c:pt>
                <c:pt idx="4679">
                  <c:v>4681</c:v>
                </c:pt>
                <c:pt idx="4680">
                  <c:v>4682</c:v>
                </c:pt>
                <c:pt idx="4681">
                  <c:v>4683</c:v>
                </c:pt>
                <c:pt idx="4682">
                  <c:v>4684</c:v>
                </c:pt>
                <c:pt idx="4683">
                  <c:v>4685</c:v>
                </c:pt>
                <c:pt idx="4684">
                  <c:v>4686</c:v>
                </c:pt>
                <c:pt idx="4685">
                  <c:v>4687</c:v>
                </c:pt>
                <c:pt idx="4686">
                  <c:v>4688</c:v>
                </c:pt>
                <c:pt idx="4687">
                  <c:v>4689</c:v>
                </c:pt>
                <c:pt idx="4688">
                  <c:v>4690</c:v>
                </c:pt>
                <c:pt idx="4689">
                  <c:v>4691</c:v>
                </c:pt>
                <c:pt idx="4690">
                  <c:v>4692</c:v>
                </c:pt>
                <c:pt idx="4691">
                  <c:v>4693</c:v>
                </c:pt>
                <c:pt idx="4692">
                  <c:v>4694</c:v>
                </c:pt>
                <c:pt idx="4693">
                  <c:v>4695</c:v>
                </c:pt>
                <c:pt idx="4694">
                  <c:v>4696</c:v>
                </c:pt>
                <c:pt idx="4695">
                  <c:v>4697</c:v>
                </c:pt>
                <c:pt idx="4696">
                  <c:v>4698</c:v>
                </c:pt>
                <c:pt idx="4697">
                  <c:v>4699</c:v>
                </c:pt>
                <c:pt idx="4698">
                  <c:v>4700</c:v>
                </c:pt>
                <c:pt idx="4699">
                  <c:v>4701</c:v>
                </c:pt>
                <c:pt idx="4700">
                  <c:v>4702</c:v>
                </c:pt>
                <c:pt idx="4701">
                  <c:v>4703</c:v>
                </c:pt>
                <c:pt idx="4702">
                  <c:v>4704</c:v>
                </c:pt>
                <c:pt idx="4703">
                  <c:v>4705</c:v>
                </c:pt>
                <c:pt idx="4704">
                  <c:v>4706</c:v>
                </c:pt>
                <c:pt idx="4705">
                  <c:v>4707</c:v>
                </c:pt>
                <c:pt idx="4706">
                  <c:v>4708</c:v>
                </c:pt>
                <c:pt idx="4707">
                  <c:v>4709</c:v>
                </c:pt>
                <c:pt idx="4708">
                  <c:v>4710</c:v>
                </c:pt>
                <c:pt idx="4709">
                  <c:v>4711</c:v>
                </c:pt>
                <c:pt idx="4710">
                  <c:v>4712</c:v>
                </c:pt>
                <c:pt idx="4711">
                  <c:v>4713</c:v>
                </c:pt>
                <c:pt idx="4712">
                  <c:v>4714</c:v>
                </c:pt>
                <c:pt idx="4713">
                  <c:v>4715</c:v>
                </c:pt>
                <c:pt idx="4714">
                  <c:v>4716</c:v>
                </c:pt>
                <c:pt idx="4715">
                  <c:v>4717</c:v>
                </c:pt>
                <c:pt idx="4716">
                  <c:v>4718</c:v>
                </c:pt>
                <c:pt idx="4717">
                  <c:v>4719</c:v>
                </c:pt>
                <c:pt idx="4718">
                  <c:v>4720</c:v>
                </c:pt>
                <c:pt idx="4719">
                  <c:v>4721</c:v>
                </c:pt>
                <c:pt idx="4720">
                  <c:v>4722</c:v>
                </c:pt>
                <c:pt idx="4721">
                  <c:v>4723</c:v>
                </c:pt>
                <c:pt idx="4722">
                  <c:v>4724</c:v>
                </c:pt>
                <c:pt idx="4723">
                  <c:v>4725</c:v>
                </c:pt>
                <c:pt idx="4724">
                  <c:v>4726</c:v>
                </c:pt>
                <c:pt idx="4725">
                  <c:v>4727</c:v>
                </c:pt>
                <c:pt idx="4726">
                  <c:v>4728</c:v>
                </c:pt>
                <c:pt idx="4727">
                  <c:v>4729</c:v>
                </c:pt>
                <c:pt idx="4728">
                  <c:v>4730</c:v>
                </c:pt>
                <c:pt idx="4729">
                  <c:v>4731</c:v>
                </c:pt>
                <c:pt idx="4730">
                  <c:v>4732</c:v>
                </c:pt>
                <c:pt idx="4731">
                  <c:v>4733</c:v>
                </c:pt>
                <c:pt idx="4732">
                  <c:v>4734</c:v>
                </c:pt>
                <c:pt idx="4733">
                  <c:v>4735</c:v>
                </c:pt>
                <c:pt idx="4734">
                  <c:v>4736</c:v>
                </c:pt>
                <c:pt idx="4735">
                  <c:v>4737</c:v>
                </c:pt>
                <c:pt idx="4736">
                  <c:v>4738</c:v>
                </c:pt>
                <c:pt idx="4737">
                  <c:v>4739</c:v>
                </c:pt>
                <c:pt idx="4738">
                  <c:v>4740</c:v>
                </c:pt>
                <c:pt idx="4739">
                  <c:v>4741</c:v>
                </c:pt>
                <c:pt idx="4740">
                  <c:v>4742</c:v>
                </c:pt>
                <c:pt idx="4741">
                  <c:v>4743</c:v>
                </c:pt>
                <c:pt idx="4742">
                  <c:v>4744</c:v>
                </c:pt>
                <c:pt idx="4743">
                  <c:v>4745</c:v>
                </c:pt>
                <c:pt idx="4744">
                  <c:v>4746</c:v>
                </c:pt>
                <c:pt idx="4745">
                  <c:v>4747</c:v>
                </c:pt>
                <c:pt idx="4746">
                  <c:v>4748</c:v>
                </c:pt>
                <c:pt idx="4747">
                  <c:v>4749</c:v>
                </c:pt>
                <c:pt idx="4748">
                  <c:v>4750</c:v>
                </c:pt>
                <c:pt idx="4749">
                  <c:v>4751</c:v>
                </c:pt>
                <c:pt idx="4750">
                  <c:v>4752</c:v>
                </c:pt>
                <c:pt idx="4751">
                  <c:v>4753</c:v>
                </c:pt>
                <c:pt idx="4752">
                  <c:v>4754</c:v>
                </c:pt>
                <c:pt idx="4753">
                  <c:v>4755</c:v>
                </c:pt>
                <c:pt idx="4754">
                  <c:v>4756</c:v>
                </c:pt>
                <c:pt idx="4755">
                  <c:v>4757</c:v>
                </c:pt>
                <c:pt idx="4756">
                  <c:v>4758</c:v>
                </c:pt>
                <c:pt idx="4757">
                  <c:v>4759</c:v>
                </c:pt>
                <c:pt idx="4758">
                  <c:v>4760</c:v>
                </c:pt>
                <c:pt idx="4759">
                  <c:v>4761</c:v>
                </c:pt>
                <c:pt idx="4760">
                  <c:v>4762</c:v>
                </c:pt>
                <c:pt idx="4761">
                  <c:v>4763</c:v>
                </c:pt>
                <c:pt idx="4762">
                  <c:v>4764</c:v>
                </c:pt>
                <c:pt idx="4763">
                  <c:v>4765</c:v>
                </c:pt>
                <c:pt idx="4764">
                  <c:v>4766</c:v>
                </c:pt>
                <c:pt idx="4765">
                  <c:v>4767</c:v>
                </c:pt>
                <c:pt idx="4766">
                  <c:v>4768</c:v>
                </c:pt>
                <c:pt idx="4767">
                  <c:v>4769</c:v>
                </c:pt>
                <c:pt idx="4768">
                  <c:v>4770</c:v>
                </c:pt>
                <c:pt idx="4769">
                  <c:v>4771</c:v>
                </c:pt>
                <c:pt idx="4770">
                  <c:v>4772</c:v>
                </c:pt>
                <c:pt idx="4771">
                  <c:v>4773</c:v>
                </c:pt>
                <c:pt idx="4772">
                  <c:v>4774</c:v>
                </c:pt>
                <c:pt idx="4773">
                  <c:v>4775</c:v>
                </c:pt>
                <c:pt idx="4774">
                  <c:v>4776</c:v>
                </c:pt>
                <c:pt idx="4775">
                  <c:v>4777</c:v>
                </c:pt>
                <c:pt idx="4776">
                  <c:v>4778</c:v>
                </c:pt>
                <c:pt idx="4777">
                  <c:v>4779</c:v>
                </c:pt>
                <c:pt idx="4778">
                  <c:v>4780</c:v>
                </c:pt>
                <c:pt idx="4779">
                  <c:v>4781</c:v>
                </c:pt>
                <c:pt idx="4780">
                  <c:v>4782</c:v>
                </c:pt>
                <c:pt idx="4781">
                  <c:v>4783</c:v>
                </c:pt>
                <c:pt idx="4782">
                  <c:v>4784</c:v>
                </c:pt>
                <c:pt idx="4783">
                  <c:v>4785</c:v>
                </c:pt>
                <c:pt idx="4784">
                  <c:v>4786</c:v>
                </c:pt>
                <c:pt idx="4785">
                  <c:v>4787</c:v>
                </c:pt>
                <c:pt idx="4786">
                  <c:v>4788</c:v>
                </c:pt>
                <c:pt idx="4787">
                  <c:v>4789</c:v>
                </c:pt>
                <c:pt idx="4788">
                  <c:v>4790</c:v>
                </c:pt>
                <c:pt idx="4789">
                  <c:v>4791</c:v>
                </c:pt>
                <c:pt idx="4790">
                  <c:v>4792</c:v>
                </c:pt>
                <c:pt idx="4791">
                  <c:v>4793</c:v>
                </c:pt>
                <c:pt idx="4792">
                  <c:v>4794</c:v>
                </c:pt>
                <c:pt idx="4793">
                  <c:v>4795</c:v>
                </c:pt>
                <c:pt idx="4794">
                  <c:v>4796</c:v>
                </c:pt>
                <c:pt idx="4795">
                  <c:v>4797</c:v>
                </c:pt>
                <c:pt idx="4796">
                  <c:v>4798</c:v>
                </c:pt>
                <c:pt idx="4797">
                  <c:v>4799</c:v>
                </c:pt>
                <c:pt idx="4798">
                  <c:v>4800</c:v>
                </c:pt>
                <c:pt idx="4799">
                  <c:v>4801</c:v>
                </c:pt>
                <c:pt idx="4800">
                  <c:v>4802</c:v>
                </c:pt>
                <c:pt idx="4801">
                  <c:v>4803</c:v>
                </c:pt>
                <c:pt idx="4802">
                  <c:v>4804</c:v>
                </c:pt>
                <c:pt idx="4803">
                  <c:v>4805</c:v>
                </c:pt>
                <c:pt idx="4804">
                  <c:v>4806</c:v>
                </c:pt>
                <c:pt idx="4805">
                  <c:v>4807</c:v>
                </c:pt>
                <c:pt idx="4806">
                  <c:v>4808</c:v>
                </c:pt>
                <c:pt idx="4807">
                  <c:v>4809</c:v>
                </c:pt>
                <c:pt idx="4808">
                  <c:v>4810</c:v>
                </c:pt>
                <c:pt idx="4809">
                  <c:v>4811</c:v>
                </c:pt>
                <c:pt idx="4810">
                  <c:v>4812</c:v>
                </c:pt>
                <c:pt idx="4811">
                  <c:v>4813</c:v>
                </c:pt>
                <c:pt idx="4812">
                  <c:v>4814</c:v>
                </c:pt>
                <c:pt idx="4813">
                  <c:v>4815</c:v>
                </c:pt>
                <c:pt idx="4814">
                  <c:v>4816</c:v>
                </c:pt>
              </c:numCache>
            </c:numRef>
          </c:xVal>
          <c:yVal>
            <c:numRef>
              <c:f>Sheet1!$D$3:$D$4817</c:f>
              <c:numCache>
                <c:formatCode>General</c:formatCode>
                <c:ptCount val="4815"/>
                <c:pt idx="0">
                  <c:v>2.160063325747545</c:v>
                </c:pt>
                <c:pt idx="1">
                  <c:v>2.7836618433230709</c:v>
                </c:pt>
                <c:pt idx="2">
                  <c:v>3.5052943558768321</c:v>
                </c:pt>
                <c:pt idx="3">
                  <c:v>4.1344721155261821</c:v>
                </c:pt>
                <c:pt idx="4">
                  <c:v>6.0947889719785522</c:v>
                </c:pt>
                <c:pt idx="5">
                  <c:v>7.9067897665370825</c:v>
                </c:pt>
                <c:pt idx="6">
                  <c:v>8.9212644831873718</c:v>
                </c:pt>
                <c:pt idx="7">
                  <c:v>10.088612089428562</c:v>
                </c:pt>
                <c:pt idx="8">
                  <c:v>9.8356374001232378</c:v>
                </c:pt>
                <c:pt idx="9">
                  <c:v>11.714881201162427</c:v>
                </c:pt>
                <c:pt idx="10">
                  <c:v>13.369554345040067</c:v>
                </c:pt>
                <c:pt idx="11">
                  <c:v>15.114910709511996</c:v>
                </c:pt>
                <c:pt idx="12">
                  <c:v>15.509286656709151</c:v>
                </c:pt>
                <c:pt idx="13">
                  <c:v>19.128660224181701</c:v>
                </c:pt>
                <c:pt idx="14">
                  <c:v>22.563319048869822</c:v>
                </c:pt>
                <c:pt idx="15">
                  <c:v>22.385778842123624</c:v>
                </c:pt>
                <c:pt idx="16">
                  <c:v>22.350376425691721</c:v>
                </c:pt>
                <c:pt idx="17">
                  <c:v>23.083548164501451</c:v>
                </c:pt>
                <c:pt idx="18">
                  <c:v>23.536361765287229</c:v>
                </c:pt>
                <c:pt idx="19">
                  <c:v>25.80661921521861</c:v>
                </c:pt>
                <c:pt idx="20">
                  <c:v>27.027641646253461</c:v>
                </c:pt>
                <c:pt idx="21">
                  <c:v>28.446884059108999</c:v>
                </c:pt>
                <c:pt idx="22">
                  <c:v>29.026104175489802</c:v>
                </c:pt>
                <c:pt idx="23">
                  <c:v>29.890291171371349</c:v>
                </c:pt>
                <c:pt idx="24">
                  <c:v>31.732204059917589</c:v>
                </c:pt>
                <c:pt idx="25">
                  <c:v>32.505150916107766</c:v>
                </c:pt>
                <c:pt idx="26">
                  <c:v>33.759601005629605</c:v>
                </c:pt>
                <c:pt idx="27">
                  <c:v>34.124331449028126</c:v>
                </c:pt>
                <c:pt idx="28">
                  <c:v>34.677858202897923</c:v>
                </c:pt>
                <c:pt idx="29">
                  <c:v>34.916611756220796</c:v>
                </c:pt>
                <c:pt idx="30">
                  <c:v>34.757645220900322</c:v>
                </c:pt>
                <c:pt idx="31">
                  <c:v>34.811178923990447</c:v>
                </c:pt>
                <c:pt idx="32">
                  <c:v>34.705083295762122</c:v>
                </c:pt>
                <c:pt idx="33">
                  <c:v>34.684224589656928</c:v>
                </c:pt>
                <c:pt idx="34">
                  <c:v>36.86368550677583</c:v>
                </c:pt>
                <c:pt idx="35">
                  <c:v>39.7227167811835</c:v>
                </c:pt>
                <c:pt idx="36">
                  <c:v>39.452481612935905</c:v>
                </c:pt>
                <c:pt idx="37">
                  <c:v>40.452607819705747</c:v>
                </c:pt>
                <c:pt idx="38">
                  <c:v>41.615195062863165</c:v>
                </c:pt>
                <c:pt idx="39">
                  <c:v>41.435610472301342</c:v>
                </c:pt>
                <c:pt idx="40">
                  <c:v>41.399555597486135</c:v>
                </c:pt>
                <c:pt idx="41">
                  <c:v>41.392484319257257</c:v>
                </c:pt>
                <c:pt idx="42">
                  <c:v>41.391100048337115</c:v>
                </c:pt>
                <c:pt idx="43">
                  <c:v>43.196089250513083</c:v>
                </c:pt>
                <c:pt idx="44">
                  <c:v>44.709228589187489</c:v>
                </c:pt>
                <c:pt idx="45">
                  <c:v>48.991631401793796</c:v>
                </c:pt>
                <c:pt idx="46">
                  <c:v>53.136470360091714</c:v>
                </c:pt>
                <c:pt idx="47">
                  <c:v>53.036662206295169</c:v>
                </c:pt>
                <c:pt idx="48">
                  <c:v>52.979226798655652</c:v>
                </c:pt>
                <c:pt idx="49">
                  <c:v>53.165750063423005</c:v>
                </c:pt>
                <c:pt idx="50">
                  <c:v>53.115444779664728</c:v>
                </c:pt>
                <c:pt idx="51">
                  <c:v>53.286973234258561</c:v>
                </c:pt>
                <c:pt idx="52">
                  <c:v>56.40135823381307</c:v>
                </c:pt>
                <c:pt idx="53">
                  <c:v>61.696258223573892</c:v>
                </c:pt>
                <c:pt idx="54">
                  <c:v>62.519659412205911</c:v>
                </c:pt>
                <c:pt idx="55">
                  <c:v>62.408914857814445</c:v>
                </c:pt>
                <c:pt idx="56">
                  <c:v>65.16666540164637</c:v>
                </c:pt>
                <c:pt idx="57">
                  <c:v>66.671447181713418</c:v>
                </c:pt>
                <c:pt idx="58">
                  <c:v>71.167553004928209</c:v>
                </c:pt>
                <c:pt idx="59">
                  <c:v>72.815727467625123</c:v>
                </c:pt>
                <c:pt idx="60">
                  <c:v>76.796632834192437</c:v>
                </c:pt>
                <c:pt idx="61">
                  <c:v>76.51005949992566</c:v>
                </c:pt>
                <c:pt idx="62">
                  <c:v>76.630729579747239</c:v>
                </c:pt>
                <c:pt idx="63">
                  <c:v>77.136061761676601</c:v>
                </c:pt>
                <c:pt idx="64">
                  <c:v>77.087357381106131</c:v>
                </c:pt>
                <c:pt idx="65">
                  <c:v>77.077829972552649</c:v>
                </c:pt>
                <c:pt idx="66">
                  <c:v>77.075958345313666</c:v>
                </c:pt>
                <c:pt idx="67">
                  <c:v>78.408639205206143</c:v>
                </c:pt>
                <c:pt idx="68">
                  <c:v>79.92948770791925</c:v>
                </c:pt>
                <c:pt idx="69">
                  <c:v>83.499858952001901</c:v>
                </c:pt>
                <c:pt idx="70">
                  <c:v>85.73401724266752</c:v>
                </c:pt>
                <c:pt idx="71">
                  <c:v>86.963038690822799</c:v>
                </c:pt>
                <c:pt idx="72">
                  <c:v>88.850707532786714</c:v>
                </c:pt>
                <c:pt idx="73">
                  <c:v>92.647550416346206</c:v>
                </c:pt>
                <c:pt idx="74">
                  <c:v>93.005558215395311</c:v>
                </c:pt>
                <c:pt idx="75">
                  <c:v>92.889659607542185</c:v>
                </c:pt>
                <c:pt idx="76">
                  <c:v>92.852292730490134</c:v>
                </c:pt>
                <c:pt idx="77">
                  <c:v>94.642208392237848</c:v>
                </c:pt>
                <c:pt idx="78">
                  <c:v>96.47177712982085</c:v>
                </c:pt>
                <c:pt idx="79">
                  <c:v>98.633155093066037</c:v>
                </c:pt>
                <c:pt idx="80">
                  <c:v>105.69398393797016</c:v>
                </c:pt>
                <c:pt idx="81">
                  <c:v>109.03190818738516</c:v>
                </c:pt>
                <c:pt idx="82">
                  <c:v>113.85290255634202</c:v>
                </c:pt>
                <c:pt idx="83">
                  <c:v>118.65439684409043</c:v>
                </c:pt>
                <c:pt idx="84">
                  <c:v>123.11387369287255</c:v>
                </c:pt>
                <c:pt idx="85">
                  <c:v>126.31942222391091</c:v>
                </c:pt>
                <c:pt idx="86">
                  <c:v>131.21872951509388</c:v>
                </c:pt>
                <c:pt idx="87">
                  <c:v>131.1939546068258</c:v>
                </c:pt>
                <c:pt idx="88">
                  <c:v>132.25193786478582</c:v>
                </c:pt>
                <c:pt idx="89">
                  <c:v>132.07622354436762</c:v>
                </c:pt>
                <c:pt idx="90">
                  <c:v>132.0419227573868</c:v>
                </c:pt>
                <c:pt idx="91">
                  <c:v>133.54263728298321</c:v>
                </c:pt>
                <c:pt idx="92">
                  <c:v>139.11846499430212</c:v>
                </c:pt>
                <c:pt idx="93">
                  <c:v>144.33862081838839</c:v>
                </c:pt>
                <c:pt idx="94">
                  <c:v>147.51084108293313</c:v>
                </c:pt>
                <c:pt idx="95">
                  <c:v>154.39487299656599</c:v>
                </c:pt>
                <c:pt idx="96">
                  <c:v>156.87241199154087</c:v>
                </c:pt>
                <c:pt idx="97">
                  <c:v>157.78447846888091</c:v>
                </c:pt>
                <c:pt idx="98">
                  <c:v>158.4274309643128</c:v>
                </c:pt>
                <c:pt idx="99">
                  <c:v>158.7571827142705</c:v>
                </c:pt>
                <c:pt idx="100">
                  <c:v>158.69646008217572</c:v>
                </c:pt>
                <c:pt idx="101">
                  <c:v>162.07785270501509</c:v>
                </c:pt>
                <c:pt idx="102">
                  <c:v>162.37570816313084</c:v>
                </c:pt>
                <c:pt idx="103">
                  <c:v>162.19888680935813</c:v>
                </c:pt>
                <c:pt idx="104">
                  <c:v>164.09281099922222</c:v>
                </c:pt>
                <c:pt idx="105">
                  <c:v>163.84424153352168</c:v>
                </c:pt>
                <c:pt idx="106">
                  <c:v>163.79575841483009</c:v>
                </c:pt>
                <c:pt idx="107">
                  <c:v>167.08028474580507</c:v>
                </c:pt>
                <c:pt idx="108">
                  <c:v>169.96434427945758</c:v>
                </c:pt>
                <c:pt idx="109">
                  <c:v>171.37344962057171</c:v>
                </c:pt>
                <c:pt idx="110">
                  <c:v>175.5551140498209</c:v>
                </c:pt>
                <c:pt idx="111">
                  <c:v>175.32864282815709</c:v>
                </c:pt>
                <c:pt idx="112">
                  <c:v>175.27879393651909</c:v>
                </c:pt>
                <c:pt idx="113">
                  <c:v>175.26918527367755</c:v>
                </c:pt>
                <c:pt idx="114">
                  <c:v>175.26731152499755</c:v>
                </c:pt>
                <c:pt idx="115">
                  <c:v>175.26693694767411</c:v>
                </c:pt>
                <c:pt idx="116">
                  <c:v>176.42817874445484</c:v>
                </c:pt>
                <c:pt idx="117">
                  <c:v>179.41589358802182</c:v>
                </c:pt>
                <c:pt idx="118">
                  <c:v>182.71570757752664</c:v>
                </c:pt>
                <c:pt idx="119">
                  <c:v>183.09945420823212</c:v>
                </c:pt>
                <c:pt idx="120">
                  <c:v>183.7639867544643</c:v>
                </c:pt>
                <c:pt idx="121">
                  <c:v>187.11893710926753</c:v>
                </c:pt>
                <c:pt idx="122">
                  <c:v>191.41766761039045</c:v>
                </c:pt>
                <c:pt idx="123">
                  <c:v>195.34466729779533</c:v>
                </c:pt>
                <c:pt idx="124">
                  <c:v>203.27202085424724</c:v>
                </c:pt>
                <c:pt idx="125">
                  <c:v>211.41631413627402</c:v>
                </c:pt>
                <c:pt idx="126">
                  <c:v>217.6210080264182</c:v>
                </c:pt>
                <c:pt idx="127">
                  <c:v>220.31934362775328</c:v>
                </c:pt>
                <c:pt idx="128">
                  <c:v>219.87392122629828</c:v>
                </c:pt>
                <c:pt idx="129">
                  <c:v>228.29078837949581</c:v>
                </c:pt>
                <c:pt idx="130">
                  <c:v>256.31883535197289</c:v>
                </c:pt>
                <c:pt idx="131">
                  <c:v>263.05181870162187</c:v>
                </c:pt>
                <c:pt idx="132">
                  <c:v>270.03876526626311</c:v>
                </c:pt>
                <c:pt idx="133">
                  <c:v>275.25517509544954</c:v>
                </c:pt>
                <c:pt idx="134">
                  <c:v>278.8764170191825</c:v>
                </c:pt>
                <c:pt idx="135">
                  <c:v>280.02414082496205</c:v>
                </c:pt>
                <c:pt idx="136">
                  <c:v>300.31579167411007</c:v>
                </c:pt>
                <c:pt idx="137">
                  <c:v>303.15731380699623</c:v>
                </c:pt>
                <c:pt idx="138">
                  <c:v>314.5286411845214</c:v>
                </c:pt>
                <c:pt idx="139">
                  <c:v>317.81226922369274</c:v>
                </c:pt>
                <c:pt idx="140">
                  <c:v>328.47253519898152</c:v>
                </c:pt>
                <c:pt idx="141">
                  <c:v>334.03817430305833</c:v>
                </c:pt>
                <c:pt idx="142">
                  <c:v>339.52408844402316</c:v>
                </c:pt>
                <c:pt idx="143">
                  <c:v>343.37085963003511</c:v>
                </c:pt>
                <c:pt idx="144">
                  <c:v>362.90981831226964</c:v>
                </c:pt>
                <c:pt idx="145">
                  <c:v>366.12585236881154</c:v>
                </c:pt>
                <c:pt idx="146">
                  <c:v>369.85685966737066</c:v>
                </c:pt>
                <c:pt idx="147">
                  <c:v>402.96060635662843</c:v>
                </c:pt>
                <c:pt idx="148">
                  <c:v>443.40982128584335</c:v>
                </c:pt>
                <c:pt idx="149">
                  <c:v>446.65020216273081</c:v>
                </c:pt>
                <c:pt idx="150">
                  <c:v>450.55349955861772</c:v>
                </c:pt>
                <c:pt idx="151">
                  <c:v>455.60229741710344</c:v>
                </c:pt>
                <c:pt idx="152">
                  <c:v>461.11837302469695</c:v>
                </c:pt>
                <c:pt idx="153">
                  <c:v>468.80781559726728</c:v>
                </c:pt>
                <c:pt idx="154">
                  <c:v>475.27071847786596</c:v>
                </c:pt>
                <c:pt idx="155">
                  <c:v>483.7050769587309</c:v>
                </c:pt>
                <c:pt idx="156">
                  <c:v>495.25391250750278</c:v>
                </c:pt>
                <c:pt idx="157">
                  <c:v>499.39057211860643</c:v>
                </c:pt>
                <c:pt idx="158">
                  <c:v>508.22763940992178</c:v>
                </c:pt>
                <c:pt idx="159">
                  <c:v>534.54453012892714</c:v>
                </c:pt>
                <c:pt idx="160">
                  <c:v>552.5151586879623</c:v>
                </c:pt>
                <c:pt idx="161">
                  <c:v>588.86310187687945</c:v>
                </c:pt>
                <c:pt idx="162">
                  <c:v>616.43087286345326</c:v>
                </c:pt>
                <c:pt idx="163">
                  <c:v>625.4314919172682</c:v>
                </c:pt>
                <c:pt idx="164">
                  <c:v>676.19515073253831</c:v>
                </c:pt>
                <c:pt idx="165">
                  <c:v>708.18838754077512</c:v>
                </c:pt>
                <c:pt idx="166">
                  <c:v>733.43563747297355</c:v>
                </c:pt>
                <c:pt idx="167">
                  <c:v>740.17671962570819</c:v>
                </c:pt>
                <c:pt idx="168">
                  <c:v>751.39919699860809</c:v>
                </c:pt>
                <c:pt idx="169">
                  <c:v>758.37607093594602</c:v>
                </c:pt>
                <c:pt idx="170">
                  <c:v>769.09274087954248</c:v>
                </c:pt>
                <c:pt idx="171">
                  <c:v>793.38423872582678</c:v>
                </c:pt>
                <c:pt idx="172">
                  <c:v>838.86929986176438</c:v>
                </c:pt>
                <c:pt idx="173">
                  <c:v>863.95567187757342</c:v>
                </c:pt>
                <c:pt idx="174">
                  <c:v>920.6005963107126</c:v>
                </c:pt>
                <c:pt idx="175">
                  <c:v>943.14939081916555</c:v>
                </c:pt>
                <c:pt idx="176">
                  <c:v>966.35749015333704</c:v>
                </c:pt>
                <c:pt idx="177">
                  <c:v>988.63896581816584</c:v>
                </c:pt>
                <c:pt idx="178">
                  <c:v>990.32010032550352</c:v>
                </c:pt>
                <c:pt idx="179">
                  <c:v>1021.4853776829659</c:v>
                </c:pt>
                <c:pt idx="180">
                  <c:v>1039.4176984349988</c:v>
                </c:pt>
                <c:pt idx="181">
                  <c:v>1048.126369498978</c:v>
                </c:pt>
                <c:pt idx="182">
                  <c:v>1059.4312658394397</c:v>
                </c:pt>
                <c:pt idx="183">
                  <c:v>1077.5775395756209</c:v>
                </c:pt>
                <c:pt idx="184">
                  <c:v>1085.925208162912</c:v>
                </c:pt>
                <c:pt idx="185">
                  <c:v>1085.5633263075226</c:v>
                </c:pt>
                <c:pt idx="186">
                  <c:v>1089.2007912891597</c:v>
                </c:pt>
                <c:pt idx="187">
                  <c:v>1090.338552098902</c:v>
                </c:pt>
                <c:pt idx="188">
                  <c:v>1096.6749419470571</c:v>
                </c:pt>
                <c:pt idx="189">
                  <c:v>1109.6203214888346</c:v>
                </c:pt>
                <c:pt idx="190">
                  <c:v>1126.4766259120054</c:v>
                </c:pt>
                <c:pt idx="191">
                  <c:v>1131.3070988147269</c:v>
                </c:pt>
                <c:pt idx="192">
                  <c:v>1163.9584502379964</c:v>
                </c:pt>
                <c:pt idx="193">
                  <c:v>1165.7687933138493</c:v>
                </c:pt>
                <c:pt idx="194">
                  <c:v>1167.9335068178857</c:v>
                </c:pt>
                <c:pt idx="195">
                  <c:v>1169.9174864195934</c:v>
                </c:pt>
                <c:pt idx="196">
                  <c:v>1169.7956804534087</c:v>
                </c:pt>
                <c:pt idx="197">
                  <c:v>1170.2256074897623</c:v>
                </c:pt>
                <c:pt idx="198">
                  <c:v>1171.448987973346</c:v>
                </c:pt>
                <c:pt idx="199">
                  <c:v>1171.2132123471524</c:v>
                </c:pt>
                <c:pt idx="200">
                  <c:v>1171.1497704737292</c:v>
                </c:pt>
                <c:pt idx="201">
                  <c:v>1171.9576682588288</c:v>
                </c:pt>
                <c:pt idx="202">
                  <c:v>1171.8803140188402</c:v>
                </c:pt>
                <c:pt idx="203">
                  <c:v>1171.8656349134303</c:v>
                </c:pt>
                <c:pt idx="204">
                  <c:v>1171.8627828097246</c:v>
                </c:pt>
                <c:pt idx="205">
                  <c:v>1172.2136445378762</c:v>
                </c:pt>
                <c:pt idx="206">
                  <c:v>1172.7176324129416</c:v>
                </c:pt>
                <c:pt idx="207">
                  <c:v>1172.9758403267399</c:v>
                </c:pt>
                <c:pt idx="208">
                  <c:v>1173.1767155069845</c:v>
                </c:pt>
                <c:pt idx="209">
                  <c:v>1173.1638719230882</c:v>
                </c:pt>
                <c:pt idx="210">
                  <c:v>1173.8062004472542</c:v>
                </c:pt>
                <c:pt idx="211">
                  <c:v>1175.8310751643887</c:v>
                </c:pt>
                <c:pt idx="212">
                  <c:v>1176.071624038972</c:v>
                </c:pt>
                <c:pt idx="213">
                  <c:v>1176.0286511587296</c:v>
                </c:pt>
                <c:pt idx="214">
                  <c:v>1176.9824574381589</c:v>
                </c:pt>
                <c:pt idx="215">
                  <c:v>1177.1385637778058</c:v>
                </c:pt>
                <c:pt idx="216">
                  <c:v>1177.3482496189883</c:v>
                </c:pt>
                <c:pt idx="217">
                  <c:v>1177.3507272661527</c:v>
                </c:pt>
                <c:pt idx="218">
                  <c:v>1177.3412841061065</c:v>
                </c:pt>
                <c:pt idx="219">
                  <c:v>1177.3432323549184</c:v>
                </c:pt>
                <c:pt idx="220">
                  <c:v>1177.3284102093162</c:v>
                </c:pt>
                <c:pt idx="221">
                  <c:v>1177.3253500526646</c:v>
                </c:pt>
                <c:pt idx="222">
                  <c:v>1177.3247086065119</c:v>
                </c:pt>
                <c:pt idx="223">
                  <c:v>1177.6512572973077</c:v>
                </c:pt>
                <c:pt idx="224">
                  <c:v>1177.7813396147501</c:v>
                </c:pt>
                <c:pt idx="225">
                  <c:v>1177.7585491842003</c:v>
                </c:pt>
                <c:pt idx="226">
                  <c:v>1178.0382246937004</c:v>
                </c:pt>
                <c:pt idx="227">
                  <c:v>1177.9998154188179</c:v>
                </c:pt>
                <c:pt idx="228">
                  <c:v>1178.1015376684022</c:v>
                </c:pt>
                <c:pt idx="229">
                  <c:v>1178.0877161870128</c:v>
                </c:pt>
                <c:pt idx="230">
                  <c:v>1178.0858819970292</c:v>
                </c:pt>
                <c:pt idx="231">
                  <c:v>1178.0854975150967</c:v>
                </c:pt>
                <c:pt idx="232">
                  <c:v>1178.468054392551</c:v>
                </c:pt>
                <c:pt idx="233">
                  <c:v>1178.2794250908937</c:v>
                </c:pt>
                <c:pt idx="234">
                  <c:v>1179.3815912014074</c:v>
                </c:pt>
                <c:pt idx="235">
                  <c:v>1181.1417524593658</c:v>
                </c:pt>
                <c:pt idx="236">
                  <c:v>1181.041006984223</c:v>
                </c:pt>
                <c:pt idx="237">
                  <c:v>1181.0274973939427</c:v>
                </c:pt>
                <c:pt idx="238">
                  <c:v>1181.6624449096475</c:v>
                </c:pt>
                <c:pt idx="239">
                  <c:v>1182.5677736215955</c:v>
                </c:pt>
                <c:pt idx="240">
                  <c:v>1184.3394681208292</c:v>
                </c:pt>
                <c:pt idx="241">
                  <c:v>1184.5921075797055</c:v>
                </c:pt>
                <c:pt idx="242">
                  <c:v>1190.0836426108926</c:v>
                </c:pt>
                <c:pt idx="243">
                  <c:v>1190.1163884389091</c:v>
                </c:pt>
                <c:pt idx="244">
                  <c:v>1190.1238332477733</c:v>
                </c:pt>
                <c:pt idx="245">
                  <c:v>1190.7195221076413</c:v>
                </c:pt>
                <c:pt idx="246">
                  <c:v>1190.8305023613825</c:v>
                </c:pt>
                <c:pt idx="247">
                  <c:v>1190.8138731016074</c:v>
                </c:pt>
                <c:pt idx="248">
                  <c:v>1191.3566564254907</c:v>
                </c:pt>
                <c:pt idx="249">
                  <c:v>1191.5363690582797</c:v>
                </c:pt>
                <c:pt idx="250">
                  <c:v>1191.4989475120374</c:v>
                </c:pt>
                <c:pt idx="251">
                  <c:v>1191.5152880037244</c:v>
                </c:pt>
                <c:pt idx="252">
                  <c:v>1191.8963014475166</c:v>
                </c:pt>
                <c:pt idx="253">
                  <c:v>1192.00634538743</c:v>
                </c:pt>
                <c:pt idx="254">
                  <c:v>1192.3064865728472</c:v>
                </c:pt>
                <c:pt idx="255">
                  <c:v>1192.2853541191137</c:v>
                </c:pt>
                <c:pt idx="256">
                  <c:v>1192.2810773270464</c:v>
                </c:pt>
                <c:pt idx="257">
                  <c:v>1192.334189530189</c:v>
                </c:pt>
                <c:pt idx="258">
                  <c:v>1192.319792111482</c:v>
                </c:pt>
                <c:pt idx="259">
                  <c:v>1192.474364028295</c:v>
                </c:pt>
                <c:pt idx="260">
                  <c:v>1193.4752507689111</c:v>
                </c:pt>
                <c:pt idx="261">
                  <c:v>1193.9691093454619</c:v>
                </c:pt>
                <c:pt idx="262">
                  <c:v>1194.8500169415463</c:v>
                </c:pt>
                <c:pt idx="263">
                  <c:v>1194.8110079156063</c:v>
                </c:pt>
                <c:pt idx="264">
                  <c:v>1195.1595069013454</c:v>
                </c:pt>
                <c:pt idx="265">
                  <c:v>1196.3770795399266</c:v>
                </c:pt>
                <c:pt idx="266">
                  <c:v>1198.1948888493782</c:v>
                </c:pt>
                <c:pt idx="267">
                  <c:v>1198.8375348500269</c:v>
                </c:pt>
                <c:pt idx="268">
                  <c:v>1199.6071653457348</c:v>
                </c:pt>
                <c:pt idx="269">
                  <c:v>1200.9673382470494</c:v>
                </c:pt>
                <c:pt idx="270">
                  <c:v>1201.9041683271248</c:v>
                </c:pt>
                <c:pt idx="271">
                  <c:v>1202.2044850108737</c:v>
                </c:pt>
                <c:pt idx="272">
                  <c:v>1202.1035334577077</c:v>
                </c:pt>
                <c:pt idx="273">
                  <c:v>1202.4689303484631</c:v>
                </c:pt>
                <c:pt idx="274">
                  <c:v>1202.4118872002082</c:v>
                </c:pt>
                <c:pt idx="275">
                  <c:v>1203.9643053229918</c:v>
                </c:pt>
                <c:pt idx="276">
                  <c:v>1204.8902404200646</c:v>
                </c:pt>
                <c:pt idx="277">
                  <c:v>1204.7742889774086</c:v>
                </c:pt>
                <c:pt idx="278">
                  <c:v>1204.7588843139893</c:v>
                </c:pt>
                <c:pt idx="279">
                  <c:v>1206.3044092877644</c:v>
                </c:pt>
                <c:pt idx="280">
                  <c:v>1206.2156694120779</c:v>
                </c:pt>
                <c:pt idx="281">
                  <c:v>1206.535190095668</c:v>
                </c:pt>
                <c:pt idx="282">
                  <c:v>1206.8109211366384</c:v>
                </c:pt>
                <c:pt idx="283">
                  <c:v>1209.0035763024659</c:v>
                </c:pt>
                <c:pt idx="284">
                  <c:v>1208.8937383404607</c:v>
                </c:pt>
                <c:pt idx="285">
                  <c:v>1208.8796218240411</c:v>
                </c:pt>
                <c:pt idx="286">
                  <c:v>1210.187464562538</c:v>
                </c:pt>
                <c:pt idx="287">
                  <c:v>1210.2156151913675</c:v>
                </c:pt>
                <c:pt idx="288">
                  <c:v>1210.6375823887806</c:v>
                </c:pt>
                <c:pt idx="289">
                  <c:v>1212.6713992029968</c:v>
                </c:pt>
                <c:pt idx="290">
                  <c:v>1213.4363113791371</c:v>
                </c:pt>
                <c:pt idx="291">
                  <c:v>1213.6679816431285</c:v>
                </c:pt>
                <c:pt idx="292">
                  <c:v>1214.9035222815266</c:v>
                </c:pt>
                <c:pt idx="293">
                  <c:v>1216.1516905165679</c:v>
                </c:pt>
                <c:pt idx="294">
                  <c:v>1217.8693985036105</c:v>
                </c:pt>
                <c:pt idx="295">
                  <c:v>1217.7515337376308</c:v>
                </c:pt>
                <c:pt idx="296">
                  <c:v>1218.5571161117864</c:v>
                </c:pt>
                <c:pt idx="297">
                  <c:v>1220.3730468369909</c:v>
                </c:pt>
                <c:pt idx="298">
                  <c:v>1221.6947994505751</c:v>
                </c:pt>
                <c:pt idx="299">
                  <c:v>1222.258568692826</c:v>
                </c:pt>
                <c:pt idx="300">
                  <c:v>1222.1639168554211</c:v>
                </c:pt>
                <c:pt idx="301">
                  <c:v>1223.7326728661999</c:v>
                </c:pt>
                <c:pt idx="302">
                  <c:v>1224.7599113075794</c:v>
                </c:pt>
                <c:pt idx="303">
                  <c:v>1228.2083800079158</c:v>
                </c:pt>
                <c:pt idx="304">
                  <c:v>1231.3440631380902</c:v>
                </c:pt>
                <c:pt idx="305">
                  <c:v>1234.2994500257273</c:v>
                </c:pt>
                <c:pt idx="306">
                  <c:v>1234.1177116799063</c:v>
                </c:pt>
                <c:pt idx="307">
                  <c:v>1234.0812766592767</c:v>
                </c:pt>
                <c:pt idx="308">
                  <c:v>1234.9096563283288</c:v>
                </c:pt>
                <c:pt idx="309">
                  <c:v>1235.7633818577431</c:v>
                </c:pt>
                <c:pt idx="310">
                  <c:v>1236.8954922111584</c:v>
                </c:pt>
                <c:pt idx="311">
                  <c:v>1236.8652580585604</c:v>
                </c:pt>
                <c:pt idx="312">
                  <c:v>1237.1082205379953</c:v>
                </c:pt>
                <c:pt idx="313">
                  <c:v>1237.8628667383155</c:v>
                </c:pt>
                <c:pt idx="314">
                  <c:v>1238.7687473523893</c:v>
                </c:pt>
                <c:pt idx="315">
                  <c:v>1239.856633584179</c:v>
                </c:pt>
                <c:pt idx="316">
                  <c:v>1241.4936831339594</c:v>
                </c:pt>
                <c:pt idx="317">
                  <c:v>1274.6766384899952</c:v>
                </c:pt>
                <c:pt idx="318">
                  <c:v>1278.9528634694723</c:v>
                </c:pt>
                <c:pt idx="319">
                  <c:v>1279.9638074308903</c:v>
                </c:pt>
                <c:pt idx="320">
                  <c:v>1287.4114868685233</c:v>
                </c:pt>
                <c:pt idx="321">
                  <c:v>1319.6176710172863</c:v>
                </c:pt>
                <c:pt idx="322">
                  <c:v>1320.9638792585906</c:v>
                </c:pt>
                <c:pt idx="323">
                  <c:v>1322.0468346323432</c:v>
                </c:pt>
                <c:pt idx="324">
                  <c:v>1321.8736174425208</c:v>
                </c:pt>
                <c:pt idx="325">
                  <c:v>1321.8398275917341</c:v>
                </c:pt>
                <c:pt idx="326">
                  <c:v>1321.8352924699873</c:v>
                </c:pt>
                <c:pt idx="327">
                  <c:v>1323.8316278601626</c:v>
                </c:pt>
                <c:pt idx="328">
                  <c:v>1323.6898655839454</c:v>
                </c:pt>
                <c:pt idx="329">
                  <c:v>1325.2475819971955</c:v>
                </c:pt>
                <c:pt idx="330">
                  <c:v>1325.8283962513287</c:v>
                </c:pt>
                <c:pt idx="331">
                  <c:v>1326.1075747662853</c:v>
                </c:pt>
                <c:pt idx="332">
                  <c:v>1343.5037465833623</c:v>
                </c:pt>
                <c:pt idx="333">
                  <c:v>1344.1535286849607</c:v>
                </c:pt>
                <c:pt idx="334">
                  <c:v>1344.5819149532422</c:v>
                </c:pt>
                <c:pt idx="335">
                  <c:v>1344.5432556115873</c:v>
                </c:pt>
                <c:pt idx="336">
                  <c:v>1344.5357662381841</c:v>
                </c:pt>
                <c:pt idx="337">
                  <c:v>1345.3261543211665</c:v>
                </c:pt>
                <c:pt idx="338">
                  <c:v>1345.6898797111417</c:v>
                </c:pt>
                <c:pt idx="339">
                  <c:v>1346.3304246260677</c:v>
                </c:pt>
                <c:pt idx="340">
                  <c:v>1348.647778944473</c:v>
                </c:pt>
                <c:pt idx="341">
                  <c:v>1349.8540151046068</c:v>
                </c:pt>
                <c:pt idx="342">
                  <c:v>1351.8064394252979</c:v>
                </c:pt>
                <c:pt idx="343">
                  <c:v>1352.6088906390344</c:v>
                </c:pt>
                <c:pt idx="344">
                  <c:v>1352.60921471795</c:v>
                </c:pt>
                <c:pt idx="345">
                  <c:v>1353.7826919813083</c:v>
                </c:pt>
                <c:pt idx="346">
                  <c:v>1354.6048736263826</c:v>
                </c:pt>
                <c:pt idx="347">
                  <c:v>1354.5114343624168</c:v>
                </c:pt>
                <c:pt idx="348">
                  <c:v>1355.0074074801853</c:v>
                </c:pt>
                <c:pt idx="349">
                  <c:v>1355.5596349569469</c:v>
                </c:pt>
                <c:pt idx="350">
                  <c:v>1355.505026165037</c:v>
                </c:pt>
                <c:pt idx="351">
                  <c:v>1355.4940894279073</c:v>
                </c:pt>
                <c:pt idx="352">
                  <c:v>1355.5070484836672</c:v>
                </c:pt>
                <c:pt idx="353">
                  <c:v>1355.5056798624857</c:v>
                </c:pt>
                <c:pt idx="354">
                  <c:v>1355.6505405738374</c:v>
                </c:pt>
                <c:pt idx="355">
                  <c:v>1356.383863433018</c:v>
                </c:pt>
                <c:pt idx="356">
                  <c:v>1357.3400534227778</c:v>
                </c:pt>
                <c:pt idx="357">
                  <c:v>1357.8184399365205</c:v>
                </c:pt>
                <c:pt idx="358">
                  <c:v>1358.0366404912857</c:v>
                </c:pt>
                <c:pt idx="359">
                  <c:v>1358.5999496230613</c:v>
                </c:pt>
                <c:pt idx="360">
                  <c:v>1358.5717393623654</c:v>
                </c:pt>
                <c:pt idx="361">
                  <c:v>1359.6601457871852</c:v>
                </c:pt>
                <c:pt idx="362">
                  <c:v>1360.241689713386</c:v>
                </c:pt>
                <c:pt idx="363">
                  <c:v>1360.2082941543729</c:v>
                </c:pt>
                <c:pt idx="364">
                  <c:v>1360.9959561552021</c:v>
                </c:pt>
                <c:pt idx="365">
                  <c:v>1361.4412855748483</c:v>
                </c:pt>
                <c:pt idx="366">
                  <c:v>1364.9727243756549</c:v>
                </c:pt>
                <c:pt idx="367">
                  <c:v>1364.7902509698647</c:v>
                </c:pt>
                <c:pt idx="368">
                  <c:v>1364.9121012573512</c:v>
                </c:pt>
                <c:pt idx="369">
                  <c:v>1364.8841323011063</c:v>
                </c:pt>
                <c:pt idx="370">
                  <c:v>1364.8786303386055</c:v>
                </c:pt>
                <c:pt idx="371">
                  <c:v>1365.6522900642105</c:v>
                </c:pt>
                <c:pt idx="372">
                  <c:v>1365.5702896738553</c:v>
                </c:pt>
                <c:pt idx="373">
                  <c:v>1365.5542983288669</c:v>
                </c:pt>
                <c:pt idx="374">
                  <c:v>1366.2552231571813</c:v>
                </c:pt>
                <c:pt idx="375">
                  <c:v>1366.5129020139284</c:v>
                </c:pt>
                <c:pt idx="376">
                  <c:v>1366.477773835991</c:v>
                </c:pt>
                <c:pt idx="377">
                  <c:v>1366.6198950317864</c:v>
                </c:pt>
                <c:pt idx="378">
                  <c:v>1366.5976758883035</c:v>
                </c:pt>
                <c:pt idx="379">
                  <c:v>1367.1908341197843</c:v>
                </c:pt>
                <c:pt idx="380">
                  <c:v>1367.3013201127874</c:v>
                </c:pt>
                <c:pt idx="381">
                  <c:v>1367.2853770159747</c:v>
                </c:pt>
                <c:pt idx="382">
                  <c:v>1367.2823108348084</c:v>
                </c:pt>
                <c:pt idx="383">
                  <c:v>1368.4321491444462</c:v>
                </c:pt>
                <c:pt idx="384">
                  <c:v>1370.3900560694231</c:v>
                </c:pt>
                <c:pt idx="385">
                  <c:v>1373.8794945619081</c:v>
                </c:pt>
                <c:pt idx="386">
                  <c:v>1375.2240704908129</c:v>
                </c:pt>
                <c:pt idx="387">
                  <c:v>1376.5940923984356</c:v>
                </c:pt>
                <c:pt idx="388">
                  <c:v>1378.6378818786882</c:v>
                </c:pt>
                <c:pt idx="389">
                  <c:v>1381.3285586661268</c:v>
                </c:pt>
                <c:pt idx="390">
                  <c:v>1381.2656206894312</c:v>
                </c:pt>
                <c:pt idx="391">
                  <c:v>1381.4313392655934</c:v>
                </c:pt>
                <c:pt idx="392">
                  <c:v>1381.8244980548066</c:v>
                </c:pt>
                <c:pt idx="393">
                  <c:v>1381.7490533643736</c:v>
                </c:pt>
                <c:pt idx="394">
                  <c:v>1382.3869444978397</c:v>
                </c:pt>
                <c:pt idx="395">
                  <c:v>1382.3059360915142</c:v>
                </c:pt>
                <c:pt idx="396">
                  <c:v>1384.1243564559904</c:v>
                </c:pt>
                <c:pt idx="397">
                  <c:v>1385.7649163081674</c:v>
                </c:pt>
                <c:pt idx="398">
                  <c:v>1386.2502797542963</c:v>
                </c:pt>
                <c:pt idx="399">
                  <c:v>1387.3917255561341</c:v>
                </c:pt>
                <c:pt idx="400">
                  <c:v>1387.3083531893274</c:v>
                </c:pt>
                <c:pt idx="401">
                  <c:v>1387.2917082039601</c:v>
                </c:pt>
                <c:pt idx="402">
                  <c:v>1388.1052378024533</c:v>
                </c:pt>
                <c:pt idx="403">
                  <c:v>1388.0492241305701</c:v>
                </c:pt>
                <c:pt idx="404">
                  <c:v>1388.7933327062574</c:v>
                </c:pt>
                <c:pt idx="405">
                  <c:v>1389.96378021346</c:v>
                </c:pt>
                <c:pt idx="406">
                  <c:v>1391.0936372449789</c:v>
                </c:pt>
                <c:pt idx="407">
                  <c:v>1392.0368189144344</c:v>
                </c:pt>
                <c:pt idx="408">
                  <c:v>1394.4133218711461</c:v>
                </c:pt>
                <c:pt idx="409">
                  <c:v>1395.4461039829839</c:v>
                </c:pt>
                <c:pt idx="410">
                  <c:v>1396.9785623476178</c:v>
                </c:pt>
                <c:pt idx="411">
                  <c:v>1398.5385089831357</c:v>
                </c:pt>
                <c:pt idx="412">
                  <c:v>1398.4944917639946</c:v>
                </c:pt>
                <c:pt idx="413">
                  <c:v>1399.1184352506041</c:v>
                </c:pt>
                <c:pt idx="414">
                  <c:v>1399.2434334564516</c:v>
                </c:pt>
                <c:pt idx="415">
                  <c:v>1399.9554756169994</c:v>
                </c:pt>
                <c:pt idx="416">
                  <c:v>1399.8812859938587</c:v>
                </c:pt>
                <c:pt idx="417">
                  <c:v>1399.866689492301</c:v>
                </c:pt>
                <c:pt idx="418">
                  <c:v>1399.8638007618993</c:v>
                </c:pt>
                <c:pt idx="419">
                  <c:v>1400.3310034759318</c:v>
                </c:pt>
                <c:pt idx="420">
                  <c:v>1401.4815978059878</c:v>
                </c:pt>
                <c:pt idx="421">
                  <c:v>1401.3602730002826</c:v>
                </c:pt>
                <c:pt idx="422">
                  <c:v>1403.2555370764383</c:v>
                </c:pt>
                <c:pt idx="423">
                  <c:v>1404.0614481920286</c:v>
                </c:pt>
                <c:pt idx="424">
                  <c:v>1404.6221392370662</c:v>
                </c:pt>
                <c:pt idx="425">
                  <c:v>1404.5888106506386</c:v>
                </c:pt>
                <c:pt idx="426">
                  <c:v>1404.7672084870203</c:v>
                </c:pt>
                <c:pt idx="427">
                  <c:v>1405.1155747214959</c:v>
                </c:pt>
                <c:pt idx="428">
                  <c:v>1406.0140799704147</c:v>
                </c:pt>
                <c:pt idx="429">
                  <c:v>1405.9743626545958</c:v>
                </c:pt>
                <c:pt idx="430">
                  <c:v>1407.4725898413715</c:v>
                </c:pt>
                <c:pt idx="431">
                  <c:v>1407.4211239021947</c:v>
                </c:pt>
                <c:pt idx="432">
                  <c:v>1407.8543858536329</c:v>
                </c:pt>
                <c:pt idx="433">
                  <c:v>1407.7700721474646</c:v>
                </c:pt>
                <c:pt idx="434">
                  <c:v>1409.2535127528486</c:v>
                </c:pt>
                <c:pt idx="435">
                  <c:v>1409.9223383623416</c:v>
                </c:pt>
                <c:pt idx="436">
                  <c:v>1409.8670217887425</c:v>
                </c:pt>
                <c:pt idx="437">
                  <c:v>1410.1708256117752</c:v>
                </c:pt>
                <c:pt idx="438">
                  <c:v>1410.7558040094748</c:v>
                </c:pt>
                <c:pt idx="439">
                  <c:v>1410.8515327364153</c:v>
                </c:pt>
                <c:pt idx="440">
                  <c:v>1410.8057885142537</c:v>
                </c:pt>
                <c:pt idx="441">
                  <c:v>1410.8976413907064</c:v>
                </c:pt>
                <c:pt idx="442">
                  <c:v>1408.8044963210946</c:v>
                </c:pt>
                <c:pt idx="443">
                  <c:v>1408.8382552919782</c:v>
                </c:pt>
                <c:pt idx="444">
                  <c:v>1408.9507240636872</c:v>
                </c:pt>
                <c:pt idx="445">
                  <c:v>1409.5736960984314</c:v>
                </c:pt>
                <c:pt idx="446">
                  <c:v>1409.5442909354656</c:v>
                </c:pt>
                <c:pt idx="447">
                  <c:v>1409.9980929481903</c:v>
                </c:pt>
                <c:pt idx="448">
                  <c:v>1412.6955566641295</c:v>
                </c:pt>
                <c:pt idx="449">
                  <c:v>1412.5468811566009</c:v>
                </c:pt>
                <c:pt idx="450">
                  <c:v>1412.6236690248315</c:v>
                </c:pt>
                <c:pt idx="451">
                  <c:v>1412.6036673908716</c:v>
                </c:pt>
                <c:pt idx="452">
                  <c:v>1413.3507262466039</c:v>
                </c:pt>
                <c:pt idx="453">
                  <c:v>1413.9135991121539</c:v>
                </c:pt>
                <c:pt idx="454">
                  <c:v>1414.3335336494126</c:v>
                </c:pt>
                <c:pt idx="455">
                  <c:v>1414.609623866806</c:v>
                </c:pt>
                <c:pt idx="456">
                  <c:v>1414.5877784467968</c:v>
                </c:pt>
                <c:pt idx="457">
                  <c:v>1414.7723165747195</c:v>
                </c:pt>
                <c:pt idx="458">
                  <c:v>1414.760439020994</c:v>
                </c:pt>
                <c:pt idx="459">
                  <c:v>1418.9063140518708</c:v>
                </c:pt>
                <c:pt idx="460">
                  <c:v>1418.7136659903408</c:v>
                </c:pt>
                <c:pt idx="461">
                  <c:v>1423.5204240671908</c:v>
                </c:pt>
                <c:pt idx="462">
                  <c:v>1434.9657503265232</c:v>
                </c:pt>
                <c:pt idx="463">
                  <c:v>1435.1572710735998</c:v>
                </c:pt>
                <c:pt idx="464">
                  <c:v>1435.3316722746094</c:v>
                </c:pt>
                <c:pt idx="465">
                  <c:v>1435.2741144283359</c:v>
                </c:pt>
                <c:pt idx="466">
                  <c:v>1435.8948630283292</c:v>
                </c:pt>
                <c:pt idx="467">
                  <c:v>1436.5260027294953</c:v>
                </c:pt>
                <c:pt idx="468">
                  <c:v>1436.4327692512984</c:v>
                </c:pt>
                <c:pt idx="469">
                  <c:v>1437.0739116557011</c:v>
                </c:pt>
                <c:pt idx="470">
                  <c:v>1438.0012453861254</c:v>
                </c:pt>
                <c:pt idx="471">
                  <c:v>1438.2883627491362</c:v>
                </c:pt>
                <c:pt idx="472">
                  <c:v>1438.4889044867075</c:v>
                </c:pt>
                <c:pt idx="473">
                  <c:v>1438.620402556428</c:v>
                </c:pt>
                <c:pt idx="474">
                  <c:v>1438.6645085180235</c:v>
                </c:pt>
                <c:pt idx="475">
                  <c:v>1438.8964322849879</c:v>
                </c:pt>
                <c:pt idx="476">
                  <c:v>1439.6371707562</c:v>
                </c:pt>
                <c:pt idx="477">
                  <c:v>1440.57634115835</c:v>
                </c:pt>
                <c:pt idx="478">
                  <c:v>1441.3797413457344</c:v>
                </c:pt>
                <c:pt idx="479">
                  <c:v>1441.5258290408453</c:v>
                </c:pt>
                <c:pt idx="480">
                  <c:v>1441.5054875328224</c:v>
                </c:pt>
                <c:pt idx="481">
                  <c:v>1441.5014766149886</c:v>
                </c:pt>
                <c:pt idx="482">
                  <c:v>1441.5014766149886</c:v>
                </c:pt>
                <c:pt idx="483">
                  <c:v>1441.5014766149886</c:v>
                </c:pt>
                <c:pt idx="484">
                  <c:v>1441.8855396687197</c:v>
                </c:pt>
                <c:pt idx="485">
                  <c:v>1441.8462693315191</c:v>
                </c:pt>
                <c:pt idx="486">
                  <c:v>1441.8381027430323</c:v>
                </c:pt>
                <c:pt idx="487">
                  <c:v>1441.935239815449</c:v>
                </c:pt>
                <c:pt idx="488">
                  <c:v>1442.0490751406805</c:v>
                </c:pt>
                <c:pt idx="489">
                  <c:v>1442.8313006156168</c:v>
                </c:pt>
                <c:pt idx="490">
                  <c:v>1442.8280052032653</c:v>
                </c:pt>
                <c:pt idx="491">
                  <c:v>1442.8053048749118</c:v>
                </c:pt>
                <c:pt idx="492">
                  <c:v>1443.2951407083974</c:v>
                </c:pt>
                <c:pt idx="493">
                  <c:v>1443.2500880118043</c:v>
                </c:pt>
                <c:pt idx="494">
                  <c:v>1443.428301526307</c:v>
                </c:pt>
                <c:pt idx="495">
                  <c:v>1443.6977884471612</c:v>
                </c:pt>
                <c:pt idx="496">
                  <c:v>1444.0443148016855</c:v>
                </c:pt>
                <c:pt idx="497">
                  <c:v>1444.0102453409045</c:v>
                </c:pt>
                <c:pt idx="498">
                  <c:v>1444.0500774940299</c:v>
                </c:pt>
                <c:pt idx="499">
                  <c:v>1444.8288574477879</c:v>
                </c:pt>
                <c:pt idx="500">
                  <c:v>1445.4723737112738</c:v>
                </c:pt>
                <c:pt idx="501">
                  <c:v>1446.263552526867</c:v>
                </c:pt>
                <c:pt idx="502">
                  <c:v>1446.6561196451444</c:v>
                </c:pt>
                <c:pt idx="503">
                  <c:v>1447.2249570838926</c:v>
                </c:pt>
                <c:pt idx="504">
                  <c:v>1447.4251922798594</c:v>
                </c:pt>
                <c:pt idx="505">
                  <c:v>1447.5948562830449</c:v>
                </c:pt>
                <c:pt idx="506">
                  <c:v>1447.7186874164643</c:v>
                </c:pt>
                <c:pt idx="507">
                  <c:v>1448.5265564079309</c:v>
                </c:pt>
                <c:pt idx="508">
                  <c:v>1450.1505213366825</c:v>
                </c:pt>
                <c:pt idx="509">
                  <c:v>1450.2423040985043</c:v>
                </c:pt>
                <c:pt idx="510">
                  <c:v>1458.9858210916348</c:v>
                </c:pt>
                <c:pt idx="511">
                  <c:v>1459.2067652779963</c:v>
                </c:pt>
                <c:pt idx="512">
                  <c:v>1459.4103905542597</c:v>
                </c:pt>
                <c:pt idx="513">
                  <c:v>1460.4067280880379</c:v>
                </c:pt>
                <c:pt idx="514">
                  <c:v>1460.2956377489022</c:v>
                </c:pt>
                <c:pt idx="515">
                  <c:v>1460.5558643390611</c:v>
                </c:pt>
                <c:pt idx="516">
                  <c:v>1460.8827101430259</c:v>
                </c:pt>
                <c:pt idx="517">
                  <c:v>1460.8171635983551</c:v>
                </c:pt>
                <c:pt idx="518">
                  <c:v>1461.150006736515</c:v>
                </c:pt>
                <c:pt idx="519">
                  <c:v>1461.3715469701656</c:v>
                </c:pt>
                <c:pt idx="520">
                  <c:v>1465.0775875739914</c:v>
                </c:pt>
                <c:pt idx="521">
                  <c:v>1464.9916743892948</c:v>
                </c:pt>
                <c:pt idx="522">
                  <c:v>1465.412078309525</c:v>
                </c:pt>
                <c:pt idx="523">
                  <c:v>1466.2032859659942</c:v>
                </c:pt>
                <c:pt idx="524">
                  <c:v>1466.9409167745298</c:v>
                </c:pt>
                <c:pt idx="525">
                  <c:v>1468.6668140923782</c:v>
                </c:pt>
                <c:pt idx="526">
                  <c:v>1469.430360946533</c:v>
                </c:pt>
                <c:pt idx="527">
                  <c:v>1469.6806270324028</c:v>
                </c:pt>
                <c:pt idx="528">
                  <c:v>1469.6588589268681</c:v>
                </c:pt>
                <c:pt idx="529">
                  <c:v>1470.1259686981125</c:v>
                </c:pt>
                <c:pt idx="530">
                  <c:v>1470.2707131852972</c:v>
                </c:pt>
                <c:pt idx="531">
                  <c:v>1470.468428492693</c:v>
                </c:pt>
                <c:pt idx="532">
                  <c:v>1470.4422917227419</c:v>
                </c:pt>
                <c:pt idx="533">
                  <c:v>1472.2762412203538</c:v>
                </c:pt>
                <c:pt idx="534">
                  <c:v>1472.3608210998129</c:v>
                </c:pt>
                <c:pt idx="535">
                  <c:v>1472.4998710388343</c:v>
                </c:pt>
                <c:pt idx="536">
                  <c:v>1472.4626821087907</c:v>
                </c:pt>
                <c:pt idx="537">
                  <c:v>1472.6520202179388</c:v>
                </c:pt>
                <c:pt idx="538">
                  <c:v>1472.6349934112898</c:v>
                </c:pt>
                <c:pt idx="539">
                  <c:v>1472.6284626522361</c:v>
                </c:pt>
                <c:pt idx="540">
                  <c:v>1473.0377532283019</c:v>
                </c:pt>
                <c:pt idx="541">
                  <c:v>1473.3661863680072</c:v>
                </c:pt>
                <c:pt idx="542">
                  <c:v>1473.5707366368667</c:v>
                </c:pt>
                <c:pt idx="543">
                  <c:v>1473.7261984596421</c:v>
                </c:pt>
                <c:pt idx="544">
                  <c:v>1473.9646019386062</c:v>
                </c:pt>
                <c:pt idx="545">
                  <c:v>1474.0377418307371</c:v>
                </c:pt>
                <c:pt idx="546">
                  <c:v>1474.8543807884873</c:v>
                </c:pt>
                <c:pt idx="547">
                  <c:v>1474.803451519562</c:v>
                </c:pt>
                <c:pt idx="548">
                  <c:v>1474.9577640553691</c:v>
                </c:pt>
                <c:pt idx="549">
                  <c:v>1475.8401697805168</c:v>
                </c:pt>
                <c:pt idx="550">
                  <c:v>1475.8149421318019</c:v>
                </c:pt>
                <c:pt idx="551">
                  <c:v>1477.0082188047431</c:v>
                </c:pt>
                <c:pt idx="552">
                  <c:v>1477.3681859076323</c:v>
                </c:pt>
                <c:pt idx="553">
                  <c:v>1477.7734340135278</c:v>
                </c:pt>
                <c:pt idx="554">
                  <c:v>1479.5302260451861</c:v>
                </c:pt>
                <c:pt idx="555">
                  <c:v>1479.7774390711859</c:v>
                </c:pt>
                <c:pt idx="556">
                  <c:v>1479.7329957970394</c:v>
                </c:pt>
                <c:pt idx="557">
                  <c:v>1480.2752957770185</c:v>
                </c:pt>
                <c:pt idx="558">
                  <c:v>1480.7472822111069</c:v>
                </c:pt>
                <c:pt idx="559">
                  <c:v>1481.6846685318917</c:v>
                </c:pt>
                <c:pt idx="560">
                  <c:v>1483.9788859393832</c:v>
                </c:pt>
                <c:pt idx="561">
                  <c:v>1485.4013294094789</c:v>
                </c:pt>
                <c:pt idx="562">
                  <c:v>1486.3056754733477</c:v>
                </c:pt>
                <c:pt idx="563">
                  <c:v>1486.1369050613334</c:v>
                </c:pt>
                <c:pt idx="564">
                  <c:v>1486.103961956891</c:v>
                </c:pt>
                <c:pt idx="565">
                  <c:v>1486.0974879276837</c:v>
                </c:pt>
                <c:pt idx="566">
                  <c:v>1486.1114151001727</c:v>
                </c:pt>
                <c:pt idx="567">
                  <c:v>1486.1105334116485</c:v>
                </c:pt>
                <c:pt idx="568">
                  <c:v>1486.5312312350266</c:v>
                </c:pt>
                <c:pt idx="569">
                  <c:v>1486.5014160550959</c:v>
                </c:pt>
                <c:pt idx="570">
                  <c:v>1486.4955879540744</c:v>
                </c:pt>
                <c:pt idx="571">
                  <c:v>1487.2564875833473</c:v>
                </c:pt>
                <c:pt idx="572">
                  <c:v>1488.3218040425973</c:v>
                </c:pt>
                <c:pt idx="573">
                  <c:v>1489.2266798451553</c:v>
                </c:pt>
                <c:pt idx="574">
                  <c:v>1489.631076632375</c:v>
                </c:pt>
                <c:pt idx="575">
                  <c:v>1489.6001576741162</c:v>
                </c:pt>
                <c:pt idx="576">
                  <c:v>1490.2169490000404</c:v>
                </c:pt>
                <c:pt idx="577">
                  <c:v>1491.9289008111773</c:v>
                </c:pt>
                <c:pt idx="578">
                  <c:v>1491.8558406852674</c:v>
                </c:pt>
                <c:pt idx="579">
                  <c:v>1491.8414576162129</c:v>
                </c:pt>
                <c:pt idx="580">
                  <c:v>1492.7623980133467</c:v>
                </c:pt>
                <c:pt idx="581">
                  <c:v>1494.3407834442744</c:v>
                </c:pt>
                <c:pt idx="582">
                  <c:v>1494.2468883597815</c:v>
                </c:pt>
                <c:pt idx="583">
                  <c:v>1494.7324427344017</c:v>
                </c:pt>
                <c:pt idx="584">
                  <c:v>1495.8192768276758</c:v>
                </c:pt>
                <c:pt idx="585">
                  <c:v>1495.704382618457</c:v>
                </c:pt>
                <c:pt idx="586">
                  <c:v>1496.5950786529934</c:v>
                </c:pt>
                <c:pt idx="587">
                  <c:v>1496.998903829031</c:v>
                </c:pt>
                <c:pt idx="588">
                  <c:v>1497.7917848355914</c:v>
                </c:pt>
                <c:pt idx="589">
                  <c:v>1497.6971096791999</c:v>
                </c:pt>
                <c:pt idx="590">
                  <c:v>1497.6888609048849</c:v>
                </c:pt>
                <c:pt idx="591">
                  <c:v>1497.6863841680974</c:v>
                </c:pt>
                <c:pt idx="592">
                  <c:v>1498.029082117283</c:v>
                </c:pt>
                <c:pt idx="593">
                  <c:v>1498.2449034163958</c:v>
                </c:pt>
                <c:pt idx="594">
                  <c:v>1499.5292770440963</c:v>
                </c:pt>
                <c:pt idx="595">
                  <c:v>1499.5497378627015</c:v>
                </c:pt>
                <c:pt idx="596">
                  <c:v>1499.5246600414255</c:v>
                </c:pt>
                <c:pt idx="597">
                  <c:v>1500.8464879018272</c:v>
                </c:pt>
                <c:pt idx="598">
                  <c:v>1500.7945974643415</c:v>
                </c:pt>
                <c:pt idx="599">
                  <c:v>1501.0639025758298</c:v>
                </c:pt>
                <c:pt idx="600">
                  <c:v>1501.4189395166102</c:v>
                </c:pt>
                <c:pt idx="601">
                  <c:v>1501.556756909599</c:v>
                </c:pt>
                <c:pt idx="602">
                  <c:v>1502.2847183051822</c:v>
                </c:pt>
                <c:pt idx="603">
                  <c:v>1502.9696373242055</c:v>
                </c:pt>
                <c:pt idx="604">
                  <c:v>1505.2634167939202</c:v>
                </c:pt>
                <c:pt idx="605">
                  <c:v>1505.1311120940734</c:v>
                </c:pt>
                <c:pt idx="606">
                  <c:v>1505.1035766327109</c:v>
                </c:pt>
                <c:pt idx="607">
                  <c:v>1506.0071418704867</c:v>
                </c:pt>
                <c:pt idx="608">
                  <c:v>1508.1057244698125</c:v>
                </c:pt>
                <c:pt idx="609">
                  <c:v>1512.7708064149504</c:v>
                </c:pt>
                <c:pt idx="610">
                  <c:v>1512.4928958096787</c:v>
                </c:pt>
                <c:pt idx="611">
                  <c:v>1515.7656521453102</c:v>
                </c:pt>
                <c:pt idx="612">
                  <c:v>1525.7114381208553</c:v>
                </c:pt>
                <c:pt idx="613">
                  <c:v>1526.397490202349</c:v>
                </c:pt>
                <c:pt idx="614">
                  <c:v>1529.4812935235302</c:v>
                </c:pt>
                <c:pt idx="615">
                  <c:v>1530.224305896538</c:v>
                </c:pt>
                <c:pt idx="616">
                  <c:v>1535.2041770925355</c:v>
                </c:pt>
                <c:pt idx="617">
                  <c:v>1534.9839556167201</c:v>
                </c:pt>
                <c:pt idx="618">
                  <c:v>1536.3306801300521</c:v>
                </c:pt>
                <c:pt idx="619">
                  <c:v>1537.4393846928238</c:v>
                </c:pt>
                <c:pt idx="620">
                  <c:v>1539.6417939296709</c:v>
                </c:pt>
                <c:pt idx="621">
                  <c:v>1540.7869793201462</c:v>
                </c:pt>
                <c:pt idx="622">
                  <c:v>1541.3222094339092</c:v>
                </c:pt>
                <c:pt idx="623">
                  <c:v>1543.0244772072497</c:v>
                </c:pt>
                <c:pt idx="624">
                  <c:v>1543.4683847848898</c:v>
                </c:pt>
                <c:pt idx="625">
                  <c:v>1543.4200765553771</c:v>
                </c:pt>
                <c:pt idx="626">
                  <c:v>1543.5534154037127</c:v>
                </c:pt>
                <c:pt idx="627">
                  <c:v>1543.5428665745887</c:v>
                </c:pt>
                <c:pt idx="628">
                  <c:v>1543.539699777406</c:v>
                </c:pt>
                <c:pt idx="629">
                  <c:v>1543.7513742558592</c:v>
                </c:pt>
                <c:pt idx="630">
                  <c:v>1543.7308127086178</c:v>
                </c:pt>
                <c:pt idx="631">
                  <c:v>1543.7269297990645</c:v>
                </c:pt>
                <c:pt idx="632">
                  <c:v>1543.7645761272645</c:v>
                </c:pt>
                <c:pt idx="633">
                  <c:v>1543.759774393103</c:v>
                </c:pt>
                <c:pt idx="634">
                  <c:v>1543.7588276854649</c:v>
                </c:pt>
                <c:pt idx="635">
                  <c:v>1543.7586403280957</c:v>
                </c:pt>
                <c:pt idx="636">
                  <c:v>1543.7585849008942</c:v>
                </c:pt>
                <c:pt idx="637">
                  <c:v>1543.7585581665405</c:v>
                </c:pt>
                <c:pt idx="638">
                  <c:v>1543.7585441016545</c:v>
                </c:pt>
                <c:pt idx="639">
                  <c:v>1543.7585306433384</c:v>
                </c:pt>
                <c:pt idx="640">
                  <c:v>1546.048257852671</c:v>
                </c:pt>
                <c:pt idx="641">
                  <c:v>1545.9150304981065</c:v>
                </c:pt>
                <c:pt idx="642">
                  <c:v>1545.8905784694798</c:v>
                </c:pt>
                <c:pt idx="643">
                  <c:v>1547.3701869092574</c:v>
                </c:pt>
                <c:pt idx="644">
                  <c:v>1547.4517687228331</c:v>
                </c:pt>
                <c:pt idx="645">
                  <c:v>1547.9695798379619</c:v>
                </c:pt>
                <c:pt idx="646">
                  <c:v>1548.6729774507669</c:v>
                </c:pt>
                <c:pt idx="647">
                  <c:v>1548.6374936009156</c:v>
                </c:pt>
                <c:pt idx="648">
                  <c:v>1548.8101111342983</c:v>
                </c:pt>
                <c:pt idx="649">
                  <c:v>1549.0245151817319</c:v>
                </c:pt>
                <c:pt idx="650">
                  <c:v>1550.2896380892028</c:v>
                </c:pt>
                <c:pt idx="651">
                  <c:v>1550.7572783996443</c:v>
                </c:pt>
                <c:pt idx="652">
                  <c:v>1551.2410324575258</c:v>
                </c:pt>
                <c:pt idx="653">
                  <c:v>1562.17078812112</c:v>
                </c:pt>
                <c:pt idx="654">
                  <c:v>1571.6575660752621</c:v>
                </c:pt>
                <c:pt idx="655">
                  <c:v>1571.6862620825268</c:v>
                </c:pt>
                <c:pt idx="656">
                  <c:v>1571.5308564406946</c:v>
                </c:pt>
                <c:pt idx="657">
                  <c:v>1571.5009457023134</c:v>
                </c:pt>
                <c:pt idx="658">
                  <c:v>1571.9786945145552</c:v>
                </c:pt>
                <c:pt idx="659">
                  <c:v>1572.5023212995056</c:v>
                </c:pt>
                <c:pt idx="660">
                  <c:v>1572.4352768310546</c:v>
                </c:pt>
                <c:pt idx="661">
                  <c:v>1572.4221015664173</c:v>
                </c:pt>
                <c:pt idx="662">
                  <c:v>1572.4203624890483</c:v>
                </c:pt>
                <c:pt idx="663">
                  <c:v>1572.6193281923508</c:v>
                </c:pt>
                <c:pt idx="664">
                  <c:v>1573.7883793475196</c:v>
                </c:pt>
                <c:pt idx="665">
                  <c:v>1573.7161469175785</c:v>
                </c:pt>
                <c:pt idx="666">
                  <c:v>1573.9251777320014</c:v>
                </c:pt>
                <c:pt idx="667">
                  <c:v>1573.8960499334419</c:v>
                </c:pt>
                <c:pt idx="668">
                  <c:v>1574.8007417952024</c:v>
                </c:pt>
                <c:pt idx="669">
                  <c:v>1575.8988858360858</c:v>
                </c:pt>
                <c:pt idx="670">
                  <c:v>1576.3346981367197</c:v>
                </c:pt>
                <c:pt idx="671">
                  <c:v>1576.7379102693974</c:v>
                </c:pt>
                <c:pt idx="672">
                  <c:v>1576.91714976669</c:v>
                </c:pt>
                <c:pt idx="673">
                  <c:v>1576.9121879784857</c:v>
                </c:pt>
                <c:pt idx="674">
                  <c:v>1577.6843496693764</c:v>
                </c:pt>
                <c:pt idx="675">
                  <c:v>1578.2974741106216</c:v>
                </c:pt>
                <c:pt idx="676">
                  <c:v>1578.2566909500219</c:v>
                </c:pt>
                <c:pt idx="677">
                  <c:v>1588.5830055170948</c:v>
                </c:pt>
                <c:pt idx="678">
                  <c:v>1593.0335986097421</c:v>
                </c:pt>
                <c:pt idx="679">
                  <c:v>1593.3361475346012</c:v>
                </c:pt>
                <c:pt idx="680">
                  <c:v>1593.6835101146626</c:v>
                </c:pt>
                <c:pt idx="681">
                  <c:v>1593.5994689175543</c:v>
                </c:pt>
                <c:pt idx="682">
                  <c:v>1596.4794936982555</c:v>
                </c:pt>
                <c:pt idx="683">
                  <c:v>1596.9100791547162</c:v>
                </c:pt>
                <c:pt idx="684">
                  <c:v>1597.2699271820827</c:v>
                </c:pt>
                <c:pt idx="685">
                  <c:v>1597.9962413957053</c:v>
                </c:pt>
                <c:pt idx="686">
                  <c:v>1598.0652094480508</c:v>
                </c:pt>
                <c:pt idx="687">
                  <c:v>1598.0429697124894</c:v>
                </c:pt>
                <c:pt idx="688">
                  <c:v>1599.7618686011217</c:v>
                </c:pt>
                <c:pt idx="689">
                  <c:v>1600.0305859148102</c:v>
                </c:pt>
                <c:pt idx="690">
                  <c:v>1600.1177232283703</c:v>
                </c:pt>
                <c:pt idx="691">
                  <c:v>1600.1683179924048</c:v>
                </c:pt>
                <c:pt idx="692">
                  <c:v>1600.6779462104166</c:v>
                </c:pt>
                <c:pt idx="693">
                  <c:v>1601.3266802893495</c:v>
                </c:pt>
                <c:pt idx="694">
                  <c:v>1602.9914834369238</c:v>
                </c:pt>
                <c:pt idx="695">
                  <c:v>1603.931017916568</c:v>
                </c:pt>
                <c:pt idx="696">
                  <c:v>1604.7721289747135</c:v>
                </c:pt>
                <c:pt idx="697">
                  <c:v>1605.0811716800627</c:v>
                </c:pt>
                <c:pt idx="698">
                  <c:v>1605.0498899348854</c:v>
                </c:pt>
                <c:pt idx="699">
                  <c:v>1605.4867525308687</c:v>
                </c:pt>
                <c:pt idx="700">
                  <c:v>1605.4497259182203</c:v>
                </c:pt>
                <c:pt idx="701">
                  <c:v>1605.8065945023195</c:v>
                </c:pt>
                <c:pt idx="702">
                  <c:v>1605.7820714894078</c:v>
                </c:pt>
                <c:pt idx="703">
                  <c:v>1605.9751678502871</c:v>
                </c:pt>
                <c:pt idx="704">
                  <c:v>1605.9266647787572</c:v>
                </c:pt>
                <c:pt idx="705">
                  <c:v>1607.6881021573552</c:v>
                </c:pt>
                <c:pt idx="706">
                  <c:v>1609.5215302875404</c:v>
                </c:pt>
                <c:pt idx="707">
                  <c:v>1609.4744681843683</c:v>
                </c:pt>
                <c:pt idx="708">
                  <c:v>1609.3993406826046</c:v>
                </c:pt>
                <c:pt idx="709">
                  <c:v>1609.3845879250623</c:v>
                </c:pt>
                <c:pt idx="710">
                  <c:v>1609.3826378680199</c:v>
                </c:pt>
                <c:pt idx="711">
                  <c:v>1609.3822402969806</c:v>
                </c:pt>
                <c:pt idx="712">
                  <c:v>1609.9796680168699</c:v>
                </c:pt>
                <c:pt idx="713">
                  <c:v>1610.9679872448905</c:v>
                </c:pt>
                <c:pt idx="714">
                  <c:v>1619.2170478732969</c:v>
                </c:pt>
                <c:pt idx="715">
                  <c:v>1621.837620610484</c:v>
                </c:pt>
                <c:pt idx="716">
                  <c:v>1623.6225541736237</c:v>
                </c:pt>
                <c:pt idx="717">
                  <c:v>1626.3532973066535</c:v>
                </c:pt>
                <c:pt idx="718">
                  <c:v>1627.4892916238059</c:v>
                </c:pt>
                <c:pt idx="719">
                  <c:v>1628.1809132623653</c:v>
                </c:pt>
                <c:pt idx="720">
                  <c:v>1629.0289994465111</c:v>
                </c:pt>
                <c:pt idx="721">
                  <c:v>1629.3902593209564</c:v>
                </c:pt>
                <c:pt idx="722">
                  <c:v>1630.4031729015285</c:v>
                </c:pt>
                <c:pt idx="723">
                  <c:v>1631.4550150389241</c:v>
                </c:pt>
                <c:pt idx="724">
                  <c:v>1631.3849301360624</c:v>
                </c:pt>
                <c:pt idx="725">
                  <c:v>1636.9696906828358</c:v>
                </c:pt>
                <c:pt idx="726">
                  <c:v>1639.7619562374953</c:v>
                </c:pt>
                <c:pt idx="727">
                  <c:v>1640.6698851998426</c:v>
                </c:pt>
                <c:pt idx="728">
                  <c:v>1646.8615001525993</c:v>
                </c:pt>
                <c:pt idx="729">
                  <c:v>1646.3544875400248</c:v>
                </c:pt>
                <c:pt idx="730">
                  <c:v>1647.85651536404</c:v>
                </c:pt>
                <c:pt idx="731">
                  <c:v>1649.4993956284318</c:v>
                </c:pt>
                <c:pt idx="732">
                  <c:v>1649.3593568030299</c:v>
                </c:pt>
                <c:pt idx="733">
                  <c:v>1649.3319862930102</c:v>
                </c:pt>
                <c:pt idx="734">
                  <c:v>1649.3283969289084</c:v>
                </c:pt>
                <c:pt idx="735">
                  <c:v>1649.4792307023401</c:v>
                </c:pt>
                <c:pt idx="736">
                  <c:v>1652.4367523100227</c:v>
                </c:pt>
                <c:pt idx="737">
                  <c:v>1652.4761291444765</c:v>
                </c:pt>
                <c:pt idx="738">
                  <c:v>1652.6563593637768</c:v>
                </c:pt>
                <c:pt idx="739">
                  <c:v>1653.7209376947601</c:v>
                </c:pt>
                <c:pt idx="740">
                  <c:v>1654.4918071285656</c:v>
                </c:pt>
                <c:pt idx="741">
                  <c:v>1655.6293885842786</c:v>
                </c:pt>
                <c:pt idx="742">
                  <c:v>1656.0317075332214</c:v>
                </c:pt>
                <c:pt idx="743">
                  <c:v>1657.492982672564</c:v>
                </c:pt>
                <c:pt idx="744">
                  <c:v>1659.4363171934124</c:v>
                </c:pt>
                <c:pt idx="745">
                  <c:v>1660.9174400763345</c:v>
                </c:pt>
                <c:pt idx="746">
                  <c:v>1661.576126709143</c:v>
                </c:pt>
                <c:pt idx="747">
                  <c:v>1662.6466725597506</c:v>
                </c:pt>
                <c:pt idx="748">
                  <c:v>1663.3168833977343</c:v>
                </c:pt>
                <c:pt idx="749">
                  <c:v>1667.4259945222193</c:v>
                </c:pt>
                <c:pt idx="750">
                  <c:v>1669.147554029621</c:v>
                </c:pt>
                <c:pt idx="751">
                  <c:v>1680.8022841764837</c:v>
                </c:pt>
                <c:pt idx="752">
                  <c:v>1680.1164709420882</c:v>
                </c:pt>
                <c:pt idx="753">
                  <c:v>1684.065457641289</c:v>
                </c:pt>
                <c:pt idx="754">
                  <c:v>1683.7890440404281</c:v>
                </c:pt>
                <c:pt idx="755">
                  <c:v>1683.7349410185343</c:v>
                </c:pt>
                <c:pt idx="756">
                  <c:v>1684.859815677155</c:v>
                </c:pt>
                <c:pt idx="757">
                  <c:v>1687.6136405503512</c:v>
                </c:pt>
                <c:pt idx="758">
                  <c:v>1688.716796202805</c:v>
                </c:pt>
                <c:pt idx="759">
                  <c:v>1690.0374240663871</c:v>
                </c:pt>
                <c:pt idx="760">
                  <c:v>1692.5475325110501</c:v>
                </c:pt>
                <c:pt idx="761">
                  <c:v>1692.4051409382619</c:v>
                </c:pt>
                <c:pt idx="762">
                  <c:v>1693.558560177969</c:v>
                </c:pt>
                <c:pt idx="763">
                  <c:v>1695.0350514661434</c:v>
                </c:pt>
                <c:pt idx="764">
                  <c:v>1696.1572492896296</c:v>
                </c:pt>
                <c:pt idx="765">
                  <c:v>1697.2816815918609</c:v>
                </c:pt>
                <c:pt idx="766">
                  <c:v>1698.6186736011407</c:v>
                </c:pt>
                <c:pt idx="767">
                  <c:v>1699.4332683901</c:v>
                </c:pt>
                <c:pt idx="768">
                  <c:v>1700.7985509640239</c:v>
                </c:pt>
                <c:pt idx="769">
                  <c:v>1701.3881810272737</c:v>
                </c:pt>
                <c:pt idx="770">
                  <c:v>1702.1739027236499</c:v>
                </c:pt>
                <c:pt idx="771">
                  <c:v>1702.1274571632073</c:v>
                </c:pt>
                <c:pt idx="772">
                  <c:v>1702.113236796989</c:v>
                </c:pt>
                <c:pt idx="773">
                  <c:v>1702.4515639199756</c:v>
                </c:pt>
                <c:pt idx="774">
                  <c:v>1702.8665417080754</c:v>
                </c:pt>
                <c:pt idx="775">
                  <c:v>1703.2105425260229</c:v>
                </c:pt>
                <c:pt idx="776">
                  <c:v>1703.1390874308727</c:v>
                </c:pt>
                <c:pt idx="777">
                  <c:v>1703.2745094261609</c:v>
                </c:pt>
                <c:pt idx="778">
                  <c:v>1703.2387000193764</c:v>
                </c:pt>
                <c:pt idx="779">
                  <c:v>1704.4343913393777</c:v>
                </c:pt>
                <c:pt idx="780">
                  <c:v>1705.7287740544934</c:v>
                </c:pt>
                <c:pt idx="781">
                  <c:v>1707.5212376358747</c:v>
                </c:pt>
                <c:pt idx="782">
                  <c:v>1707.9421409896556</c:v>
                </c:pt>
                <c:pt idx="783">
                  <c:v>1707.8778846354801</c:v>
                </c:pt>
                <c:pt idx="784">
                  <c:v>1717.5886573091054</c:v>
                </c:pt>
                <c:pt idx="785">
                  <c:v>1737.4975440097257</c:v>
                </c:pt>
                <c:pt idx="786">
                  <c:v>1738.0370138454275</c:v>
                </c:pt>
                <c:pt idx="787">
                  <c:v>1748.7295925548628</c:v>
                </c:pt>
                <c:pt idx="788">
                  <c:v>1751.1770465283537</c:v>
                </c:pt>
                <c:pt idx="789">
                  <c:v>1753.3281374161775</c:v>
                </c:pt>
                <c:pt idx="790">
                  <c:v>1757.5827554528937</c:v>
                </c:pt>
                <c:pt idx="791">
                  <c:v>1758.0018146938557</c:v>
                </c:pt>
                <c:pt idx="792">
                  <c:v>1758.7388206954533</c:v>
                </c:pt>
                <c:pt idx="793">
                  <c:v>1759.4107660114846</c:v>
                </c:pt>
                <c:pt idx="794">
                  <c:v>1760.8925998111224</c:v>
                </c:pt>
                <c:pt idx="795">
                  <c:v>1760.8395521981383</c:v>
                </c:pt>
                <c:pt idx="796">
                  <c:v>1760.8153885261531</c:v>
                </c:pt>
                <c:pt idx="797">
                  <c:v>1760.8095902724742</c:v>
                </c:pt>
                <c:pt idx="798">
                  <c:v>1761.8544870397845</c:v>
                </c:pt>
                <c:pt idx="799">
                  <c:v>1762.6069266075988</c:v>
                </c:pt>
                <c:pt idx="800">
                  <c:v>1762.6861410552463</c:v>
                </c:pt>
                <c:pt idx="801">
                  <c:v>1762.655469227233</c:v>
                </c:pt>
                <c:pt idx="802">
                  <c:v>1762.6494621959071</c:v>
                </c:pt>
                <c:pt idx="803">
                  <c:v>1763.3452906885398</c:v>
                </c:pt>
                <c:pt idx="804">
                  <c:v>1763.8931471358412</c:v>
                </c:pt>
                <c:pt idx="805">
                  <c:v>1763.8095017496767</c:v>
                </c:pt>
                <c:pt idx="806">
                  <c:v>1763.7985223521907</c:v>
                </c:pt>
                <c:pt idx="807">
                  <c:v>1764.1766445537257</c:v>
                </c:pt>
                <c:pt idx="808">
                  <c:v>1764.3024577238957</c:v>
                </c:pt>
                <c:pt idx="809">
                  <c:v>1765.0722725848948</c:v>
                </c:pt>
                <c:pt idx="810">
                  <c:v>1765.9650683157433</c:v>
                </c:pt>
                <c:pt idx="811">
                  <c:v>1771.6872731454939</c:v>
                </c:pt>
                <c:pt idx="812">
                  <c:v>1773.2546552119584</c:v>
                </c:pt>
                <c:pt idx="813">
                  <c:v>1774.0159804067659</c:v>
                </c:pt>
                <c:pt idx="814">
                  <c:v>1774.5753137867048</c:v>
                </c:pt>
                <c:pt idx="815">
                  <c:v>1775.9704261121542</c:v>
                </c:pt>
                <c:pt idx="816">
                  <c:v>1775.8207898818778</c:v>
                </c:pt>
                <c:pt idx="817">
                  <c:v>1775.7916245142374</c:v>
                </c:pt>
                <c:pt idx="818">
                  <c:v>1776.1875879495151</c:v>
                </c:pt>
                <c:pt idx="819">
                  <c:v>1776.4750711500515</c:v>
                </c:pt>
                <c:pt idx="820">
                  <c:v>1777.2342804779157</c:v>
                </c:pt>
                <c:pt idx="821">
                  <c:v>1777.1752643507587</c:v>
                </c:pt>
                <c:pt idx="822">
                  <c:v>1780.6521525485514</c:v>
                </c:pt>
                <c:pt idx="823">
                  <c:v>1780.8600166091928</c:v>
                </c:pt>
                <c:pt idx="824">
                  <c:v>1781.4776252729255</c:v>
                </c:pt>
                <c:pt idx="825">
                  <c:v>1781.3807240024689</c:v>
                </c:pt>
                <c:pt idx="826">
                  <c:v>1784.2709559847231</c:v>
                </c:pt>
                <c:pt idx="827">
                  <c:v>1786.5146846123448</c:v>
                </c:pt>
                <c:pt idx="828">
                  <c:v>1787.8256459339307</c:v>
                </c:pt>
                <c:pt idx="829">
                  <c:v>1788.8592683704151</c:v>
                </c:pt>
                <c:pt idx="830">
                  <c:v>1789.6913589441886</c:v>
                </c:pt>
                <c:pt idx="831">
                  <c:v>1791.0038099788305</c:v>
                </c:pt>
                <c:pt idx="832">
                  <c:v>1792.073358584993</c:v>
                </c:pt>
                <c:pt idx="833">
                  <c:v>1792.0083038676</c:v>
                </c:pt>
                <c:pt idx="834">
                  <c:v>1792.8256551530931</c:v>
                </c:pt>
                <c:pt idx="835">
                  <c:v>1794.3390767184003</c:v>
                </c:pt>
                <c:pt idx="836">
                  <c:v>1794.7076863072555</c:v>
                </c:pt>
                <c:pt idx="837">
                  <c:v>1796.2243369105413</c:v>
                </c:pt>
                <c:pt idx="838">
                  <c:v>1796.5398316960852</c:v>
                </c:pt>
                <c:pt idx="839">
                  <c:v>1808.3537369713281</c:v>
                </c:pt>
                <c:pt idx="840">
                  <c:v>1820.0000686683013</c:v>
                </c:pt>
                <c:pt idx="841">
                  <c:v>1824.5036241258938</c:v>
                </c:pt>
                <c:pt idx="842">
                  <c:v>1824.3317148771775</c:v>
                </c:pt>
                <c:pt idx="843">
                  <c:v>1826.3805950314143</c:v>
                </c:pt>
                <c:pt idx="844">
                  <c:v>1828.2308635427109</c:v>
                </c:pt>
                <c:pt idx="845">
                  <c:v>1830.3090167460018</c:v>
                </c:pt>
                <c:pt idx="846">
                  <c:v>1830.3751178446171</c:v>
                </c:pt>
                <c:pt idx="847">
                  <c:v>1830.7772946293544</c:v>
                </c:pt>
                <c:pt idx="848">
                  <c:v>1830.7082167007588</c:v>
                </c:pt>
                <c:pt idx="849">
                  <c:v>1830.69460336307</c:v>
                </c:pt>
                <c:pt idx="850">
                  <c:v>1831.2726001683734</c:v>
                </c:pt>
                <c:pt idx="851">
                  <c:v>1832.3526138609832</c:v>
                </c:pt>
                <c:pt idx="852">
                  <c:v>1835.277384278688</c:v>
                </c:pt>
                <c:pt idx="853">
                  <c:v>1834.9535294563491</c:v>
                </c:pt>
                <c:pt idx="854">
                  <c:v>1835.8114913071818</c:v>
                </c:pt>
                <c:pt idx="855">
                  <c:v>1837.2173539212331</c:v>
                </c:pt>
                <c:pt idx="856">
                  <c:v>1846.9979622097771</c:v>
                </c:pt>
                <c:pt idx="857">
                  <c:v>1848.5632107652377</c:v>
                </c:pt>
                <c:pt idx="858">
                  <c:v>1854.0889197094518</c:v>
                </c:pt>
                <c:pt idx="859">
                  <c:v>1854.5171248093452</c:v>
                </c:pt>
                <c:pt idx="860">
                  <c:v>1855.9069671474315</c:v>
                </c:pt>
                <c:pt idx="861">
                  <c:v>1858.7497283521122</c:v>
                </c:pt>
                <c:pt idx="862">
                  <c:v>1858.639288048844</c:v>
                </c:pt>
                <c:pt idx="863">
                  <c:v>1859.2858768972692</c:v>
                </c:pt>
                <c:pt idx="864">
                  <c:v>1859.255610524689</c:v>
                </c:pt>
                <c:pt idx="865">
                  <c:v>1859.6232208686729</c:v>
                </c:pt>
                <c:pt idx="866">
                  <c:v>1860.2030847715412</c:v>
                </c:pt>
                <c:pt idx="867">
                  <c:v>1860.778192844414</c:v>
                </c:pt>
                <c:pt idx="868">
                  <c:v>1861.45943673802</c:v>
                </c:pt>
                <c:pt idx="869">
                  <c:v>1874.2837015690984</c:v>
                </c:pt>
                <c:pt idx="870">
                  <c:v>1880.6447696046428</c:v>
                </c:pt>
                <c:pt idx="871">
                  <c:v>1882.4879513489734</c:v>
                </c:pt>
                <c:pt idx="872">
                  <c:v>1882.2554867522465</c:v>
                </c:pt>
                <c:pt idx="873">
                  <c:v>1882.2098691709234</c:v>
                </c:pt>
                <c:pt idx="874">
                  <c:v>1882.2009027421996</c:v>
                </c:pt>
                <c:pt idx="875">
                  <c:v>1883.1807668621705</c:v>
                </c:pt>
                <c:pt idx="876">
                  <c:v>1883.0706887929814</c:v>
                </c:pt>
                <c:pt idx="877">
                  <c:v>1883.8314243844657</c:v>
                </c:pt>
                <c:pt idx="878">
                  <c:v>1884.1073753843059</c:v>
                </c:pt>
                <c:pt idx="879">
                  <c:v>1884.5142300264476</c:v>
                </c:pt>
                <c:pt idx="880">
                  <c:v>1884.675343417113</c:v>
                </c:pt>
                <c:pt idx="881">
                  <c:v>1884.6476806036117</c:v>
                </c:pt>
                <c:pt idx="882">
                  <c:v>1885.4824639899159</c:v>
                </c:pt>
                <c:pt idx="883">
                  <c:v>1885.4351355867072</c:v>
                </c:pt>
                <c:pt idx="884">
                  <c:v>1886.0368477446725</c:v>
                </c:pt>
                <c:pt idx="885">
                  <c:v>1887.1577832431767</c:v>
                </c:pt>
                <c:pt idx="886">
                  <c:v>1887.9828418321076</c:v>
                </c:pt>
                <c:pt idx="887">
                  <c:v>1888.4793280816048</c:v>
                </c:pt>
                <c:pt idx="888">
                  <c:v>1888.451536078973</c:v>
                </c:pt>
                <c:pt idx="889">
                  <c:v>1888.9093060773534</c:v>
                </c:pt>
                <c:pt idx="890">
                  <c:v>1889.1025998582336</c:v>
                </c:pt>
                <c:pt idx="891">
                  <c:v>1889.3528894289593</c:v>
                </c:pt>
                <c:pt idx="892">
                  <c:v>1889.326013218666</c:v>
                </c:pt>
                <c:pt idx="893">
                  <c:v>1890.3520702535609</c:v>
                </c:pt>
                <c:pt idx="894">
                  <c:v>1890.2880227522996</c:v>
                </c:pt>
                <c:pt idx="895">
                  <c:v>1890.5876631361796</c:v>
                </c:pt>
                <c:pt idx="896">
                  <c:v>1925.2666252236204</c:v>
                </c:pt>
                <c:pt idx="897">
                  <c:v>1950.0721549908003</c:v>
                </c:pt>
                <c:pt idx="898">
                  <c:v>1950.0721549908003</c:v>
                </c:pt>
                <c:pt idx="899">
                  <c:v>1950.8821748063012</c:v>
                </c:pt>
                <c:pt idx="900">
                  <c:v>1951.4991144510414</c:v>
                </c:pt>
                <c:pt idx="901">
                  <c:v>1957.7624653272751</c:v>
                </c:pt>
                <c:pt idx="902">
                  <c:v>1958.8379604028228</c:v>
                </c:pt>
                <c:pt idx="903">
                  <c:v>1958.7355776348775</c:v>
                </c:pt>
                <c:pt idx="904">
                  <c:v>1959.340272951657</c:v>
                </c:pt>
                <c:pt idx="905">
                  <c:v>1960.8485775013978</c:v>
                </c:pt>
                <c:pt idx="906">
                  <c:v>1960.7712494244902</c:v>
                </c:pt>
                <c:pt idx="907">
                  <c:v>1961.4552639974922</c:v>
                </c:pt>
                <c:pt idx="908">
                  <c:v>1961.4167206201332</c:v>
                </c:pt>
                <c:pt idx="909">
                  <c:v>1961.8164964832099</c:v>
                </c:pt>
                <c:pt idx="910">
                  <c:v>1964.7856466970843</c:v>
                </c:pt>
                <c:pt idx="911">
                  <c:v>1965.2069867430771</c:v>
                </c:pt>
                <c:pt idx="912">
                  <c:v>1965.5958080884527</c:v>
                </c:pt>
                <c:pt idx="913">
                  <c:v>1966.1016749483385</c:v>
                </c:pt>
                <c:pt idx="914">
                  <c:v>1966.370552251009</c:v>
                </c:pt>
                <c:pt idx="915">
                  <c:v>1966.3506920972575</c:v>
                </c:pt>
                <c:pt idx="916">
                  <c:v>1966.344512309581</c:v>
                </c:pt>
                <c:pt idx="917">
                  <c:v>1966.6406940717277</c:v>
                </c:pt>
                <c:pt idx="918">
                  <c:v>1966.6206886598195</c:v>
                </c:pt>
                <c:pt idx="919">
                  <c:v>1966.9990342407764</c:v>
                </c:pt>
                <c:pt idx="920">
                  <c:v>1967.6165402742254</c:v>
                </c:pt>
                <c:pt idx="921">
                  <c:v>1967.6435054990272</c:v>
                </c:pt>
                <c:pt idx="922">
                  <c:v>1969.2339702890915</c:v>
                </c:pt>
                <c:pt idx="923">
                  <c:v>1969.6151072076741</c:v>
                </c:pt>
                <c:pt idx="924">
                  <c:v>1969.7333150172565</c:v>
                </c:pt>
                <c:pt idx="925">
                  <c:v>1971.0853545987729</c:v>
                </c:pt>
                <c:pt idx="926">
                  <c:v>1971.7256195339262</c:v>
                </c:pt>
                <c:pt idx="927">
                  <c:v>1977.5564010914477</c:v>
                </c:pt>
                <c:pt idx="928">
                  <c:v>1977.3164280039937</c:v>
                </c:pt>
                <c:pt idx="929">
                  <c:v>1977.7812170584652</c:v>
                </c:pt>
                <c:pt idx="930">
                  <c:v>1978.1489276404984</c:v>
                </c:pt>
                <c:pt idx="931">
                  <c:v>1978.1954173511467</c:v>
                </c:pt>
                <c:pt idx="932">
                  <c:v>1979.3759428853134</c:v>
                </c:pt>
                <c:pt idx="933">
                  <c:v>1979.6631346815052</c:v>
                </c:pt>
                <c:pt idx="934">
                  <c:v>1980.2150526505341</c:v>
                </c:pt>
                <c:pt idx="935">
                  <c:v>1980.368017577294</c:v>
                </c:pt>
                <c:pt idx="936">
                  <c:v>1980.3495160309838</c:v>
                </c:pt>
                <c:pt idx="937">
                  <c:v>1980.5445974990357</c:v>
                </c:pt>
                <c:pt idx="938">
                  <c:v>1980.582328054614</c:v>
                </c:pt>
                <c:pt idx="939">
                  <c:v>1980.9876453713202</c:v>
                </c:pt>
                <c:pt idx="940">
                  <c:v>1980.9618935239196</c:v>
                </c:pt>
                <c:pt idx="941">
                  <c:v>1982.3831775711421</c:v>
                </c:pt>
                <c:pt idx="942">
                  <c:v>1984.8503528645297</c:v>
                </c:pt>
                <c:pt idx="943">
                  <c:v>1986.3015559138589</c:v>
                </c:pt>
                <c:pt idx="944">
                  <c:v>1987.2380456910651</c:v>
                </c:pt>
                <c:pt idx="945">
                  <c:v>2000.1929764998054</c:v>
                </c:pt>
                <c:pt idx="946">
                  <c:v>2004.6094828394305</c:v>
                </c:pt>
                <c:pt idx="947">
                  <c:v>2009.1827949401691</c:v>
                </c:pt>
                <c:pt idx="948">
                  <c:v>2008.6982000709145</c:v>
                </c:pt>
                <c:pt idx="949">
                  <c:v>2009.6681998004797</c:v>
                </c:pt>
                <c:pt idx="950">
                  <c:v>2011.1523618315678</c:v>
                </c:pt>
                <c:pt idx="951">
                  <c:v>2015.0703508992385</c:v>
                </c:pt>
                <c:pt idx="952">
                  <c:v>2016.9217568467004</c:v>
                </c:pt>
                <c:pt idx="953">
                  <c:v>2018.1206620632743</c:v>
                </c:pt>
                <c:pt idx="954">
                  <c:v>2019.62180077784</c:v>
                </c:pt>
                <c:pt idx="955">
                  <c:v>2037.3268248782333</c:v>
                </c:pt>
                <c:pt idx="956">
                  <c:v>2043.0091392883537</c:v>
                </c:pt>
                <c:pt idx="957">
                  <c:v>2045.2160680932971</c:v>
                </c:pt>
                <c:pt idx="958">
                  <c:v>2045.9733975351019</c:v>
                </c:pt>
                <c:pt idx="959">
                  <c:v>2046.1148924450968</c:v>
                </c:pt>
                <c:pt idx="960">
                  <c:v>2046.0860070066342</c:v>
                </c:pt>
                <c:pt idx="961">
                  <c:v>2049.2478600949526</c:v>
                </c:pt>
                <c:pt idx="962">
                  <c:v>2049.0979458505622</c:v>
                </c:pt>
                <c:pt idx="963">
                  <c:v>2049.3026524902216</c:v>
                </c:pt>
                <c:pt idx="964">
                  <c:v>2049.277341849257</c:v>
                </c:pt>
                <c:pt idx="965">
                  <c:v>2054.1512019446905</c:v>
                </c:pt>
                <c:pt idx="966">
                  <c:v>2055.4970324102637</c:v>
                </c:pt>
                <c:pt idx="967">
                  <c:v>2056.3654008701246</c:v>
                </c:pt>
                <c:pt idx="968">
                  <c:v>2058.1543637071577</c:v>
                </c:pt>
                <c:pt idx="969">
                  <c:v>2061.5309030456324</c:v>
                </c:pt>
                <c:pt idx="970">
                  <c:v>2061.8496087472231</c:v>
                </c:pt>
                <c:pt idx="971">
                  <c:v>2064.3572294453884</c:v>
                </c:pt>
                <c:pt idx="972">
                  <c:v>2067.6445361217261</c:v>
                </c:pt>
                <c:pt idx="973">
                  <c:v>2067.9905001472439</c:v>
                </c:pt>
                <c:pt idx="974">
                  <c:v>2069.7192415512404</c:v>
                </c:pt>
                <c:pt idx="975">
                  <c:v>2069.5706815537715</c:v>
                </c:pt>
                <c:pt idx="976">
                  <c:v>2070.209908197608</c:v>
                </c:pt>
                <c:pt idx="977">
                  <c:v>2070.635951748663</c:v>
                </c:pt>
                <c:pt idx="978">
                  <c:v>2072.39660067259</c:v>
                </c:pt>
                <c:pt idx="979">
                  <c:v>2073.6865198980136</c:v>
                </c:pt>
                <c:pt idx="980">
                  <c:v>2076.9517875730753</c:v>
                </c:pt>
                <c:pt idx="981">
                  <c:v>2079.6472137445321</c:v>
                </c:pt>
                <c:pt idx="982">
                  <c:v>2080.7367640458124</c:v>
                </c:pt>
                <c:pt idx="983">
                  <c:v>2080.8596180113473</c:v>
                </c:pt>
                <c:pt idx="984">
                  <c:v>2080.8392357390721</c:v>
                </c:pt>
                <c:pt idx="985">
                  <c:v>2081.1965185290906</c:v>
                </c:pt>
                <c:pt idx="986">
                  <c:v>2082.4018972093609</c:v>
                </c:pt>
                <c:pt idx="987">
                  <c:v>2083.4034690624317</c:v>
                </c:pt>
                <c:pt idx="988">
                  <c:v>2084.0571787018562</c:v>
                </c:pt>
                <c:pt idx="989">
                  <c:v>2095.1319794510227</c:v>
                </c:pt>
                <c:pt idx="990">
                  <c:v>2096.6044581710671</c:v>
                </c:pt>
                <c:pt idx="991">
                  <c:v>2098.0215132520443</c:v>
                </c:pt>
                <c:pt idx="992">
                  <c:v>2100.3248346220535</c:v>
                </c:pt>
                <c:pt idx="993">
                  <c:v>2100.1141686753758</c:v>
                </c:pt>
                <c:pt idx="994">
                  <c:v>2100.0618870576109</c:v>
                </c:pt>
                <c:pt idx="995">
                  <c:v>2101.8092556848701</c:v>
                </c:pt>
                <c:pt idx="996">
                  <c:v>2104.2191557974061</c:v>
                </c:pt>
                <c:pt idx="997">
                  <c:v>2104.0067893931964</c:v>
                </c:pt>
                <c:pt idx="998">
                  <c:v>2105.5315129111573</c:v>
                </c:pt>
                <c:pt idx="999">
                  <c:v>2111.9310910599938</c:v>
                </c:pt>
                <c:pt idx="1000">
                  <c:v>2111.8247867931077</c:v>
                </c:pt>
                <c:pt idx="1001">
                  <c:v>2113.7726542490241</c:v>
                </c:pt>
                <c:pt idx="1002">
                  <c:v>2115.9659155880631</c:v>
                </c:pt>
                <c:pt idx="1003">
                  <c:v>2116.2000261410612</c:v>
                </c:pt>
                <c:pt idx="1004">
                  <c:v>2117.3903230107671</c:v>
                </c:pt>
                <c:pt idx="1005">
                  <c:v>2118.1037830688056</c:v>
                </c:pt>
                <c:pt idx="1006">
                  <c:v>2118.2921976071525</c:v>
                </c:pt>
                <c:pt idx="1007">
                  <c:v>2119.9492367481002</c:v>
                </c:pt>
                <c:pt idx="1008">
                  <c:v>2121.3417123780414</c:v>
                </c:pt>
                <c:pt idx="1009">
                  <c:v>2121.4314249037011</c:v>
                </c:pt>
                <c:pt idx="1010">
                  <c:v>2121.3987717715436</c:v>
                </c:pt>
                <c:pt idx="1011">
                  <c:v>2121.5865993752836</c:v>
                </c:pt>
                <c:pt idx="1012">
                  <c:v>2122.7807457674321</c:v>
                </c:pt>
                <c:pt idx="1013">
                  <c:v>2122.7004538510687</c:v>
                </c:pt>
                <c:pt idx="1014">
                  <c:v>2122.7402006928</c:v>
                </c:pt>
                <c:pt idx="1015">
                  <c:v>2122.8862569933199</c:v>
                </c:pt>
                <c:pt idx="1016">
                  <c:v>2124.2889544913796</c:v>
                </c:pt>
                <c:pt idx="1017">
                  <c:v>2124.1411029795895</c:v>
                </c:pt>
                <c:pt idx="1018">
                  <c:v>2124.1121570542109</c:v>
                </c:pt>
                <c:pt idx="1019">
                  <c:v>2124.3541235589178</c:v>
                </c:pt>
                <c:pt idx="1020">
                  <c:v>2124.3022461237597</c:v>
                </c:pt>
                <c:pt idx="1021">
                  <c:v>2124.296631492819</c:v>
                </c:pt>
                <c:pt idx="1022">
                  <c:v>2124.2630591107563</c:v>
                </c:pt>
                <c:pt idx="1023">
                  <c:v>2125.391250645926</c:v>
                </c:pt>
                <c:pt idx="1024">
                  <c:v>2127.0242905599575</c:v>
                </c:pt>
                <c:pt idx="1025">
                  <c:v>2133.6096816656732</c:v>
                </c:pt>
                <c:pt idx="1026">
                  <c:v>2133.6160686214084</c:v>
                </c:pt>
                <c:pt idx="1027">
                  <c:v>2133.5595289952121</c:v>
                </c:pt>
                <c:pt idx="1028">
                  <c:v>2135.9125210126499</c:v>
                </c:pt>
                <c:pt idx="1029">
                  <c:v>2139.5606953797992</c:v>
                </c:pt>
                <c:pt idx="1030">
                  <c:v>2141.0628933950097</c:v>
                </c:pt>
                <c:pt idx="1031">
                  <c:v>2142.248931991166</c:v>
                </c:pt>
                <c:pt idx="1032">
                  <c:v>2146.8512396265032</c:v>
                </c:pt>
                <c:pt idx="1033">
                  <c:v>2148.9840730631631</c:v>
                </c:pt>
                <c:pt idx="1034">
                  <c:v>2157.4504733514609</c:v>
                </c:pt>
                <c:pt idx="1035">
                  <c:v>2159.0317489710678</c:v>
                </c:pt>
                <c:pt idx="1036">
                  <c:v>2165.1906794944734</c:v>
                </c:pt>
                <c:pt idx="1037">
                  <c:v>2195.8367033598656</c:v>
                </c:pt>
                <c:pt idx="1038">
                  <c:v>2229.1007075907637</c:v>
                </c:pt>
                <c:pt idx="1039">
                  <c:v>2231.2889123513232</c:v>
                </c:pt>
                <c:pt idx="1040">
                  <c:v>2234.1232666266433</c:v>
                </c:pt>
                <c:pt idx="1041">
                  <c:v>2239.7496208283255</c:v>
                </c:pt>
                <c:pt idx="1042">
                  <c:v>2241.8121148371865</c:v>
                </c:pt>
                <c:pt idx="1043">
                  <c:v>2242.6930432102204</c:v>
                </c:pt>
                <c:pt idx="1044">
                  <c:v>2245.9449742404827</c:v>
                </c:pt>
                <c:pt idx="1045">
                  <c:v>2245.527557153971</c:v>
                </c:pt>
                <c:pt idx="1046">
                  <c:v>2246.8686887991626</c:v>
                </c:pt>
                <c:pt idx="1047">
                  <c:v>2246.7766915565267</c:v>
                </c:pt>
                <c:pt idx="1048">
                  <c:v>2248.400129642559</c:v>
                </c:pt>
                <c:pt idx="1049">
                  <c:v>2252.6927506154093</c:v>
                </c:pt>
                <c:pt idx="1050">
                  <c:v>2252.5855691032466</c:v>
                </c:pt>
                <c:pt idx="1051">
                  <c:v>2253.7007188641073</c:v>
                </c:pt>
                <c:pt idx="1052">
                  <c:v>2254.2839505865913</c:v>
                </c:pt>
                <c:pt idx="1053">
                  <c:v>2256.8566093806385</c:v>
                </c:pt>
                <c:pt idx="1054">
                  <c:v>2258.0785776738476</c:v>
                </c:pt>
                <c:pt idx="1055">
                  <c:v>2259.6403361752637</c:v>
                </c:pt>
                <c:pt idx="1056">
                  <c:v>2260.6904287416132</c:v>
                </c:pt>
                <c:pt idx="1057">
                  <c:v>2260.8558200775883</c:v>
                </c:pt>
                <c:pt idx="1058">
                  <c:v>2261.4211636909195</c:v>
                </c:pt>
                <c:pt idx="1059">
                  <c:v>2261.4324502799022</c:v>
                </c:pt>
                <c:pt idx="1060">
                  <c:v>2261.4208182764974</c:v>
                </c:pt>
                <c:pt idx="1061">
                  <c:v>2261.5659073615625</c:v>
                </c:pt>
                <c:pt idx="1062">
                  <c:v>2261.5532809297347</c:v>
                </c:pt>
                <c:pt idx="1063">
                  <c:v>2264.7617340967063</c:v>
                </c:pt>
                <c:pt idx="1064">
                  <c:v>2273.21967510182</c:v>
                </c:pt>
                <c:pt idx="1065">
                  <c:v>2282.111375416725</c:v>
                </c:pt>
                <c:pt idx="1066">
                  <c:v>2282.4948803642346</c:v>
                </c:pt>
                <c:pt idx="1067">
                  <c:v>2283.5651921450744</c:v>
                </c:pt>
                <c:pt idx="1068">
                  <c:v>2283.3846707567131</c:v>
                </c:pt>
                <c:pt idx="1069">
                  <c:v>2284.3662757669126</c:v>
                </c:pt>
                <c:pt idx="1070">
                  <c:v>2284.3553622612885</c:v>
                </c:pt>
                <c:pt idx="1071">
                  <c:v>2284.3343075522416</c:v>
                </c:pt>
                <c:pt idx="1072">
                  <c:v>2285.0033986896083</c:v>
                </c:pt>
                <c:pt idx="1073">
                  <c:v>2284.9661788225098</c:v>
                </c:pt>
                <c:pt idx="1074">
                  <c:v>2285.0583059066794</c:v>
                </c:pt>
                <c:pt idx="1075">
                  <c:v>2285.0435916963547</c:v>
                </c:pt>
                <c:pt idx="1076">
                  <c:v>2286.174795851834</c:v>
                </c:pt>
                <c:pt idx="1077">
                  <c:v>2287.8499352006834</c:v>
                </c:pt>
                <c:pt idx="1078">
                  <c:v>2290.7626380100287</c:v>
                </c:pt>
                <c:pt idx="1079">
                  <c:v>2290.9506661265318</c:v>
                </c:pt>
                <c:pt idx="1080">
                  <c:v>2290.9145112209794</c:v>
                </c:pt>
                <c:pt idx="1081">
                  <c:v>2293.9254879296582</c:v>
                </c:pt>
                <c:pt idx="1082">
                  <c:v>2296.9187441571744</c:v>
                </c:pt>
                <c:pt idx="1083">
                  <c:v>2305.8221014808883</c:v>
                </c:pt>
                <c:pt idx="1084">
                  <c:v>2314.0608687391809</c:v>
                </c:pt>
                <c:pt idx="1085">
                  <c:v>2330.0156090196829</c:v>
                </c:pt>
                <c:pt idx="1086">
                  <c:v>2333.6560603644875</c:v>
                </c:pt>
                <c:pt idx="1087">
                  <c:v>2338.440438957643</c:v>
                </c:pt>
                <c:pt idx="1088">
                  <c:v>2352.7689164562371</c:v>
                </c:pt>
                <c:pt idx="1089">
                  <c:v>2356.9061234584728</c:v>
                </c:pt>
                <c:pt idx="1090">
                  <c:v>2372.6386635184017</c:v>
                </c:pt>
                <c:pt idx="1091">
                  <c:v>2380.3028531589753</c:v>
                </c:pt>
                <c:pt idx="1092">
                  <c:v>2402.9227251428433</c:v>
                </c:pt>
                <c:pt idx="1093">
                  <c:v>2416.4823308538362</c:v>
                </c:pt>
                <c:pt idx="1094">
                  <c:v>2430.5891725991328</c:v>
                </c:pt>
                <c:pt idx="1095">
                  <c:v>2432.727071912153</c:v>
                </c:pt>
                <c:pt idx="1096">
                  <c:v>2433.6207612555636</c:v>
                </c:pt>
                <c:pt idx="1097">
                  <c:v>2436.7658624159221</c:v>
                </c:pt>
                <c:pt idx="1098">
                  <c:v>2441.94619345813</c:v>
                </c:pt>
                <c:pt idx="1099">
                  <c:v>2454.0622786735175</c:v>
                </c:pt>
                <c:pt idx="1100">
                  <c:v>2489.2460067207285</c:v>
                </c:pt>
                <c:pt idx="1101">
                  <c:v>2508.9968291162136</c:v>
                </c:pt>
                <c:pt idx="1102">
                  <c:v>2516.3512449613904</c:v>
                </c:pt>
                <c:pt idx="1103">
                  <c:v>2531.5783106708896</c:v>
                </c:pt>
                <c:pt idx="1104">
                  <c:v>2541.113453989622</c:v>
                </c:pt>
                <c:pt idx="1105">
                  <c:v>2556.4417121366841</c:v>
                </c:pt>
                <c:pt idx="1106">
                  <c:v>2559.3703249540672</c:v>
                </c:pt>
                <c:pt idx="1107">
                  <c:v>2570.3167482993372</c:v>
                </c:pt>
                <c:pt idx="1108">
                  <c:v>2600.1702437699569</c:v>
                </c:pt>
                <c:pt idx="1109">
                  <c:v>2612.3331886731617</c:v>
                </c:pt>
                <c:pt idx="1110">
                  <c:v>2628.2511820238892</c:v>
                </c:pt>
                <c:pt idx="1111">
                  <c:v>2633.0221636221481</c:v>
                </c:pt>
                <c:pt idx="1112">
                  <c:v>2680.2882688039499</c:v>
                </c:pt>
                <c:pt idx="1113">
                  <c:v>2736.9211677338817</c:v>
                </c:pt>
                <c:pt idx="1114">
                  <c:v>2750.1564634014271</c:v>
                </c:pt>
                <c:pt idx="1115">
                  <c:v>2794.6792065125624</c:v>
                </c:pt>
                <c:pt idx="1116">
                  <c:v>2819.628731103569</c:v>
                </c:pt>
                <c:pt idx="1117">
                  <c:v>2849.3090867576025</c:v>
                </c:pt>
                <c:pt idx="1118">
                  <c:v>2859.1138096230461</c:v>
                </c:pt>
                <c:pt idx="1119">
                  <c:v>2866.0436627853674</c:v>
                </c:pt>
                <c:pt idx="1120">
                  <c:v>2880.9712565634363</c:v>
                </c:pt>
                <c:pt idx="1121">
                  <c:v>2901.7417843857074</c:v>
                </c:pt>
                <c:pt idx="1122">
                  <c:v>2914.0294828707497</c:v>
                </c:pt>
                <c:pt idx="1123">
                  <c:v>2916.2339781318283</c:v>
                </c:pt>
                <c:pt idx="1124">
                  <c:v>2954.7275540446508</c:v>
                </c:pt>
                <c:pt idx="1125">
                  <c:v>2967.5948380144036</c:v>
                </c:pt>
                <c:pt idx="1126">
                  <c:v>2971.0571484304132</c:v>
                </c:pt>
                <c:pt idx="1127">
                  <c:v>2984.1457702473135</c:v>
                </c:pt>
                <c:pt idx="1128">
                  <c:v>3011.4423393610787</c:v>
                </c:pt>
                <c:pt idx="1129">
                  <c:v>3014.2525471793683</c:v>
                </c:pt>
                <c:pt idx="1130">
                  <c:v>3019.5124353328829</c:v>
                </c:pt>
                <c:pt idx="1131">
                  <c:v>3022.0111406815759</c:v>
                </c:pt>
                <c:pt idx="1132">
                  <c:v>3024.311870643875</c:v>
                </c:pt>
                <c:pt idx="1133">
                  <c:v>3031.4570872999016</c:v>
                </c:pt>
                <c:pt idx="1134">
                  <c:v>3031.0773664437311</c:v>
                </c:pt>
                <c:pt idx="1135">
                  <c:v>3032.5179124929073</c:v>
                </c:pt>
                <c:pt idx="1136">
                  <c:v>3037.4771671725807</c:v>
                </c:pt>
                <c:pt idx="1137">
                  <c:v>3037.509108415526</c:v>
                </c:pt>
                <c:pt idx="1138">
                  <c:v>3039.6101467098047</c:v>
                </c:pt>
                <c:pt idx="1139">
                  <c:v>3043.5060893603122</c:v>
                </c:pt>
                <c:pt idx="1140">
                  <c:v>3043.072466290957</c:v>
                </c:pt>
                <c:pt idx="1141">
                  <c:v>3049.4728396732521</c:v>
                </c:pt>
                <c:pt idx="1142">
                  <c:v>3052.1492942820705</c:v>
                </c:pt>
                <c:pt idx="1143">
                  <c:v>3052.4123504038375</c:v>
                </c:pt>
                <c:pt idx="1144">
                  <c:v>3058.3174372754247</c:v>
                </c:pt>
                <c:pt idx="1145">
                  <c:v>3064.2810230278155</c:v>
                </c:pt>
                <c:pt idx="1146">
                  <c:v>3074.7997277582267</c:v>
                </c:pt>
                <c:pt idx="1147">
                  <c:v>3075.8327157465696</c:v>
                </c:pt>
                <c:pt idx="1148">
                  <c:v>3081.4266290928981</c:v>
                </c:pt>
                <c:pt idx="1149">
                  <c:v>3082.5797104365888</c:v>
                </c:pt>
                <c:pt idx="1150">
                  <c:v>3087.2195823144866</c:v>
                </c:pt>
                <c:pt idx="1151">
                  <c:v>3089.1062436016696</c:v>
                </c:pt>
                <c:pt idx="1152">
                  <c:v>3091.3465038820937</c:v>
                </c:pt>
                <c:pt idx="1153">
                  <c:v>3096.0215055197518</c:v>
                </c:pt>
                <c:pt idx="1154">
                  <c:v>3096.8572459928637</c:v>
                </c:pt>
                <c:pt idx="1155">
                  <c:v>3098.8398039660319</c:v>
                </c:pt>
                <c:pt idx="1156">
                  <c:v>3110.2841628455699</c:v>
                </c:pt>
                <c:pt idx="1157">
                  <c:v>3140.9278450459806</c:v>
                </c:pt>
                <c:pt idx="1158">
                  <c:v>3174.0126851181326</c:v>
                </c:pt>
                <c:pt idx="1159">
                  <c:v>3185.4378679621946</c:v>
                </c:pt>
                <c:pt idx="1160">
                  <c:v>3198.8420196109632</c:v>
                </c:pt>
                <c:pt idx="1161">
                  <c:v>3205.4933457119464</c:v>
                </c:pt>
                <c:pt idx="1162">
                  <c:v>3209.1130247118303</c:v>
                </c:pt>
                <c:pt idx="1163">
                  <c:v>3212.123578200225</c:v>
                </c:pt>
                <c:pt idx="1164">
                  <c:v>3212.969775186486</c:v>
                </c:pt>
                <c:pt idx="1165">
                  <c:v>3214.9739942281208</c:v>
                </c:pt>
                <c:pt idx="1166">
                  <c:v>3217.2021254032688</c:v>
                </c:pt>
                <c:pt idx="1167">
                  <c:v>3217.8095175908538</c:v>
                </c:pt>
                <c:pt idx="1168">
                  <c:v>3223.445964424141</c:v>
                </c:pt>
                <c:pt idx="1169">
                  <c:v>3233.9422237064432</c:v>
                </c:pt>
                <c:pt idx="1170">
                  <c:v>3233.2864014942861</c:v>
                </c:pt>
                <c:pt idx="1171">
                  <c:v>3250.6821315012398</c:v>
                </c:pt>
                <c:pt idx="1172">
                  <c:v>3255.3364981848285</c:v>
                </c:pt>
                <c:pt idx="1173">
                  <c:v>3256.0278061322119</c:v>
                </c:pt>
                <c:pt idx="1174">
                  <c:v>3259.9809710819441</c:v>
                </c:pt>
                <c:pt idx="1175">
                  <c:v>3261.8785303983877</c:v>
                </c:pt>
                <c:pt idx="1176">
                  <c:v>3274.2146625507435</c:v>
                </c:pt>
                <c:pt idx="1177">
                  <c:v>3274.5321101629647</c:v>
                </c:pt>
                <c:pt idx="1178">
                  <c:v>3276.2348170035707</c:v>
                </c:pt>
                <c:pt idx="1179">
                  <c:v>3276.0979908873514</c:v>
                </c:pt>
                <c:pt idx="1180">
                  <c:v>3290.9976861035366</c:v>
                </c:pt>
                <c:pt idx="1181">
                  <c:v>3305.0139455049803</c:v>
                </c:pt>
                <c:pt idx="1182">
                  <c:v>3334.0309597006021</c:v>
                </c:pt>
                <c:pt idx="1183">
                  <c:v>3332.9072781855257</c:v>
                </c:pt>
                <c:pt idx="1184">
                  <c:v>3357.3753896071321</c:v>
                </c:pt>
                <c:pt idx="1185">
                  <c:v>3404.2533382670863</c:v>
                </c:pt>
                <c:pt idx="1186">
                  <c:v>3449.7740817699264</c:v>
                </c:pt>
                <c:pt idx="1187">
                  <c:v>3457.3432797291753</c:v>
                </c:pt>
                <c:pt idx="1188">
                  <c:v>3483.4149985560671</c:v>
                </c:pt>
                <c:pt idx="1189">
                  <c:v>3492.6351861529342</c:v>
                </c:pt>
                <c:pt idx="1190">
                  <c:v>3494.7336957443486</c:v>
                </c:pt>
                <c:pt idx="1191">
                  <c:v>3505.3488369674687</c:v>
                </c:pt>
                <c:pt idx="1192">
                  <c:v>3504.3486096117667</c:v>
                </c:pt>
                <c:pt idx="1193">
                  <c:v>3512.2544196950776</c:v>
                </c:pt>
                <c:pt idx="1194">
                  <c:v>3512.3024296318445</c:v>
                </c:pt>
                <c:pt idx="1195">
                  <c:v>3537.0346368762375</c:v>
                </c:pt>
                <c:pt idx="1196">
                  <c:v>3570.2979329425289</c:v>
                </c:pt>
                <c:pt idx="1197">
                  <c:v>3591.5151486484292</c:v>
                </c:pt>
                <c:pt idx="1198">
                  <c:v>3614.4662076589852</c:v>
                </c:pt>
                <c:pt idx="1199">
                  <c:v>3621.0327317541178</c:v>
                </c:pt>
                <c:pt idx="1200">
                  <c:v>3624.6349572688082</c:v>
                </c:pt>
                <c:pt idx="1201">
                  <c:v>3635.2455369232139</c:v>
                </c:pt>
                <c:pt idx="1202">
                  <c:v>3641.7654267816856</c:v>
                </c:pt>
                <c:pt idx="1203">
                  <c:v>3650.7912331864277</c:v>
                </c:pt>
                <c:pt idx="1204">
                  <c:v>3657.6199735893751</c:v>
                </c:pt>
                <c:pt idx="1205">
                  <c:v>3679.682148327247</c:v>
                </c:pt>
                <c:pt idx="1206">
                  <c:v>3737.9247434462864</c:v>
                </c:pt>
                <c:pt idx="1207">
                  <c:v>3767.3324126595612</c:v>
                </c:pt>
                <c:pt idx="1208">
                  <c:v>3775.7053808013911</c:v>
                </c:pt>
                <c:pt idx="1209">
                  <c:v>3774.9491385591664</c:v>
                </c:pt>
                <c:pt idx="1210">
                  <c:v>3804.9344813476378</c:v>
                </c:pt>
                <c:pt idx="1211">
                  <c:v>3806.3904076348922</c:v>
                </c:pt>
                <c:pt idx="1212">
                  <c:v>3827.9539887987376</c:v>
                </c:pt>
                <c:pt idx="1213">
                  <c:v>3843.2491492247755</c:v>
                </c:pt>
                <c:pt idx="1214">
                  <c:v>3856.7207261836488</c:v>
                </c:pt>
                <c:pt idx="1215">
                  <c:v>3861.3192260706801</c:v>
                </c:pt>
                <c:pt idx="1216">
                  <c:v>3863.6417192475787</c:v>
                </c:pt>
                <c:pt idx="1217">
                  <c:v>3870.0592352827875</c:v>
                </c:pt>
                <c:pt idx="1218">
                  <c:v>3881.8759423327324</c:v>
                </c:pt>
                <c:pt idx="1219">
                  <c:v>3942.952721293892</c:v>
                </c:pt>
                <c:pt idx="1220">
                  <c:v>3959.5374535393244</c:v>
                </c:pt>
                <c:pt idx="1221">
                  <c:v>3965.7527329548047</c:v>
                </c:pt>
                <c:pt idx="1222">
                  <c:v>3980.500181893331</c:v>
                </c:pt>
                <c:pt idx="1223">
                  <c:v>3995.5539704080279</c:v>
                </c:pt>
                <c:pt idx="1224">
                  <c:v>4029.1565050899057</c:v>
                </c:pt>
                <c:pt idx="1225">
                  <c:v>4036.0030157869364</c:v>
                </c:pt>
                <c:pt idx="1226">
                  <c:v>4045.7030131276101</c:v>
                </c:pt>
                <c:pt idx="1227">
                  <c:v>4075.8668663019253</c:v>
                </c:pt>
                <c:pt idx="1228">
                  <c:v>4086.7209861992751</c:v>
                </c:pt>
                <c:pt idx="1229">
                  <c:v>4093.9935542269277</c:v>
                </c:pt>
                <c:pt idx="1230">
                  <c:v>4129.9704715591024</c:v>
                </c:pt>
                <c:pt idx="1231">
                  <c:v>4132.1972306251337</c:v>
                </c:pt>
                <c:pt idx="1232">
                  <c:v>4140.0002333215771</c:v>
                </c:pt>
                <c:pt idx="1233">
                  <c:v>4157.9114224959621</c:v>
                </c:pt>
                <c:pt idx="1234">
                  <c:v>4164.8843894076235</c:v>
                </c:pt>
                <c:pt idx="1235">
                  <c:v>4194.772581582838</c:v>
                </c:pt>
                <c:pt idx="1236">
                  <c:v>4250.6689063025524</c:v>
                </c:pt>
                <c:pt idx="1237">
                  <c:v>4254.4606672056507</c:v>
                </c:pt>
                <c:pt idx="1238">
                  <c:v>4294.110880386238</c:v>
                </c:pt>
                <c:pt idx="1239">
                  <c:v>4333.7677358876545</c:v>
                </c:pt>
                <c:pt idx="1240">
                  <c:v>4342.9490493396715</c:v>
                </c:pt>
                <c:pt idx="1241">
                  <c:v>4361.7353352520331</c:v>
                </c:pt>
                <c:pt idx="1242">
                  <c:v>4369.2568733433054</c:v>
                </c:pt>
                <c:pt idx="1243">
                  <c:v>4382.9273284262117</c:v>
                </c:pt>
                <c:pt idx="1244">
                  <c:v>4390.5348077505796</c:v>
                </c:pt>
                <c:pt idx="1245">
                  <c:v>4395.7897201474898</c:v>
                </c:pt>
                <c:pt idx="1246">
                  <c:v>4404.4640045643791</c:v>
                </c:pt>
                <c:pt idx="1247">
                  <c:v>4407.9745223276759</c:v>
                </c:pt>
                <c:pt idx="1248">
                  <c:v>4409.267939079823</c:v>
                </c:pt>
                <c:pt idx="1249">
                  <c:v>4409.1865469651439</c:v>
                </c:pt>
                <c:pt idx="1250">
                  <c:v>4409.4575539012476</c:v>
                </c:pt>
                <c:pt idx="1251">
                  <c:v>4409.4406571998079</c:v>
                </c:pt>
                <c:pt idx="1252">
                  <c:v>4409.7776962610069</c:v>
                </c:pt>
                <c:pt idx="1253">
                  <c:v>4410.2223211404189</c:v>
                </c:pt>
                <c:pt idx="1254">
                  <c:v>4410.1764638922787</c:v>
                </c:pt>
                <c:pt idx="1255">
                  <c:v>4416.3077534787344</c:v>
                </c:pt>
                <c:pt idx="1256">
                  <c:v>4418.3063388082346</c:v>
                </c:pt>
                <c:pt idx="1257">
                  <c:v>4418.0549037242426</c:v>
                </c:pt>
                <c:pt idx="1258">
                  <c:v>4418.0052312531625</c:v>
                </c:pt>
                <c:pt idx="1259">
                  <c:v>4417.9953423306079</c:v>
                </c:pt>
                <c:pt idx="1260">
                  <c:v>4418.4946386402362</c:v>
                </c:pt>
                <c:pt idx="1261">
                  <c:v>4418.4153624265928</c:v>
                </c:pt>
                <c:pt idx="1262">
                  <c:v>4418.7531288076816</c:v>
                </c:pt>
                <c:pt idx="1263">
                  <c:v>4422.6632044914868</c:v>
                </c:pt>
                <c:pt idx="1264">
                  <c:v>4428.608233175818</c:v>
                </c:pt>
                <c:pt idx="1265">
                  <c:v>4439.1299085162445</c:v>
                </c:pt>
                <c:pt idx="1266">
                  <c:v>4438.4845351404583</c:v>
                </c:pt>
                <c:pt idx="1267">
                  <c:v>4439.1027560725488</c:v>
                </c:pt>
                <c:pt idx="1268">
                  <c:v>4439.5415608273506</c:v>
                </c:pt>
                <c:pt idx="1269">
                  <c:v>4441.7832978662909</c:v>
                </c:pt>
                <c:pt idx="1270">
                  <c:v>4442.5694450375286</c:v>
                </c:pt>
                <c:pt idx="1271">
                  <c:v>4443.7912628559725</c:v>
                </c:pt>
                <c:pt idx="1272">
                  <c:v>4443.7158395951656</c:v>
                </c:pt>
                <c:pt idx="1273">
                  <c:v>4445.4123312967622</c:v>
                </c:pt>
                <c:pt idx="1274">
                  <c:v>4448.2667164895383</c:v>
                </c:pt>
                <c:pt idx="1275">
                  <c:v>4449.7846150016494</c:v>
                </c:pt>
                <c:pt idx="1276">
                  <c:v>4450.8979743283135</c:v>
                </c:pt>
                <c:pt idx="1277">
                  <c:v>4458.4408301770236</c:v>
                </c:pt>
                <c:pt idx="1278">
                  <c:v>4459.172767576958</c:v>
                </c:pt>
                <c:pt idx="1279">
                  <c:v>4475.808205654117</c:v>
                </c:pt>
                <c:pt idx="1280">
                  <c:v>4482.0167979370081</c:v>
                </c:pt>
                <c:pt idx="1281">
                  <c:v>4489.3958729249398</c:v>
                </c:pt>
                <c:pt idx="1282">
                  <c:v>4489.6459427504815</c:v>
                </c:pt>
                <c:pt idx="1283">
                  <c:v>4500.8881788210465</c:v>
                </c:pt>
                <c:pt idx="1284">
                  <c:v>4505.3010329045101</c:v>
                </c:pt>
                <c:pt idx="1285">
                  <c:v>4508.3136360313283</c:v>
                </c:pt>
                <c:pt idx="1286">
                  <c:v>4510.6846216247231</c:v>
                </c:pt>
                <c:pt idx="1287">
                  <c:v>4527.8957590030705</c:v>
                </c:pt>
                <c:pt idx="1288">
                  <c:v>4528.9052954869203</c:v>
                </c:pt>
                <c:pt idx="1289">
                  <c:v>4529.8495512343443</c:v>
                </c:pt>
                <c:pt idx="1290">
                  <c:v>4529.5848630823375</c:v>
                </c:pt>
                <c:pt idx="1291">
                  <c:v>4532.9310831229623</c:v>
                </c:pt>
                <c:pt idx="1292">
                  <c:v>4539.3957488415008</c:v>
                </c:pt>
                <c:pt idx="1293">
                  <c:v>4546.1471611075622</c:v>
                </c:pt>
                <c:pt idx="1294">
                  <c:v>4558.5175367120928</c:v>
                </c:pt>
                <c:pt idx="1295">
                  <c:v>4562.4620676342802</c:v>
                </c:pt>
                <c:pt idx="1296">
                  <c:v>4570.276316172276</c:v>
                </c:pt>
                <c:pt idx="1297">
                  <c:v>4575.447162830822</c:v>
                </c:pt>
                <c:pt idx="1298">
                  <c:v>4580.8252222867768</c:v>
                </c:pt>
                <c:pt idx="1299">
                  <c:v>4596.9461328682837</c:v>
                </c:pt>
                <c:pt idx="1300">
                  <c:v>4616.5982584003332</c:v>
                </c:pt>
                <c:pt idx="1301">
                  <c:v>4626.718551999842</c:v>
                </c:pt>
                <c:pt idx="1302">
                  <c:v>4632.8481390703728</c:v>
                </c:pt>
                <c:pt idx="1303">
                  <c:v>4633.2198755178506</c:v>
                </c:pt>
                <c:pt idx="1304">
                  <c:v>4637.3214655393549</c:v>
                </c:pt>
                <c:pt idx="1305">
                  <c:v>4642.3450325392405</c:v>
                </c:pt>
                <c:pt idx="1306">
                  <c:v>4646.6670252431277</c:v>
                </c:pt>
                <c:pt idx="1307">
                  <c:v>4648.0246613189347</c:v>
                </c:pt>
                <c:pt idx="1308">
                  <c:v>4650.0564775088469</c:v>
                </c:pt>
                <c:pt idx="1309">
                  <c:v>4651.1277613582315</c:v>
                </c:pt>
                <c:pt idx="1310">
                  <c:v>4654.6732255213547</c:v>
                </c:pt>
                <c:pt idx="1311">
                  <c:v>4686.4599098001463</c:v>
                </c:pt>
                <c:pt idx="1312">
                  <c:v>4685.9582919464301</c:v>
                </c:pt>
                <c:pt idx="1313">
                  <c:v>4688.8643250143878</c:v>
                </c:pt>
                <c:pt idx="1314">
                  <c:v>4691.1933386615965</c:v>
                </c:pt>
                <c:pt idx="1315">
                  <c:v>4699.0978939371798</c:v>
                </c:pt>
                <c:pt idx="1316">
                  <c:v>4711.6428637746612</c:v>
                </c:pt>
                <c:pt idx="1317">
                  <c:v>4711.2246974658819</c:v>
                </c:pt>
                <c:pt idx="1318">
                  <c:v>4717.9300841780969</c:v>
                </c:pt>
                <c:pt idx="1319">
                  <c:v>4719.3884321091109</c:v>
                </c:pt>
                <c:pt idx="1320">
                  <c:v>4729.2735718254626</c:v>
                </c:pt>
                <c:pt idx="1321">
                  <c:v>4729.2719592124977</c:v>
                </c:pt>
                <c:pt idx="1322">
                  <c:v>4744.2653646651315</c:v>
                </c:pt>
                <c:pt idx="1323">
                  <c:v>4745.8355256694613</c:v>
                </c:pt>
                <c:pt idx="1324">
                  <c:v>4768.5743280746383</c:v>
                </c:pt>
                <c:pt idx="1325">
                  <c:v>4769.3808840779402</c:v>
                </c:pt>
                <c:pt idx="1326">
                  <c:v>4777.5568203504308</c:v>
                </c:pt>
                <c:pt idx="1327">
                  <c:v>4785.3174531842415</c:v>
                </c:pt>
                <c:pt idx="1328">
                  <c:v>4791.1957249167044</c:v>
                </c:pt>
                <c:pt idx="1329">
                  <c:v>4795.8482588439647</c:v>
                </c:pt>
                <c:pt idx="1330">
                  <c:v>4807.0424521624673</c:v>
                </c:pt>
                <c:pt idx="1331">
                  <c:v>4811.5907584177494</c:v>
                </c:pt>
                <c:pt idx="1332">
                  <c:v>4812.9531510518627</c:v>
                </c:pt>
                <c:pt idx="1333">
                  <c:v>4815.3094237549985</c:v>
                </c:pt>
                <c:pt idx="1334">
                  <c:v>4818.3509787342537</c:v>
                </c:pt>
                <c:pt idx="1335">
                  <c:v>4819.317145455695</c:v>
                </c:pt>
                <c:pt idx="1336">
                  <c:v>4822.1983871795246</c:v>
                </c:pt>
                <c:pt idx="1337">
                  <c:v>4835.9490439916017</c:v>
                </c:pt>
                <c:pt idx="1338">
                  <c:v>4836.429861302141</c:v>
                </c:pt>
                <c:pt idx="1339">
                  <c:v>4837.1384489064567</c:v>
                </c:pt>
                <c:pt idx="1340">
                  <c:v>4844.989381551135</c:v>
                </c:pt>
                <c:pt idx="1341">
                  <c:v>4855.4808618191728</c:v>
                </c:pt>
                <c:pt idx="1342">
                  <c:v>4856.6215424297779</c:v>
                </c:pt>
                <c:pt idx="1343">
                  <c:v>4856.5027344938062</c:v>
                </c:pt>
                <c:pt idx="1344">
                  <c:v>4856.8755403545374</c:v>
                </c:pt>
                <c:pt idx="1345">
                  <c:v>4857.1306903540362</c:v>
                </c:pt>
                <c:pt idx="1346">
                  <c:v>4857.1023896527149</c:v>
                </c:pt>
                <c:pt idx="1347">
                  <c:v>4858.1234020721849</c:v>
                </c:pt>
                <c:pt idx="1348">
                  <c:v>4858.0422653781479</c:v>
                </c:pt>
                <c:pt idx="1349">
                  <c:v>4860.9195636197474</c:v>
                </c:pt>
                <c:pt idx="1350">
                  <c:v>4860.9731305123478</c:v>
                </c:pt>
                <c:pt idx="1351">
                  <c:v>4860.8903752383285</c:v>
                </c:pt>
                <c:pt idx="1352">
                  <c:v>4860.8683699078938</c:v>
                </c:pt>
                <c:pt idx="1353">
                  <c:v>4868.2763230142118</c:v>
                </c:pt>
                <c:pt idx="1354">
                  <c:v>4873.055617622108</c:v>
                </c:pt>
                <c:pt idx="1355">
                  <c:v>4877.5372483136416</c:v>
                </c:pt>
                <c:pt idx="1356">
                  <c:v>4878.9220501297914</c:v>
                </c:pt>
                <c:pt idx="1357">
                  <c:v>4880.8623490869913</c:v>
                </c:pt>
                <c:pt idx="1358">
                  <c:v>4887.1181824188625</c:v>
                </c:pt>
                <c:pt idx="1359">
                  <c:v>4889.9857522496559</c:v>
                </c:pt>
                <c:pt idx="1360">
                  <c:v>4908.4350277154335</c:v>
                </c:pt>
                <c:pt idx="1361">
                  <c:v>4911.0878268512079</c:v>
                </c:pt>
                <c:pt idx="1362">
                  <c:v>4915.1838823059097</c:v>
                </c:pt>
                <c:pt idx="1363">
                  <c:v>4923.6559403294441</c:v>
                </c:pt>
                <c:pt idx="1364">
                  <c:v>4940.068892933984</c:v>
                </c:pt>
                <c:pt idx="1365">
                  <c:v>4948.7478212995056</c:v>
                </c:pt>
                <c:pt idx="1366">
                  <c:v>4951.2815314814779</c:v>
                </c:pt>
                <c:pt idx="1367">
                  <c:v>4952.9858115340849</c:v>
                </c:pt>
                <c:pt idx="1368">
                  <c:v>4956.8631148217828</c:v>
                </c:pt>
                <c:pt idx="1369">
                  <c:v>4964.0308930871524</c:v>
                </c:pt>
                <c:pt idx="1370">
                  <c:v>4965.2020808451434</c:v>
                </c:pt>
                <c:pt idx="1371">
                  <c:v>4966.8846654814506</c:v>
                </c:pt>
                <c:pt idx="1372">
                  <c:v>4967.5151388241266</c:v>
                </c:pt>
                <c:pt idx="1373">
                  <c:v>4971.0571179119124</c:v>
                </c:pt>
                <c:pt idx="1374">
                  <c:v>4970.8557219535669</c:v>
                </c:pt>
                <c:pt idx="1375">
                  <c:v>4970.816218914003</c:v>
                </c:pt>
                <c:pt idx="1376">
                  <c:v>4970.8064757661086</c:v>
                </c:pt>
                <c:pt idx="1377">
                  <c:v>4972.4900834301789</c:v>
                </c:pt>
                <c:pt idx="1378">
                  <c:v>4975.1767251388419</c:v>
                </c:pt>
                <c:pt idx="1379">
                  <c:v>4977.8137804070147</c:v>
                </c:pt>
                <c:pt idx="1380">
                  <c:v>4979.4746910103686</c:v>
                </c:pt>
                <c:pt idx="1381">
                  <c:v>4982.8160568857438</c:v>
                </c:pt>
                <c:pt idx="1382">
                  <c:v>4985.0896413735745</c:v>
                </c:pt>
                <c:pt idx="1383">
                  <c:v>4986.9123176772146</c:v>
                </c:pt>
                <c:pt idx="1384">
                  <c:v>4992.65003551878</c:v>
                </c:pt>
                <c:pt idx="1385">
                  <c:v>4993.1444354717169</c:v>
                </c:pt>
                <c:pt idx="1386">
                  <c:v>4993.1973739821506</c:v>
                </c:pt>
                <c:pt idx="1387">
                  <c:v>4996.2134591558488</c:v>
                </c:pt>
                <c:pt idx="1388">
                  <c:v>4997.7724635069071</c:v>
                </c:pt>
                <c:pt idx="1389">
                  <c:v>5003.8176402410836</c:v>
                </c:pt>
                <c:pt idx="1390">
                  <c:v>5022.7538996640851</c:v>
                </c:pt>
                <c:pt idx="1391">
                  <c:v>5025.6539765406469</c:v>
                </c:pt>
                <c:pt idx="1392">
                  <c:v>5025.5786134779382</c:v>
                </c:pt>
                <c:pt idx="1393">
                  <c:v>5025.5392195144577</c:v>
                </c:pt>
                <c:pt idx="1394">
                  <c:v>5025.5313721233324</c:v>
                </c:pt>
                <c:pt idx="1395">
                  <c:v>5025.5324541843274</c:v>
                </c:pt>
                <c:pt idx="1396">
                  <c:v>5025.5269583054387</c:v>
                </c:pt>
                <c:pt idx="1397">
                  <c:v>5038.7692892099567</c:v>
                </c:pt>
                <c:pt idx="1398">
                  <c:v>5038.2941779602434</c:v>
                </c:pt>
                <c:pt idx="1399">
                  <c:v>5042.3446519054096</c:v>
                </c:pt>
                <c:pt idx="1400">
                  <c:v>5044.0836294333112</c:v>
                </c:pt>
                <c:pt idx="1401">
                  <c:v>5043.8314394247463</c:v>
                </c:pt>
                <c:pt idx="1402">
                  <c:v>5044.7837850098913</c:v>
                </c:pt>
                <c:pt idx="1403">
                  <c:v>5045.8007657275775</c:v>
                </c:pt>
                <c:pt idx="1404">
                  <c:v>5051.2436413343094</c:v>
                </c:pt>
                <c:pt idx="1405">
                  <c:v>5050.6919526794582</c:v>
                </c:pt>
                <c:pt idx="1406">
                  <c:v>5051.2209664480824</c:v>
                </c:pt>
                <c:pt idx="1407">
                  <c:v>5051.1606373659924</c:v>
                </c:pt>
                <c:pt idx="1408">
                  <c:v>5051.7962520294659</c:v>
                </c:pt>
                <c:pt idx="1409">
                  <c:v>5051.728449903273</c:v>
                </c:pt>
                <c:pt idx="1410">
                  <c:v>5052.1626353271931</c:v>
                </c:pt>
                <c:pt idx="1411">
                  <c:v>5052.4104021336407</c:v>
                </c:pt>
                <c:pt idx="1412">
                  <c:v>5054.3781356143154</c:v>
                </c:pt>
                <c:pt idx="1413">
                  <c:v>5056.252983743082</c:v>
                </c:pt>
                <c:pt idx="1414">
                  <c:v>5066.2009290340602</c:v>
                </c:pt>
                <c:pt idx="1415">
                  <c:v>5069.0385460115112</c:v>
                </c:pt>
                <c:pt idx="1416">
                  <c:v>5073.1683172648009</c:v>
                </c:pt>
                <c:pt idx="1417">
                  <c:v>5079.6255077104179</c:v>
                </c:pt>
                <c:pt idx="1418">
                  <c:v>5081.5869089702173</c:v>
                </c:pt>
                <c:pt idx="1419">
                  <c:v>5084.8636064350358</c:v>
                </c:pt>
                <c:pt idx="1420">
                  <c:v>5084.6499771380322</c:v>
                </c:pt>
                <c:pt idx="1421">
                  <c:v>5089.9465850325032</c:v>
                </c:pt>
                <c:pt idx="1422">
                  <c:v>5092.2082008188036</c:v>
                </c:pt>
                <c:pt idx="1423">
                  <c:v>5095.018229698815</c:v>
                </c:pt>
                <c:pt idx="1424">
                  <c:v>5100.8021538102466</c:v>
                </c:pt>
                <c:pt idx="1425">
                  <c:v>5111.2776208208388</c:v>
                </c:pt>
                <c:pt idx="1426">
                  <c:v>5121.5612112809504</c:v>
                </c:pt>
                <c:pt idx="1427">
                  <c:v>5126.9022674908128</c:v>
                </c:pt>
                <c:pt idx="1428">
                  <c:v>5128.2073483262693</c:v>
                </c:pt>
                <c:pt idx="1429">
                  <c:v>5130.2761013053723</c:v>
                </c:pt>
                <c:pt idx="1430">
                  <c:v>5141.8373455711526</c:v>
                </c:pt>
                <c:pt idx="1431">
                  <c:v>5156.2436189713071</c:v>
                </c:pt>
                <c:pt idx="1432">
                  <c:v>5159.94355060834</c:v>
                </c:pt>
                <c:pt idx="1433">
                  <c:v>5163.5727724266853</c:v>
                </c:pt>
                <c:pt idx="1434">
                  <c:v>5169.6821019119861</c:v>
                </c:pt>
                <c:pt idx="1435">
                  <c:v>5169.8952733682181</c:v>
                </c:pt>
                <c:pt idx="1436">
                  <c:v>5173.8050955110721</c:v>
                </c:pt>
                <c:pt idx="1437">
                  <c:v>5176.8996611939001</c:v>
                </c:pt>
                <c:pt idx="1438">
                  <c:v>5178.2416819852551</c:v>
                </c:pt>
                <c:pt idx="1439">
                  <c:v>5179.0829093482071</c:v>
                </c:pt>
                <c:pt idx="1440">
                  <c:v>5179.3872409874793</c:v>
                </c:pt>
                <c:pt idx="1441">
                  <c:v>5180.3931357179326</c:v>
                </c:pt>
                <c:pt idx="1442">
                  <c:v>5180.9027819813855</c:v>
                </c:pt>
                <c:pt idx="1443">
                  <c:v>5181.7033266471917</c:v>
                </c:pt>
                <c:pt idx="1444">
                  <c:v>5181.821935235248</c:v>
                </c:pt>
                <c:pt idx="1445">
                  <c:v>5188.8337288951152</c:v>
                </c:pt>
                <c:pt idx="1446">
                  <c:v>5188.4668993866799</c:v>
                </c:pt>
                <c:pt idx="1447">
                  <c:v>5190.8816641271342</c:v>
                </c:pt>
                <c:pt idx="1448">
                  <c:v>5193.0682975397031</c:v>
                </c:pt>
                <c:pt idx="1449">
                  <c:v>5192.8133655274387</c:v>
                </c:pt>
                <c:pt idx="1450">
                  <c:v>5194.1694456282066</c:v>
                </c:pt>
                <c:pt idx="1451">
                  <c:v>5196.0113925171563</c:v>
                </c:pt>
                <c:pt idx="1452">
                  <c:v>5195.7020754776258</c:v>
                </c:pt>
                <c:pt idx="1453">
                  <c:v>5196.5401605745001</c:v>
                </c:pt>
                <c:pt idx="1454">
                  <c:v>5201.1187739165816</c:v>
                </c:pt>
                <c:pt idx="1455">
                  <c:v>5206.1908955544832</c:v>
                </c:pt>
                <c:pt idx="1456">
                  <c:v>5206.6042632020753</c:v>
                </c:pt>
                <c:pt idx="1457">
                  <c:v>5211.5536043317497</c:v>
                </c:pt>
                <c:pt idx="1458">
                  <c:v>5216.7894234394544</c:v>
                </c:pt>
                <c:pt idx="1459">
                  <c:v>5217.4162602204824</c:v>
                </c:pt>
                <c:pt idx="1460">
                  <c:v>5217.2962058135336</c:v>
                </c:pt>
                <c:pt idx="1461">
                  <c:v>5220.8616617954713</c:v>
                </c:pt>
                <c:pt idx="1462">
                  <c:v>5221.1904221459963</c:v>
                </c:pt>
                <c:pt idx="1463">
                  <c:v>5223.1509525167394</c:v>
                </c:pt>
                <c:pt idx="1464">
                  <c:v>5223.9938008806002</c:v>
                </c:pt>
                <c:pt idx="1465">
                  <c:v>5224.7951621271686</c:v>
                </c:pt>
                <c:pt idx="1466">
                  <c:v>5225.2055902255615</c:v>
                </c:pt>
                <c:pt idx="1467">
                  <c:v>5225.163743221362</c:v>
                </c:pt>
                <c:pt idx="1468">
                  <c:v>5225.3869872052701</c:v>
                </c:pt>
                <c:pt idx="1469">
                  <c:v>5230.795755185608</c:v>
                </c:pt>
                <c:pt idx="1470">
                  <c:v>5232.8582821816281</c:v>
                </c:pt>
                <c:pt idx="1471">
                  <c:v>5232.611765873382</c:v>
                </c:pt>
                <c:pt idx="1472">
                  <c:v>5233.5446044471655</c:v>
                </c:pt>
                <c:pt idx="1473">
                  <c:v>5236.6184793933962</c:v>
                </c:pt>
                <c:pt idx="1474">
                  <c:v>5238.1051612427964</c:v>
                </c:pt>
                <c:pt idx="1475">
                  <c:v>5237.9373215375981</c:v>
                </c:pt>
                <c:pt idx="1476">
                  <c:v>5246.843197569141</c:v>
                </c:pt>
                <c:pt idx="1477">
                  <c:v>5255.1722118244725</c:v>
                </c:pt>
                <c:pt idx="1478">
                  <c:v>5256.1764698583847</c:v>
                </c:pt>
                <c:pt idx="1479">
                  <c:v>5259.800914546061</c:v>
                </c:pt>
                <c:pt idx="1480">
                  <c:v>5268.7388487188973</c:v>
                </c:pt>
                <c:pt idx="1481">
                  <c:v>5271.8711700715139</c:v>
                </c:pt>
                <c:pt idx="1482">
                  <c:v>5275.7138423682509</c:v>
                </c:pt>
                <c:pt idx="1483">
                  <c:v>5283.6380577950167</c:v>
                </c:pt>
                <c:pt idx="1484">
                  <c:v>5286.2740085050982</c:v>
                </c:pt>
                <c:pt idx="1485">
                  <c:v>5287.1006309375116</c:v>
                </c:pt>
                <c:pt idx="1486">
                  <c:v>5287.6656647105501</c:v>
                </c:pt>
                <c:pt idx="1487">
                  <c:v>5288.2793466610792</c:v>
                </c:pt>
                <c:pt idx="1488">
                  <c:v>5288.24148550056</c:v>
                </c:pt>
                <c:pt idx="1489">
                  <c:v>5287.3542306715726</c:v>
                </c:pt>
                <c:pt idx="1490">
                  <c:v>5287.4891193602716</c:v>
                </c:pt>
                <c:pt idx="1491">
                  <c:v>5287.8392606878624</c:v>
                </c:pt>
                <c:pt idx="1492">
                  <c:v>5287.8392606878624</c:v>
                </c:pt>
                <c:pt idx="1493">
                  <c:v>5287.8392606878624</c:v>
                </c:pt>
                <c:pt idx="1494">
                  <c:v>5290.5959724748636</c:v>
                </c:pt>
                <c:pt idx="1495">
                  <c:v>5297.5010595245612</c:v>
                </c:pt>
                <c:pt idx="1496">
                  <c:v>5298.838759663563</c:v>
                </c:pt>
                <c:pt idx="1497">
                  <c:v>5300.3150290716667</c:v>
                </c:pt>
                <c:pt idx="1498">
                  <c:v>5302.1983778533768</c:v>
                </c:pt>
                <c:pt idx="1499">
                  <c:v>5301.997181809752</c:v>
                </c:pt>
                <c:pt idx="1500">
                  <c:v>5304.0169344048036</c:v>
                </c:pt>
                <c:pt idx="1501">
                  <c:v>5306.680960606438</c:v>
                </c:pt>
                <c:pt idx="1502">
                  <c:v>5311.5321379459565</c:v>
                </c:pt>
                <c:pt idx="1503">
                  <c:v>5320.1424851359398</c:v>
                </c:pt>
                <c:pt idx="1504">
                  <c:v>5321.0784127820416</c:v>
                </c:pt>
                <c:pt idx="1505">
                  <c:v>5329.0569750371033</c:v>
                </c:pt>
                <c:pt idx="1506">
                  <c:v>5334.2686197975127</c:v>
                </c:pt>
                <c:pt idx="1507">
                  <c:v>5335.071212703856</c:v>
                </c:pt>
                <c:pt idx="1508">
                  <c:v>5335.5960878742644</c:v>
                </c:pt>
                <c:pt idx="1509">
                  <c:v>5337.5869439101834</c:v>
                </c:pt>
                <c:pt idx="1510">
                  <c:v>5337.8523133041163</c:v>
                </c:pt>
                <c:pt idx="1511">
                  <c:v>5338.2921028900364</c:v>
                </c:pt>
                <c:pt idx="1512">
                  <c:v>5338.7211869768089</c:v>
                </c:pt>
                <c:pt idx="1513">
                  <c:v>5339.1549617341279</c:v>
                </c:pt>
                <c:pt idx="1514">
                  <c:v>5339.6412329983887</c:v>
                </c:pt>
                <c:pt idx="1515">
                  <c:v>5339.7957948312605</c:v>
                </c:pt>
                <c:pt idx="1516">
                  <c:v>5339.835478318033</c:v>
                </c:pt>
                <c:pt idx="1517">
                  <c:v>5339.8230155994343</c:v>
                </c:pt>
                <c:pt idx="1518">
                  <c:v>5339.8203449561779</c:v>
                </c:pt>
                <c:pt idx="1519">
                  <c:v>5344.9922989939205</c:v>
                </c:pt>
                <c:pt idx="1520">
                  <c:v>5352.3829517628274</c:v>
                </c:pt>
                <c:pt idx="1521">
                  <c:v>5351.6678346201834</c:v>
                </c:pt>
                <c:pt idx="1522">
                  <c:v>5354.7975236219536</c:v>
                </c:pt>
                <c:pt idx="1523">
                  <c:v>5379.94118886457</c:v>
                </c:pt>
                <c:pt idx="1524">
                  <c:v>5389.1712529957367</c:v>
                </c:pt>
                <c:pt idx="1525">
                  <c:v>5394.0790645124907</c:v>
                </c:pt>
                <c:pt idx="1526">
                  <c:v>5413.3418871092263</c:v>
                </c:pt>
                <c:pt idx="1527">
                  <c:v>5418.6241452201502</c:v>
                </c:pt>
                <c:pt idx="1528">
                  <c:v>5418.236384096389</c:v>
                </c:pt>
                <c:pt idx="1529">
                  <c:v>5434.4644241511378</c:v>
                </c:pt>
                <c:pt idx="1530">
                  <c:v>5443.8624456294838</c:v>
                </c:pt>
                <c:pt idx="1531">
                  <c:v>5449.2556393009027</c:v>
                </c:pt>
                <c:pt idx="1532">
                  <c:v>5456.4940561178701</c:v>
                </c:pt>
                <c:pt idx="1533">
                  <c:v>5468.8008378245531</c:v>
                </c:pt>
                <c:pt idx="1534">
                  <c:v>5472.5140071396827</c:v>
                </c:pt>
                <c:pt idx="1535">
                  <c:v>5473.3323336369085</c:v>
                </c:pt>
                <c:pt idx="1536">
                  <c:v>5498.2599224241976</c:v>
                </c:pt>
                <c:pt idx="1537">
                  <c:v>5501.9025669482526</c:v>
                </c:pt>
                <c:pt idx="1538">
                  <c:v>5528.9652536641988</c:v>
                </c:pt>
                <c:pt idx="1539">
                  <c:v>5529.0670323016457</c:v>
                </c:pt>
                <c:pt idx="1540">
                  <c:v>5531.939959035215</c:v>
                </c:pt>
                <c:pt idx="1541">
                  <c:v>5536.8159326342484</c:v>
                </c:pt>
                <c:pt idx="1542">
                  <c:v>5551.0705278976393</c:v>
                </c:pt>
                <c:pt idx="1543">
                  <c:v>5553.7680132381684</c:v>
                </c:pt>
                <c:pt idx="1544">
                  <c:v>5556.1786169322095</c:v>
                </c:pt>
                <c:pt idx="1545">
                  <c:v>5573.3999282046771</c:v>
                </c:pt>
                <c:pt idx="1546">
                  <c:v>5577.471346493885</c:v>
                </c:pt>
                <c:pt idx="1547">
                  <c:v>5595.8114572459699</c:v>
                </c:pt>
                <c:pt idx="1548">
                  <c:v>5597.9254495416908</c:v>
                </c:pt>
                <c:pt idx="1549">
                  <c:v>5608.6729888930058</c:v>
                </c:pt>
                <c:pt idx="1550">
                  <c:v>5610.4338967920576</c:v>
                </c:pt>
                <c:pt idx="1551">
                  <c:v>5612.6124874450361</c:v>
                </c:pt>
                <c:pt idx="1552">
                  <c:v>5612.5527831388463</c:v>
                </c:pt>
                <c:pt idx="1553">
                  <c:v>5629.1917882133812</c:v>
                </c:pt>
                <c:pt idx="1554">
                  <c:v>5631.8814033856461</c:v>
                </c:pt>
                <c:pt idx="1555">
                  <c:v>5636.3593384982778</c:v>
                </c:pt>
                <c:pt idx="1556">
                  <c:v>5645.3050932506148</c:v>
                </c:pt>
                <c:pt idx="1557">
                  <c:v>5650.3868556667503</c:v>
                </c:pt>
                <c:pt idx="1558">
                  <c:v>5654.6643911083029</c:v>
                </c:pt>
                <c:pt idx="1559">
                  <c:v>5656.8339713724645</c:v>
                </c:pt>
                <c:pt idx="1560">
                  <c:v>5689.8477065590323</c:v>
                </c:pt>
                <c:pt idx="1561">
                  <c:v>5707.0036022194954</c:v>
                </c:pt>
                <c:pt idx="1562">
                  <c:v>5719.6944497082077</c:v>
                </c:pt>
                <c:pt idx="1563">
                  <c:v>5751.251176792015</c:v>
                </c:pt>
                <c:pt idx="1564">
                  <c:v>5786.8140753522666</c:v>
                </c:pt>
                <c:pt idx="1565">
                  <c:v>5803.581023957785</c:v>
                </c:pt>
                <c:pt idx="1566">
                  <c:v>5816.7751920031997</c:v>
                </c:pt>
                <c:pt idx="1567">
                  <c:v>5822.2652170800775</c:v>
                </c:pt>
                <c:pt idx="1568">
                  <c:v>5825.5138885484994</c:v>
                </c:pt>
                <c:pt idx="1569">
                  <c:v>5831.1500405548841</c:v>
                </c:pt>
                <c:pt idx="1570">
                  <c:v>5832.8338942566388</c:v>
                </c:pt>
                <c:pt idx="1571">
                  <c:v>5834.0383762100701</c:v>
                </c:pt>
                <c:pt idx="1572">
                  <c:v>5834.8246319876735</c:v>
                </c:pt>
                <c:pt idx="1573">
                  <c:v>5836.4093603465726</c:v>
                </c:pt>
                <c:pt idx="1574">
                  <c:v>5837.1045240065341</c:v>
                </c:pt>
                <c:pt idx="1575">
                  <c:v>5837.0399616232862</c:v>
                </c:pt>
                <c:pt idx="1576">
                  <c:v>5840.1824178299357</c:v>
                </c:pt>
                <c:pt idx="1577">
                  <c:v>5841.0755548855941</c:v>
                </c:pt>
                <c:pt idx="1578">
                  <c:v>5841.0036254075103</c:v>
                </c:pt>
                <c:pt idx="1579">
                  <c:v>5843.5044249896182</c:v>
                </c:pt>
                <c:pt idx="1580">
                  <c:v>5843.9957040650434</c:v>
                </c:pt>
                <c:pt idx="1581">
                  <c:v>5844.6498068344445</c:v>
                </c:pt>
                <c:pt idx="1582">
                  <c:v>5844.9538039688259</c:v>
                </c:pt>
                <c:pt idx="1583">
                  <c:v>5845.1460486031428</c:v>
                </c:pt>
                <c:pt idx="1584">
                  <c:v>5845.7686557341676</c:v>
                </c:pt>
                <c:pt idx="1585">
                  <c:v>5846.4013303740103</c:v>
                </c:pt>
                <c:pt idx="1586">
                  <c:v>5846.8726704003739</c:v>
                </c:pt>
                <c:pt idx="1587">
                  <c:v>5848.2034344652102</c:v>
                </c:pt>
                <c:pt idx="1588">
                  <c:v>5848.5246600542005</c:v>
                </c:pt>
                <c:pt idx="1589">
                  <c:v>5849.0138603076412</c:v>
                </c:pt>
                <c:pt idx="1590">
                  <c:v>5849.3738780048079</c:v>
                </c:pt>
                <c:pt idx="1591">
                  <c:v>5849.3223341579487</c:v>
                </c:pt>
                <c:pt idx="1592">
                  <c:v>5849.7733413473206</c:v>
                </c:pt>
                <c:pt idx="1593">
                  <c:v>5849.6783170604531</c:v>
                </c:pt>
                <c:pt idx="1594">
                  <c:v>5850.7971243380262</c:v>
                </c:pt>
                <c:pt idx="1595">
                  <c:v>5851.1304170569629</c:v>
                </c:pt>
                <c:pt idx="1596">
                  <c:v>5851.8453475093793</c:v>
                </c:pt>
                <c:pt idx="1597">
                  <c:v>5851.7289372163732</c:v>
                </c:pt>
                <c:pt idx="1598">
                  <c:v>5853.3014907247543</c:v>
                </c:pt>
                <c:pt idx="1599">
                  <c:v>5853.2449212990605</c:v>
                </c:pt>
                <c:pt idx="1600">
                  <c:v>5853.8397678664705</c:v>
                </c:pt>
                <c:pt idx="1601">
                  <c:v>5859.4727609083002</c:v>
                </c:pt>
                <c:pt idx="1602">
                  <c:v>5860.966622034085</c:v>
                </c:pt>
                <c:pt idx="1603">
                  <c:v>5860.8212971605681</c:v>
                </c:pt>
                <c:pt idx="1604">
                  <c:v>5860.8951470796346</c:v>
                </c:pt>
                <c:pt idx="1605">
                  <c:v>5862.1411974698131</c:v>
                </c:pt>
                <c:pt idx="1606">
                  <c:v>5862.1132171105746</c:v>
                </c:pt>
                <c:pt idx="1607">
                  <c:v>5862.6864860764317</c:v>
                </c:pt>
                <c:pt idx="1608">
                  <c:v>5863.7564575917231</c:v>
                </c:pt>
                <c:pt idx="1609">
                  <c:v>5864.3967116238928</c:v>
                </c:pt>
                <c:pt idx="1610">
                  <c:v>5865.0259145392511</c:v>
                </c:pt>
                <c:pt idx="1611">
                  <c:v>5865.6067324182241</c:v>
                </c:pt>
                <c:pt idx="1612">
                  <c:v>5874.6790451657071</c:v>
                </c:pt>
                <c:pt idx="1613">
                  <c:v>5882.0915688009045</c:v>
                </c:pt>
                <c:pt idx="1614">
                  <c:v>5881.6704143371126</c:v>
                </c:pt>
                <c:pt idx="1615">
                  <c:v>5881.9130505492039</c:v>
                </c:pt>
                <c:pt idx="1616">
                  <c:v>5882.0158617599836</c:v>
                </c:pt>
                <c:pt idx="1617">
                  <c:v>5882.4517133533254</c:v>
                </c:pt>
                <c:pt idx="1618">
                  <c:v>5882.3673542700644</c:v>
                </c:pt>
                <c:pt idx="1619">
                  <c:v>5883.8465846295876</c:v>
                </c:pt>
                <c:pt idx="1620">
                  <c:v>5886.0087104905469</c:v>
                </c:pt>
                <c:pt idx="1621">
                  <c:v>5886.9741222322664</c:v>
                </c:pt>
                <c:pt idx="1622">
                  <c:v>5887.6022106222499</c:v>
                </c:pt>
                <c:pt idx="1623">
                  <c:v>5888.0582091152846</c:v>
                </c:pt>
                <c:pt idx="1624">
                  <c:v>5888.0017319129702</c:v>
                </c:pt>
                <c:pt idx="1625">
                  <c:v>5888.1143870717615</c:v>
                </c:pt>
                <c:pt idx="1626">
                  <c:v>5888.0984006977533</c:v>
                </c:pt>
                <c:pt idx="1627">
                  <c:v>5888.5688274510876</c:v>
                </c:pt>
                <c:pt idx="1628">
                  <c:v>5888.529763118252</c:v>
                </c:pt>
                <c:pt idx="1629">
                  <c:v>5890.07313791661</c:v>
                </c:pt>
                <c:pt idx="1630">
                  <c:v>5890.4022589053284</c:v>
                </c:pt>
                <c:pt idx="1631">
                  <c:v>5890.3699601788585</c:v>
                </c:pt>
                <c:pt idx="1632">
                  <c:v>5890.7748103827935</c:v>
                </c:pt>
                <c:pt idx="1633">
                  <c:v>5890.9836917478242</c:v>
                </c:pt>
                <c:pt idx="1634">
                  <c:v>5891.8136433050258</c:v>
                </c:pt>
                <c:pt idx="1635">
                  <c:v>5892.6334035361851</c:v>
                </c:pt>
                <c:pt idx="1636">
                  <c:v>5895.7990405052242</c:v>
                </c:pt>
                <c:pt idx="1637">
                  <c:v>5895.5935508117836</c:v>
                </c:pt>
                <c:pt idx="1638">
                  <c:v>5895.6594630793106</c:v>
                </c:pt>
                <c:pt idx="1639">
                  <c:v>5895.6362074419985</c:v>
                </c:pt>
                <c:pt idx="1640">
                  <c:v>5895.833507682315</c:v>
                </c:pt>
                <c:pt idx="1641">
                  <c:v>5895.804933436244</c:v>
                </c:pt>
                <c:pt idx="1642">
                  <c:v>5896.0800672671667</c:v>
                </c:pt>
                <c:pt idx="1643">
                  <c:v>5896.0615377095255</c:v>
                </c:pt>
                <c:pt idx="1644">
                  <c:v>5898.7961816154238</c:v>
                </c:pt>
                <c:pt idx="1645">
                  <c:v>5898.6165422651575</c:v>
                </c:pt>
                <c:pt idx="1646">
                  <c:v>5898.6269836742886</c:v>
                </c:pt>
                <c:pt idx="1647">
                  <c:v>5899.396120502528</c:v>
                </c:pt>
                <c:pt idx="1648">
                  <c:v>5899.5263931133122</c:v>
                </c:pt>
                <c:pt idx="1649">
                  <c:v>5900.2068603280886</c:v>
                </c:pt>
                <c:pt idx="1650">
                  <c:v>5900.1393680922938</c:v>
                </c:pt>
                <c:pt idx="1651">
                  <c:v>5901.1726221852805</c:v>
                </c:pt>
                <c:pt idx="1652">
                  <c:v>5903.756954110836</c:v>
                </c:pt>
                <c:pt idx="1653">
                  <c:v>5903.646625111789</c:v>
                </c:pt>
                <c:pt idx="1654">
                  <c:v>5903.9386874651818</c:v>
                </c:pt>
                <c:pt idx="1655">
                  <c:v>5904.9639226581094</c:v>
                </c:pt>
                <c:pt idx="1656">
                  <c:v>5904.9029509707407</c:v>
                </c:pt>
                <c:pt idx="1657">
                  <c:v>5905.6080558896065</c:v>
                </c:pt>
                <c:pt idx="1658">
                  <c:v>5906.2867227713805</c:v>
                </c:pt>
                <c:pt idx="1659">
                  <c:v>5907.4516362261611</c:v>
                </c:pt>
                <c:pt idx="1660">
                  <c:v>5908.1460084491973</c:v>
                </c:pt>
                <c:pt idx="1661">
                  <c:v>5908.055166797325</c:v>
                </c:pt>
                <c:pt idx="1662">
                  <c:v>5908.5641990416871</c:v>
                </c:pt>
                <c:pt idx="1663">
                  <c:v>5908.5089744016477</c:v>
                </c:pt>
                <c:pt idx="1664">
                  <c:v>5908.4926125889915</c:v>
                </c:pt>
                <c:pt idx="1665">
                  <c:v>5909.0133757494414</c:v>
                </c:pt>
                <c:pt idx="1666">
                  <c:v>5908.960025092606</c:v>
                </c:pt>
                <c:pt idx="1667">
                  <c:v>5911.2988108438885</c:v>
                </c:pt>
                <c:pt idx="1668">
                  <c:v>5911.1265911974861</c:v>
                </c:pt>
                <c:pt idx="1669">
                  <c:v>5912.234245531924</c:v>
                </c:pt>
                <c:pt idx="1670">
                  <c:v>5912.7475109836651</c:v>
                </c:pt>
                <c:pt idx="1671">
                  <c:v>5913.5812563501722</c:v>
                </c:pt>
                <c:pt idx="1672">
                  <c:v>5913.9419373625142</c:v>
                </c:pt>
                <c:pt idx="1673">
                  <c:v>5914.2755572013111</c:v>
                </c:pt>
                <c:pt idx="1674">
                  <c:v>5915.0281323643903</c:v>
                </c:pt>
                <c:pt idx="1675">
                  <c:v>5917.4095435322142</c:v>
                </c:pt>
                <c:pt idx="1676">
                  <c:v>5920.4447267638634</c:v>
                </c:pt>
                <c:pt idx="1677">
                  <c:v>5921.5913763534181</c:v>
                </c:pt>
                <c:pt idx="1678">
                  <c:v>5922.0093995013794</c:v>
                </c:pt>
                <c:pt idx="1679">
                  <c:v>5922.16272095966</c:v>
                </c:pt>
                <c:pt idx="1680">
                  <c:v>5922.1444128144931</c:v>
                </c:pt>
                <c:pt idx="1681">
                  <c:v>5922.4001708658434</c:v>
                </c:pt>
                <c:pt idx="1682">
                  <c:v>5922.3778554542068</c:v>
                </c:pt>
                <c:pt idx="1683">
                  <c:v>5923.0871247600253</c:v>
                </c:pt>
                <c:pt idx="1684">
                  <c:v>5932.3246984048092</c:v>
                </c:pt>
                <c:pt idx="1685">
                  <c:v>5957.1437583936377</c:v>
                </c:pt>
                <c:pt idx="1686">
                  <c:v>5957.1171291374503</c:v>
                </c:pt>
                <c:pt idx="1687">
                  <c:v>5958.1204139793726</c:v>
                </c:pt>
                <c:pt idx="1688">
                  <c:v>5957.9540623703351</c:v>
                </c:pt>
                <c:pt idx="1689">
                  <c:v>5958.346140182337</c:v>
                </c:pt>
                <c:pt idx="1690">
                  <c:v>5958.2606550263281</c:v>
                </c:pt>
                <c:pt idx="1691">
                  <c:v>5958.243800354946</c:v>
                </c:pt>
                <c:pt idx="1692">
                  <c:v>5958.2404497085008</c:v>
                </c:pt>
                <c:pt idx="1693">
                  <c:v>5958.2397704503901</c:v>
                </c:pt>
                <c:pt idx="1694">
                  <c:v>5959.0853893625545</c:v>
                </c:pt>
                <c:pt idx="1695">
                  <c:v>5959.0217885426082</c:v>
                </c:pt>
                <c:pt idx="1696">
                  <c:v>5959.6310151320813</c:v>
                </c:pt>
                <c:pt idx="1697">
                  <c:v>5963.0358699151975</c:v>
                </c:pt>
                <c:pt idx="1698">
                  <c:v>5966.173120511754</c:v>
                </c:pt>
                <c:pt idx="1699">
                  <c:v>5966.1045990211496</c:v>
                </c:pt>
                <c:pt idx="1700">
                  <c:v>5968.8208204698558</c:v>
                </c:pt>
                <c:pt idx="1701">
                  <c:v>5969.2288149687092</c:v>
                </c:pt>
                <c:pt idx="1702">
                  <c:v>5970.9578583538223</c:v>
                </c:pt>
                <c:pt idx="1703">
                  <c:v>5971.2872335152679</c:v>
                </c:pt>
                <c:pt idx="1704">
                  <c:v>5971.3969494489529</c:v>
                </c:pt>
                <c:pt idx="1705">
                  <c:v>5971.4860784365555</c:v>
                </c:pt>
                <c:pt idx="1706">
                  <c:v>5971.4732620527357</c:v>
                </c:pt>
                <c:pt idx="1707">
                  <c:v>5971.8811524366738</c:v>
                </c:pt>
                <c:pt idx="1708">
                  <c:v>5983.8268094298201</c:v>
                </c:pt>
                <c:pt idx="1709">
                  <c:v>5993.6728916673328</c:v>
                </c:pt>
                <c:pt idx="1710">
                  <c:v>6006.9711594692781</c:v>
                </c:pt>
                <c:pt idx="1711">
                  <c:v>6006.2531844768655</c:v>
                </c:pt>
                <c:pt idx="1712">
                  <c:v>6007.9135931437804</c:v>
                </c:pt>
                <c:pt idx="1713">
                  <c:v>6008.7486888537396</c:v>
                </c:pt>
                <c:pt idx="1714">
                  <c:v>6008.6304480952549</c:v>
                </c:pt>
                <c:pt idx="1715">
                  <c:v>6009.4904947586665</c:v>
                </c:pt>
                <c:pt idx="1716">
                  <c:v>6012.3999010565885</c:v>
                </c:pt>
                <c:pt idx="1717">
                  <c:v>6015.2479837675428</c:v>
                </c:pt>
                <c:pt idx="1718">
                  <c:v>6016.658593112219</c:v>
                </c:pt>
                <c:pt idx="1719">
                  <c:v>6018.2948877458803</c:v>
                </c:pt>
                <c:pt idx="1720">
                  <c:v>6018.7104721453534</c:v>
                </c:pt>
                <c:pt idx="1721">
                  <c:v>6019.6275053117843</c:v>
                </c:pt>
                <c:pt idx="1722">
                  <c:v>6020.17478769842</c:v>
                </c:pt>
                <c:pt idx="1723">
                  <c:v>6020.1534394911951</c:v>
                </c:pt>
                <c:pt idx="1724">
                  <c:v>6021.7570127642566</c:v>
                </c:pt>
                <c:pt idx="1725">
                  <c:v>6022.2596136252487</c:v>
                </c:pt>
                <c:pt idx="1726">
                  <c:v>6022.3684208588265</c:v>
                </c:pt>
                <c:pt idx="1727">
                  <c:v>6022.5046267599537</c:v>
                </c:pt>
                <c:pt idx="1728">
                  <c:v>6022.7760253398374</c:v>
                </c:pt>
                <c:pt idx="1729">
                  <c:v>6022.854312324037</c:v>
                </c:pt>
                <c:pt idx="1730">
                  <c:v>6023.0773553900353</c:v>
                </c:pt>
                <c:pt idx="1731">
                  <c:v>6023.0488020209814</c:v>
                </c:pt>
                <c:pt idx="1732">
                  <c:v>6023.0399374965855</c:v>
                </c:pt>
                <c:pt idx="1733">
                  <c:v>6023.7144469670793</c:v>
                </c:pt>
                <c:pt idx="1734">
                  <c:v>6024.6155654808972</c:v>
                </c:pt>
                <c:pt idx="1735">
                  <c:v>6028.1019730361868</c:v>
                </c:pt>
                <c:pt idx="1736">
                  <c:v>6027.8422435559378</c:v>
                </c:pt>
                <c:pt idx="1737">
                  <c:v>6027.790868414585</c:v>
                </c:pt>
                <c:pt idx="1738">
                  <c:v>6027.780645433083</c:v>
                </c:pt>
                <c:pt idx="1739">
                  <c:v>6029.5828386746743</c:v>
                </c:pt>
                <c:pt idx="1740">
                  <c:v>6030.1111734896522</c:v>
                </c:pt>
                <c:pt idx="1741">
                  <c:v>6030.3617003537984</c:v>
                </c:pt>
                <c:pt idx="1742">
                  <c:v>6030.6086053733443</c:v>
                </c:pt>
                <c:pt idx="1743">
                  <c:v>6030.5663943713071</c:v>
                </c:pt>
                <c:pt idx="1744">
                  <c:v>6031.3912145234071</c:v>
                </c:pt>
                <c:pt idx="1745">
                  <c:v>6031.3289134974721</c:v>
                </c:pt>
                <c:pt idx="1746">
                  <c:v>6031.3944391344885</c:v>
                </c:pt>
                <c:pt idx="1747">
                  <c:v>6031.3772610277965</c:v>
                </c:pt>
                <c:pt idx="1748">
                  <c:v>6031.6349769368426</c:v>
                </c:pt>
                <c:pt idx="1749">
                  <c:v>6031.8994894012121</c:v>
                </c:pt>
                <c:pt idx="1750">
                  <c:v>6031.90994550086</c:v>
                </c:pt>
                <c:pt idx="1751">
                  <c:v>6031.9011892779117</c:v>
                </c:pt>
                <c:pt idx="1752">
                  <c:v>6031.9369880160193</c:v>
                </c:pt>
                <c:pt idx="1753">
                  <c:v>6031.9173462526169</c:v>
                </c:pt>
                <c:pt idx="1754">
                  <c:v>6032.0671051007548</c:v>
                </c:pt>
                <c:pt idx="1755">
                  <c:v>6032.1279392985525</c:v>
                </c:pt>
                <c:pt idx="1756">
                  <c:v>6032.1113227285296</c:v>
                </c:pt>
                <c:pt idx="1757">
                  <c:v>6032.107973986399</c:v>
                </c:pt>
                <c:pt idx="1758">
                  <c:v>6032.1613533241034</c:v>
                </c:pt>
                <c:pt idx="1759">
                  <c:v>6032.9842810942228</c:v>
                </c:pt>
                <c:pt idx="1760">
                  <c:v>6034.2136455484933</c:v>
                </c:pt>
                <c:pt idx="1761">
                  <c:v>6034.2296284113581</c:v>
                </c:pt>
                <c:pt idx="1762">
                  <c:v>6034.9875336268988</c:v>
                </c:pt>
                <c:pt idx="1763">
                  <c:v>6035.6467872841349</c:v>
                </c:pt>
                <c:pt idx="1764">
                  <c:v>6035.5472676044756</c:v>
                </c:pt>
                <c:pt idx="1765">
                  <c:v>6035.9481495591244</c:v>
                </c:pt>
                <c:pt idx="1766">
                  <c:v>6035.9028066430546</c:v>
                </c:pt>
                <c:pt idx="1767">
                  <c:v>6036.8536238796014</c:v>
                </c:pt>
                <c:pt idx="1768">
                  <c:v>6037.5907051808072</c:v>
                </c:pt>
                <c:pt idx="1769">
                  <c:v>6037.5261912292772</c:v>
                </c:pt>
                <c:pt idx="1770">
                  <c:v>6038.1624473743768</c:v>
                </c:pt>
                <c:pt idx="1771">
                  <c:v>6038.1315661489343</c:v>
                </c:pt>
                <c:pt idx="1772">
                  <c:v>6039.4473575880756</c:v>
                </c:pt>
                <c:pt idx="1773">
                  <c:v>6039.8084936227988</c:v>
                </c:pt>
                <c:pt idx="1774">
                  <c:v>6039.9210533499145</c:v>
                </c:pt>
                <c:pt idx="1775">
                  <c:v>6039.9015023218644</c:v>
                </c:pt>
                <c:pt idx="1776">
                  <c:v>6039.9169587303259</c:v>
                </c:pt>
                <c:pt idx="1777">
                  <c:v>6039.9475690787849</c:v>
                </c:pt>
                <c:pt idx="1778">
                  <c:v>6040.9470499204699</c:v>
                </c:pt>
                <c:pt idx="1779">
                  <c:v>6040.9032936725989</c:v>
                </c:pt>
                <c:pt idx="1780">
                  <c:v>6048.8549208974382</c:v>
                </c:pt>
                <c:pt idx="1781">
                  <c:v>6055.4047978291483</c:v>
                </c:pt>
                <c:pt idx="1782">
                  <c:v>6055.1944084199968</c:v>
                </c:pt>
                <c:pt idx="1783">
                  <c:v>6055.1561581417282</c:v>
                </c:pt>
                <c:pt idx="1784">
                  <c:v>6055.1449858454826</c:v>
                </c:pt>
                <c:pt idx="1785">
                  <c:v>6055.8207734636198</c:v>
                </c:pt>
                <c:pt idx="1786">
                  <c:v>6055.7145525166852</c:v>
                </c:pt>
                <c:pt idx="1787">
                  <c:v>6057.6461109308548</c:v>
                </c:pt>
                <c:pt idx="1788">
                  <c:v>6059.5571715763572</c:v>
                </c:pt>
                <c:pt idx="1789">
                  <c:v>6059.6159505342393</c:v>
                </c:pt>
                <c:pt idx="1790">
                  <c:v>6059.536427315662</c:v>
                </c:pt>
                <c:pt idx="1791">
                  <c:v>6060.7040354641294</c:v>
                </c:pt>
                <c:pt idx="1792">
                  <c:v>6060.9413069423863</c:v>
                </c:pt>
                <c:pt idx="1793">
                  <c:v>6072.7244541711134</c:v>
                </c:pt>
                <c:pt idx="1794">
                  <c:v>6074.8882943011458</c:v>
                </c:pt>
                <c:pt idx="1795">
                  <c:v>6074.6778824384382</c:v>
                </c:pt>
                <c:pt idx="1796">
                  <c:v>6076.2815400510235</c:v>
                </c:pt>
                <c:pt idx="1797">
                  <c:v>6078.7481331802555</c:v>
                </c:pt>
                <c:pt idx="1798">
                  <c:v>6078.6583729506665</c:v>
                </c:pt>
                <c:pt idx="1799">
                  <c:v>6078.7277754759843</c:v>
                </c:pt>
                <c:pt idx="1800">
                  <c:v>6079.6199418747456</c:v>
                </c:pt>
                <c:pt idx="1801">
                  <c:v>6079.849261087762</c:v>
                </c:pt>
                <c:pt idx="1802">
                  <c:v>6079.8236762819151</c:v>
                </c:pt>
                <c:pt idx="1803">
                  <c:v>6079.9986338040699</c:v>
                </c:pt>
                <c:pt idx="1804">
                  <c:v>6080.2018479671524</c:v>
                </c:pt>
                <c:pt idx="1805">
                  <c:v>6085.7660330211038</c:v>
                </c:pt>
                <c:pt idx="1806">
                  <c:v>6085.7477931720168</c:v>
                </c:pt>
                <c:pt idx="1807">
                  <c:v>6085.9632157383039</c:v>
                </c:pt>
                <c:pt idx="1808">
                  <c:v>6085.8801975788756</c:v>
                </c:pt>
                <c:pt idx="1809">
                  <c:v>6085.9930570897413</c:v>
                </c:pt>
                <c:pt idx="1810">
                  <c:v>6086.4005462799678</c:v>
                </c:pt>
                <c:pt idx="1811">
                  <c:v>6086.3663704027649</c:v>
                </c:pt>
                <c:pt idx="1812">
                  <c:v>6086.3596029035161</c:v>
                </c:pt>
                <c:pt idx="1813">
                  <c:v>6087.4339805883001</c:v>
                </c:pt>
                <c:pt idx="1814">
                  <c:v>6087.3670044028977</c:v>
                </c:pt>
                <c:pt idx="1815">
                  <c:v>6090.7312300081285</c:v>
                </c:pt>
                <c:pt idx="1816">
                  <c:v>6090.395187232104</c:v>
                </c:pt>
                <c:pt idx="1817">
                  <c:v>6094.0774339428135</c:v>
                </c:pt>
                <c:pt idx="1818">
                  <c:v>6095.898029378337</c:v>
                </c:pt>
                <c:pt idx="1819">
                  <c:v>6101.2012589336782</c:v>
                </c:pt>
                <c:pt idx="1820">
                  <c:v>6101.4686684838425</c:v>
                </c:pt>
                <c:pt idx="1821">
                  <c:v>6103.0966984574825</c:v>
                </c:pt>
                <c:pt idx="1822">
                  <c:v>6103.0042748602391</c:v>
                </c:pt>
                <c:pt idx="1823">
                  <c:v>6103.2573498438987</c:v>
                </c:pt>
                <c:pt idx="1824">
                  <c:v>6103.9803348115111</c:v>
                </c:pt>
                <c:pt idx="1825">
                  <c:v>6104.3649131118373</c:v>
                </c:pt>
                <c:pt idx="1826">
                  <c:v>6105.3033953228869</c:v>
                </c:pt>
                <c:pt idx="1827">
                  <c:v>6106.2272097709165</c:v>
                </c:pt>
                <c:pt idx="1828">
                  <c:v>6121.4426283219427</c:v>
                </c:pt>
                <c:pt idx="1829">
                  <c:v>6138.7667209842757</c:v>
                </c:pt>
                <c:pt idx="1830">
                  <c:v>6138.1630001842859</c:v>
                </c:pt>
                <c:pt idx="1831">
                  <c:v>6139.1785285089036</c:v>
                </c:pt>
                <c:pt idx="1832">
                  <c:v>6149.7996006797366</c:v>
                </c:pt>
                <c:pt idx="1833">
                  <c:v>6161.3545402973823</c:v>
                </c:pt>
                <c:pt idx="1834">
                  <c:v>6160.8424067799797</c:v>
                </c:pt>
                <c:pt idx="1835">
                  <c:v>6168.3317614496546</c:v>
                </c:pt>
                <c:pt idx="1836">
                  <c:v>6169.3555794145132</c:v>
                </c:pt>
                <c:pt idx="1837">
                  <c:v>6169.9020703685774</c:v>
                </c:pt>
                <c:pt idx="1838">
                  <c:v>6170.6865415306684</c:v>
                </c:pt>
                <c:pt idx="1839">
                  <c:v>6170.6052540650153</c:v>
                </c:pt>
                <c:pt idx="1840">
                  <c:v>6171.3408559460031</c:v>
                </c:pt>
                <c:pt idx="1841">
                  <c:v>6177.8456232577282</c:v>
                </c:pt>
                <c:pt idx="1842">
                  <c:v>6180.4353387618976</c:v>
                </c:pt>
                <c:pt idx="1843">
                  <c:v>6185.5587765036626</c:v>
                </c:pt>
                <c:pt idx="1844">
                  <c:v>6185.3623898779215</c:v>
                </c:pt>
                <c:pt idx="1845">
                  <c:v>6187.2111337671158</c:v>
                </c:pt>
                <c:pt idx="1846">
                  <c:v>6187.3125848350237</c:v>
                </c:pt>
                <c:pt idx="1847">
                  <c:v>6187.5306432952411</c:v>
                </c:pt>
                <c:pt idx="1848">
                  <c:v>6187.7849562112588</c:v>
                </c:pt>
                <c:pt idx="1849">
                  <c:v>6188.0198241506087</c:v>
                </c:pt>
                <c:pt idx="1850">
                  <c:v>6188.4991399769051</c:v>
                </c:pt>
                <c:pt idx="1851">
                  <c:v>6188.9293696024051</c:v>
                </c:pt>
                <c:pt idx="1852">
                  <c:v>6195.8752167651937</c:v>
                </c:pt>
                <c:pt idx="1853">
                  <c:v>6203.0344726742378</c:v>
                </c:pt>
                <c:pt idx="1854">
                  <c:v>6202.6980644866298</c:v>
                </c:pt>
                <c:pt idx="1855">
                  <c:v>6202.6451570114596</c:v>
                </c:pt>
                <c:pt idx="1856">
                  <c:v>6204.6975984315695</c:v>
                </c:pt>
                <c:pt idx="1857">
                  <c:v>6204.523107106962</c:v>
                </c:pt>
                <c:pt idx="1858">
                  <c:v>6205.5300855915893</c:v>
                </c:pt>
                <c:pt idx="1859">
                  <c:v>6205.3914641256106</c:v>
                </c:pt>
                <c:pt idx="1860">
                  <c:v>6206.5711452637288</c:v>
                </c:pt>
                <c:pt idx="1861">
                  <c:v>6207.5305418117759</c:v>
                </c:pt>
                <c:pt idx="1862">
                  <c:v>6207.6285328699914</c:v>
                </c:pt>
                <c:pt idx="1863">
                  <c:v>6207.5956605578822</c:v>
                </c:pt>
                <c:pt idx="1864">
                  <c:v>6208.2391079422941</c:v>
                </c:pt>
                <c:pt idx="1865">
                  <c:v>6209.9382212072078</c:v>
                </c:pt>
                <c:pt idx="1866">
                  <c:v>6210.4275317978063</c:v>
                </c:pt>
                <c:pt idx="1867">
                  <c:v>6218.6410493198782</c:v>
                </c:pt>
                <c:pt idx="1868">
                  <c:v>6218.3703545329527</c:v>
                </c:pt>
                <c:pt idx="1869">
                  <c:v>6218.4173772970807</c:v>
                </c:pt>
                <c:pt idx="1870">
                  <c:v>6218.5889442092521</c:v>
                </c:pt>
                <c:pt idx="1871">
                  <c:v>6218.5752905605323</c:v>
                </c:pt>
                <c:pt idx="1872">
                  <c:v>6219.1367835314013</c:v>
                </c:pt>
                <c:pt idx="1873">
                  <c:v>6219.1390285001162</c:v>
                </c:pt>
                <c:pt idx="1874">
                  <c:v>6219.2572355429884</c:v>
                </c:pt>
                <c:pt idx="1875">
                  <c:v>6219.7399805118612</c:v>
                </c:pt>
                <c:pt idx="1876">
                  <c:v>6219.6992596418977</c:v>
                </c:pt>
                <c:pt idx="1877">
                  <c:v>6219.6896149345093</c:v>
                </c:pt>
                <c:pt idx="1878">
                  <c:v>6219.6875234530535</c:v>
                </c:pt>
                <c:pt idx="1879">
                  <c:v>6219.6871100528688</c:v>
                </c:pt>
                <c:pt idx="1880">
                  <c:v>6220.0516888075153</c:v>
                </c:pt>
                <c:pt idx="1881">
                  <c:v>6221.9599331958443</c:v>
                </c:pt>
                <c:pt idx="1882">
                  <c:v>6222.8430672912045</c:v>
                </c:pt>
                <c:pt idx="1883">
                  <c:v>6225.4143258925942</c:v>
                </c:pt>
                <c:pt idx="1884">
                  <c:v>6225.1405252899267</c:v>
                </c:pt>
                <c:pt idx="1885">
                  <c:v>6225.6673328511779</c:v>
                </c:pt>
                <c:pt idx="1886">
                  <c:v>6227.2284222006183</c:v>
                </c:pt>
                <c:pt idx="1887">
                  <c:v>6229.9539419484327</c:v>
                </c:pt>
                <c:pt idx="1888">
                  <c:v>6230.0707853942176</c:v>
                </c:pt>
                <c:pt idx="1889">
                  <c:v>6230.0222345119091</c:v>
                </c:pt>
                <c:pt idx="1890">
                  <c:v>6230.2473753076438</c:v>
                </c:pt>
                <c:pt idx="1891">
                  <c:v>6230.7799832041765</c:v>
                </c:pt>
                <c:pt idx="1892">
                  <c:v>6231.7274008928107</c:v>
                </c:pt>
                <c:pt idx="1893">
                  <c:v>6231.668737427367</c:v>
                </c:pt>
                <c:pt idx="1894">
                  <c:v>6234.0970471659757</c:v>
                </c:pt>
                <c:pt idx="1895">
                  <c:v>6234.6387299199241</c:v>
                </c:pt>
                <c:pt idx="1896">
                  <c:v>6235.0087773544328</c:v>
                </c:pt>
                <c:pt idx="1897">
                  <c:v>6234.990629010601</c:v>
                </c:pt>
                <c:pt idx="1898">
                  <c:v>6236.6872725179237</c:v>
                </c:pt>
                <c:pt idx="1899">
                  <c:v>6237.4679093461182</c:v>
                </c:pt>
                <c:pt idx="1900">
                  <c:v>6240.5710929921734</c:v>
                </c:pt>
                <c:pt idx="1901">
                  <c:v>6249.4552648297586</c:v>
                </c:pt>
                <c:pt idx="1902">
                  <c:v>6249.2630972317775</c:v>
                </c:pt>
                <c:pt idx="1903">
                  <c:v>6256.8277638555746</c:v>
                </c:pt>
                <c:pt idx="1904">
                  <c:v>6256.219184484693</c:v>
                </c:pt>
                <c:pt idx="1905">
                  <c:v>6265.869466132468</c:v>
                </c:pt>
                <c:pt idx="1906">
                  <c:v>6265.1308722556996</c:v>
                </c:pt>
                <c:pt idx="1907">
                  <c:v>6266.248679135243</c:v>
                </c:pt>
                <c:pt idx="1908">
                  <c:v>6266.0981593670858</c:v>
                </c:pt>
                <c:pt idx="1909">
                  <c:v>6266.7474665141499</c:v>
                </c:pt>
                <c:pt idx="1910">
                  <c:v>6267.6756809740946</c:v>
                </c:pt>
                <c:pt idx="1911">
                  <c:v>6268.447683679864</c:v>
                </c:pt>
                <c:pt idx="1912">
                  <c:v>6268.973027111434</c:v>
                </c:pt>
                <c:pt idx="1913">
                  <c:v>6268.8930657949259</c:v>
                </c:pt>
                <c:pt idx="1914">
                  <c:v>6270.9270144316388</c:v>
                </c:pt>
                <c:pt idx="1915">
                  <c:v>6271.7723668436429</c:v>
                </c:pt>
                <c:pt idx="1916">
                  <c:v>6273.0851141772255</c:v>
                </c:pt>
                <c:pt idx="1917">
                  <c:v>6275.8594128756476</c:v>
                </c:pt>
                <c:pt idx="1918">
                  <c:v>6275.7550925528658</c:v>
                </c:pt>
                <c:pt idx="1919">
                  <c:v>6275.7344370899273</c:v>
                </c:pt>
                <c:pt idx="1920">
                  <c:v>6276.0322653090507</c:v>
                </c:pt>
                <c:pt idx="1921">
                  <c:v>6276.2200737477015</c:v>
                </c:pt>
                <c:pt idx="1922">
                  <c:v>6276.4026231034677</c:v>
                </c:pt>
                <c:pt idx="1923">
                  <c:v>6276.7576402821642</c:v>
                </c:pt>
                <c:pt idx="1924">
                  <c:v>6276.7113660138439</c:v>
                </c:pt>
                <c:pt idx="1925">
                  <c:v>6276.9253509797336</c:v>
                </c:pt>
                <c:pt idx="1926">
                  <c:v>6277.9248737635544</c:v>
                </c:pt>
                <c:pt idx="1927">
                  <c:v>6277.8486837712953</c:v>
                </c:pt>
                <c:pt idx="1928">
                  <c:v>6278.5300195324344</c:v>
                </c:pt>
                <c:pt idx="1929">
                  <c:v>6280.2509317469585</c:v>
                </c:pt>
                <c:pt idx="1930">
                  <c:v>6280.0895840031262</c:v>
                </c:pt>
                <c:pt idx="1931">
                  <c:v>6280.7934384974324</c:v>
                </c:pt>
                <c:pt idx="1932">
                  <c:v>6281.6153964490195</c:v>
                </c:pt>
                <c:pt idx="1933">
                  <c:v>6281.5248070741109</c:v>
                </c:pt>
                <c:pt idx="1934">
                  <c:v>6282.5783928364053</c:v>
                </c:pt>
                <c:pt idx="1935">
                  <c:v>6284.419310722049</c:v>
                </c:pt>
                <c:pt idx="1936">
                  <c:v>6284.7373992451185</c:v>
                </c:pt>
                <c:pt idx="1937">
                  <c:v>6291.8693467113762</c:v>
                </c:pt>
                <c:pt idx="1938">
                  <c:v>6293.8735749781572</c:v>
                </c:pt>
                <c:pt idx="1939">
                  <c:v>6293.7437056500858</c:v>
                </c:pt>
                <c:pt idx="1940">
                  <c:v>6297.0498586439953</c:v>
                </c:pt>
                <c:pt idx="1941">
                  <c:v>6297.1642087645032</c:v>
                </c:pt>
                <c:pt idx="1942">
                  <c:v>6297.5033337437426</c:v>
                </c:pt>
                <c:pt idx="1943">
                  <c:v>6297.6713007557973</c:v>
                </c:pt>
                <c:pt idx="1944">
                  <c:v>6298.2575718210301</c:v>
                </c:pt>
                <c:pt idx="1945">
                  <c:v>6298.6732231843089</c:v>
                </c:pt>
                <c:pt idx="1946">
                  <c:v>6299.7033120059014</c:v>
                </c:pt>
                <c:pt idx="1947">
                  <c:v>6299.7073961180822</c:v>
                </c:pt>
                <c:pt idx="1948">
                  <c:v>6300.021981413367</c:v>
                </c:pt>
                <c:pt idx="1949">
                  <c:v>6302.0818359522154</c:v>
                </c:pt>
                <c:pt idx="1950">
                  <c:v>6302.0243738443523</c:v>
                </c:pt>
                <c:pt idx="1951">
                  <c:v>6302.0144448594374</c:v>
                </c:pt>
                <c:pt idx="1952">
                  <c:v>6302.4351564356366</c:v>
                </c:pt>
                <c:pt idx="1953">
                  <c:v>6302.6943939980101</c:v>
                </c:pt>
                <c:pt idx="1954">
                  <c:v>6303.1121478920568</c:v>
                </c:pt>
                <c:pt idx="1955">
                  <c:v>6302.9170470449881</c:v>
                </c:pt>
                <c:pt idx="1956">
                  <c:v>6302.8784269623575</c:v>
                </c:pt>
                <c:pt idx="1957">
                  <c:v>6303.4964909187247</c:v>
                </c:pt>
                <c:pt idx="1958">
                  <c:v>6305.0446934229931</c:v>
                </c:pt>
                <c:pt idx="1959">
                  <c:v>6306.3829091409925</c:v>
                </c:pt>
                <c:pt idx="1960">
                  <c:v>6307.0024151523494</c:v>
                </c:pt>
                <c:pt idx="1961">
                  <c:v>6313.1194963420021</c:v>
                </c:pt>
                <c:pt idx="1962">
                  <c:v>6317.2792269849369</c:v>
                </c:pt>
                <c:pt idx="1963">
                  <c:v>6319.2218975334081</c:v>
                </c:pt>
                <c:pt idx="1964">
                  <c:v>6321.3972163671251</c:v>
                </c:pt>
                <c:pt idx="1965">
                  <c:v>6321.2705805887008</c:v>
                </c:pt>
                <c:pt idx="1966">
                  <c:v>6321.2587752973304</c:v>
                </c:pt>
                <c:pt idx="1967">
                  <c:v>6321.3697049445445</c:v>
                </c:pt>
                <c:pt idx="1968">
                  <c:v>6321.39946682342</c:v>
                </c:pt>
                <c:pt idx="1969">
                  <c:v>6321.3908071349697</c:v>
                </c:pt>
                <c:pt idx="1970">
                  <c:v>6321.3890618973774</c:v>
                </c:pt>
                <c:pt idx="1971">
                  <c:v>6322.2604218668612</c:v>
                </c:pt>
                <c:pt idx="1972">
                  <c:v>6322.1951640790676</c:v>
                </c:pt>
                <c:pt idx="1973">
                  <c:v>6322.1787518849314</c:v>
                </c:pt>
                <c:pt idx="1974">
                  <c:v>6322.1749922812833</c:v>
                </c:pt>
                <c:pt idx="1975">
                  <c:v>6322.1743865799353</c:v>
                </c:pt>
                <c:pt idx="1976">
                  <c:v>6322.9668279057214</c:v>
                </c:pt>
                <c:pt idx="1977">
                  <c:v>6322.8707667015433</c:v>
                </c:pt>
                <c:pt idx="1978">
                  <c:v>6322.8520645125027</c:v>
                </c:pt>
                <c:pt idx="1979">
                  <c:v>6324.3273284658799</c:v>
                </c:pt>
                <c:pt idx="1980">
                  <c:v>6325.2754766547314</c:v>
                </c:pt>
                <c:pt idx="1981">
                  <c:v>6325.1409685138815</c:v>
                </c:pt>
                <c:pt idx="1982">
                  <c:v>6325.3105734595338</c:v>
                </c:pt>
                <c:pt idx="1983">
                  <c:v>6325.794765175322</c:v>
                </c:pt>
                <c:pt idx="1984">
                  <c:v>6326.63451356317</c:v>
                </c:pt>
                <c:pt idx="1985">
                  <c:v>6328.2674531473976</c:v>
                </c:pt>
                <c:pt idx="1986">
                  <c:v>6329.6891078046556</c:v>
                </c:pt>
                <c:pt idx="1987">
                  <c:v>6329.5561949682051</c:v>
                </c:pt>
                <c:pt idx="1988">
                  <c:v>6330.6022870365441</c:v>
                </c:pt>
                <c:pt idx="1989">
                  <c:v>6331.395494313947</c:v>
                </c:pt>
                <c:pt idx="1990">
                  <c:v>6331.4420131589513</c:v>
                </c:pt>
                <c:pt idx="1991">
                  <c:v>6331.4954268201527</c:v>
                </c:pt>
                <c:pt idx="1992">
                  <c:v>6331.6835299911936</c:v>
                </c:pt>
                <c:pt idx="1993">
                  <c:v>6331.5078578850116</c:v>
                </c:pt>
                <c:pt idx="1994">
                  <c:v>6331.6112189048563</c:v>
                </c:pt>
                <c:pt idx="1995">
                  <c:v>6337.646271975108</c:v>
                </c:pt>
                <c:pt idx="1996">
                  <c:v>6341.9152118154143</c:v>
                </c:pt>
                <c:pt idx="1997">
                  <c:v>6342.4398932391805</c:v>
                </c:pt>
                <c:pt idx="1998">
                  <c:v>6342.2811286056649</c:v>
                </c:pt>
                <c:pt idx="1999">
                  <c:v>6342.6637275550074</c:v>
                </c:pt>
                <c:pt idx="2000">
                  <c:v>6344.6701603437841</c:v>
                </c:pt>
                <c:pt idx="2001">
                  <c:v>6345.9596310155184</c:v>
                </c:pt>
                <c:pt idx="2002">
                  <c:v>6349.3862370501574</c:v>
                </c:pt>
                <c:pt idx="2003">
                  <c:v>6351.9404695693956</c:v>
                </c:pt>
                <c:pt idx="2004">
                  <c:v>6353.2750845336568</c:v>
                </c:pt>
                <c:pt idx="2005">
                  <c:v>6354.7324007089346</c:v>
                </c:pt>
                <c:pt idx="2006">
                  <c:v>6367.3952535622393</c:v>
                </c:pt>
                <c:pt idx="2007">
                  <c:v>6371.0695144414949</c:v>
                </c:pt>
                <c:pt idx="2008">
                  <c:v>6370.740304357575</c:v>
                </c:pt>
                <c:pt idx="2009">
                  <c:v>6371.9850966586127</c:v>
                </c:pt>
                <c:pt idx="2010">
                  <c:v>6374.5376331363941</c:v>
                </c:pt>
                <c:pt idx="2011">
                  <c:v>6374.3650741047768</c:v>
                </c:pt>
                <c:pt idx="2012">
                  <c:v>6377.2341526107421</c:v>
                </c:pt>
                <c:pt idx="2013">
                  <c:v>6378.0835752422145</c:v>
                </c:pt>
                <c:pt idx="2014">
                  <c:v>6378.0401694204811</c:v>
                </c:pt>
                <c:pt idx="2015">
                  <c:v>6378.0271313951162</c:v>
                </c:pt>
                <c:pt idx="2016">
                  <c:v>6378.1498119084645</c:v>
                </c:pt>
                <c:pt idx="2017">
                  <c:v>6378.2237516024425</c:v>
                </c:pt>
                <c:pt idx="2018">
                  <c:v>6378.2110082256531</c:v>
                </c:pt>
                <c:pt idx="2019">
                  <c:v>6378.7900597737926</c:v>
                </c:pt>
                <c:pt idx="2020">
                  <c:v>6395.2338158703033</c:v>
                </c:pt>
                <c:pt idx="2021">
                  <c:v>6394.8541073978267</c:v>
                </c:pt>
                <c:pt idx="2022">
                  <c:v>6395.3450526603801</c:v>
                </c:pt>
                <c:pt idx="2023">
                  <c:v>6395.925441682889</c:v>
                </c:pt>
                <c:pt idx="2024">
                  <c:v>6395.907288687953</c:v>
                </c:pt>
                <c:pt idx="2025">
                  <c:v>6395.875976562369</c:v>
                </c:pt>
                <c:pt idx="2026">
                  <c:v>6398.4901661230551</c:v>
                </c:pt>
                <c:pt idx="2027">
                  <c:v>6400.4007737806405</c:v>
                </c:pt>
                <c:pt idx="2028">
                  <c:v>6400.1497254773958</c:v>
                </c:pt>
                <c:pt idx="2029">
                  <c:v>6419.2961621399445</c:v>
                </c:pt>
                <c:pt idx="2030">
                  <c:v>6423.0866790137761</c:v>
                </c:pt>
                <c:pt idx="2031">
                  <c:v>6424.8870497279368</c:v>
                </c:pt>
                <c:pt idx="2032">
                  <c:v>6425.788633327651</c:v>
                </c:pt>
                <c:pt idx="2033">
                  <c:v>6425.7804384047786</c:v>
                </c:pt>
                <c:pt idx="2034">
                  <c:v>6426.7076931485171</c:v>
                </c:pt>
                <c:pt idx="2035">
                  <c:v>6426.6364994189935</c:v>
                </c:pt>
                <c:pt idx="2036">
                  <c:v>6426.7100540267629</c:v>
                </c:pt>
                <c:pt idx="2037">
                  <c:v>6427.0968884670292</c:v>
                </c:pt>
                <c:pt idx="2038">
                  <c:v>6427.620979979497</c:v>
                </c:pt>
                <c:pt idx="2039">
                  <c:v>6427.5853596739544</c:v>
                </c:pt>
                <c:pt idx="2040">
                  <c:v>6427.6021762574392</c:v>
                </c:pt>
                <c:pt idx="2041">
                  <c:v>6427.6103285168601</c:v>
                </c:pt>
                <c:pt idx="2042">
                  <c:v>6427.6062952733255</c:v>
                </c:pt>
                <c:pt idx="2043">
                  <c:v>6427.6741507694605</c:v>
                </c:pt>
                <c:pt idx="2044">
                  <c:v>6430.8691235761817</c:v>
                </c:pt>
                <c:pt idx="2045">
                  <c:v>6431.0537231983799</c:v>
                </c:pt>
                <c:pt idx="2046">
                  <c:v>6430.9852654894867</c:v>
                </c:pt>
                <c:pt idx="2047">
                  <c:v>6431.2590269204638</c:v>
                </c:pt>
                <c:pt idx="2048">
                  <c:v>6431.5500918472362</c:v>
                </c:pt>
                <c:pt idx="2049">
                  <c:v>6439.0422978037477</c:v>
                </c:pt>
                <c:pt idx="2050">
                  <c:v>6440.0280400861866</c:v>
                </c:pt>
                <c:pt idx="2051">
                  <c:v>6445.7505686286877</c:v>
                </c:pt>
                <c:pt idx="2052">
                  <c:v>6446.2924146207733</c:v>
                </c:pt>
                <c:pt idx="2053">
                  <c:v>6446.0864557082423</c:v>
                </c:pt>
                <c:pt idx="2054">
                  <c:v>6446.767525745734</c:v>
                </c:pt>
                <c:pt idx="2055">
                  <c:v>6446.7243155234073</c:v>
                </c:pt>
                <c:pt idx="2056">
                  <c:v>6446.7111596549221</c:v>
                </c:pt>
                <c:pt idx="2057">
                  <c:v>6447.3698859105916</c:v>
                </c:pt>
                <c:pt idx="2058">
                  <c:v>6452.8073551367142</c:v>
                </c:pt>
                <c:pt idx="2059">
                  <c:v>6453.716653543539</c:v>
                </c:pt>
                <c:pt idx="2060">
                  <c:v>6453.5058545113625</c:v>
                </c:pt>
                <c:pt idx="2061">
                  <c:v>6455.5977205689651</c:v>
                </c:pt>
                <c:pt idx="2062">
                  <c:v>6456.8719018412739</c:v>
                </c:pt>
                <c:pt idx="2063">
                  <c:v>6459.6174908433304</c:v>
                </c:pt>
                <c:pt idx="2064">
                  <c:v>6463.0534426902259</c:v>
                </c:pt>
                <c:pt idx="2065">
                  <c:v>6464.4120413210658</c:v>
                </c:pt>
                <c:pt idx="2066">
                  <c:v>6466.0462184537664</c:v>
                </c:pt>
                <c:pt idx="2067">
                  <c:v>6496.6932531093562</c:v>
                </c:pt>
                <c:pt idx="2068">
                  <c:v>6501.1138130926483</c:v>
                </c:pt>
                <c:pt idx="2069">
                  <c:v>6505.8324560271249</c:v>
                </c:pt>
                <c:pt idx="2070">
                  <c:v>6505.4812984583759</c:v>
                </c:pt>
                <c:pt idx="2071">
                  <c:v>6514.3973309559806</c:v>
                </c:pt>
                <c:pt idx="2072">
                  <c:v>6514.0319860082873</c:v>
                </c:pt>
                <c:pt idx="2073">
                  <c:v>6518.9620309269039</c:v>
                </c:pt>
                <c:pt idx="2074">
                  <c:v>6518.5522648297301</c:v>
                </c:pt>
                <c:pt idx="2075">
                  <c:v>6521.5038234163476</c:v>
                </c:pt>
                <c:pt idx="2076">
                  <c:v>6521.2025860917765</c:v>
                </c:pt>
                <c:pt idx="2077">
                  <c:v>6521.1431500478166</c:v>
                </c:pt>
                <c:pt idx="2078">
                  <c:v>6522.2233091694297</c:v>
                </c:pt>
                <c:pt idx="2079">
                  <c:v>6523.4450878477637</c:v>
                </c:pt>
                <c:pt idx="2080">
                  <c:v>6524.3130010629884</c:v>
                </c:pt>
                <c:pt idx="2081">
                  <c:v>6526.0937641094806</c:v>
                </c:pt>
                <c:pt idx="2082">
                  <c:v>6534.3842143723668</c:v>
                </c:pt>
                <c:pt idx="2083">
                  <c:v>6549.569730707306</c:v>
                </c:pt>
                <c:pt idx="2084">
                  <c:v>6553.8082307723726</c:v>
                </c:pt>
                <c:pt idx="2085">
                  <c:v>6557.5389295702907</c:v>
                </c:pt>
                <c:pt idx="2086">
                  <c:v>6558.052250742895</c:v>
                </c:pt>
                <c:pt idx="2087">
                  <c:v>6557.9802821883013</c:v>
                </c:pt>
                <c:pt idx="2088">
                  <c:v>6559.6915656329311</c:v>
                </c:pt>
                <c:pt idx="2089">
                  <c:v>6559.5987309337479</c:v>
                </c:pt>
                <c:pt idx="2090">
                  <c:v>6560.0610656145182</c:v>
                </c:pt>
                <c:pt idx="2091">
                  <c:v>6567.5470357536233</c:v>
                </c:pt>
                <c:pt idx="2092">
                  <c:v>6567.2972972082398</c:v>
                </c:pt>
                <c:pt idx="2093">
                  <c:v>6569.7062168503826</c:v>
                </c:pt>
                <c:pt idx="2094">
                  <c:v>6573.6303874849282</c:v>
                </c:pt>
                <c:pt idx="2095">
                  <c:v>6573.3275404958631</c:v>
                </c:pt>
                <c:pt idx="2096">
                  <c:v>6575.5077899568796</c:v>
                </c:pt>
                <c:pt idx="2097">
                  <c:v>6577.3274561999069</c:v>
                </c:pt>
                <c:pt idx="2098">
                  <c:v>6578.4365165787449</c:v>
                </c:pt>
                <c:pt idx="2099">
                  <c:v>6579.3564261771262</c:v>
                </c:pt>
                <c:pt idx="2100">
                  <c:v>6581.4369249150004</c:v>
                </c:pt>
                <c:pt idx="2101">
                  <c:v>6582.9801150106532</c:v>
                </c:pt>
                <c:pt idx="2102">
                  <c:v>6587.928819875614</c:v>
                </c:pt>
                <c:pt idx="2103">
                  <c:v>6589.3624361682841</c:v>
                </c:pt>
                <c:pt idx="2104">
                  <c:v>6590.0242554004053</c:v>
                </c:pt>
                <c:pt idx="2105">
                  <c:v>6601.2152368683246</c:v>
                </c:pt>
                <c:pt idx="2106">
                  <c:v>6601.2798756275624</c:v>
                </c:pt>
                <c:pt idx="2107">
                  <c:v>6601.2271110547481</c:v>
                </c:pt>
                <c:pt idx="2108">
                  <c:v>6601.2062228148179</c:v>
                </c:pt>
                <c:pt idx="2109">
                  <c:v>6601.769946387255</c:v>
                </c:pt>
                <c:pt idx="2110">
                  <c:v>6602.4036908325179</c:v>
                </c:pt>
                <c:pt idx="2111">
                  <c:v>6602.3657234901239</c:v>
                </c:pt>
                <c:pt idx="2112">
                  <c:v>6602.7879186040045</c:v>
                </c:pt>
                <c:pt idx="2113">
                  <c:v>6603.0472172379687</c:v>
                </c:pt>
                <c:pt idx="2114">
                  <c:v>6603.0833009591706</c:v>
                </c:pt>
                <c:pt idx="2115">
                  <c:v>6610.2812218751851</c:v>
                </c:pt>
                <c:pt idx="2116">
                  <c:v>6609.7861914635378</c:v>
                </c:pt>
                <c:pt idx="2117">
                  <c:v>6609.8706639259281</c:v>
                </c:pt>
                <c:pt idx="2118">
                  <c:v>6609.8373742367903</c:v>
                </c:pt>
                <c:pt idx="2119">
                  <c:v>6610.1720603398144</c:v>
                </c:pt>
                <c:pt idx="2120">
                  <c:v>6610.1727407310345</c:v>
                </c:pt>
                <c:pt idx="2121">
                  <c:v>6610.4636562330115</c:v>
                </c:pt>
                <c:pt idx="2122">
                  <c:v>6611.7741212368173</c:v>
                </c:pt>
                <c:pt idx="2123">
                  <c:v>6612.0603184224783</c:v>
                </c:pt>
                <c:pt idx="2124">
                  <c:v>6611.9822990487</c:v>
                </c:pt>
                <c:pt idx="2125">
                  <c:v>6611.9666176155688</c:v>
                </c:pt>
                <c:pt idx="2126">
                  <c:v>6611.9645311492432</c:v>
                </c:pt>
                <c:pt idx="2127">
                  <c:v>6614.4696884821897</c:v>
                </c:pt>
                <c:pt idx="2128">
                  <c:v>6614.3181037362565</c:v>
                </c:pt>
                <c:pt idx="2129">
                  <c:v>6615.6680018005654</c:v>
                </c:pt>
                <c:pt idx="2130">
                  <c:v>6619.514340388464</c:v>
                </c:pt>
                <c:pt idx="2131">
                  <c:v>6621.5430402862485</c:v>
                </c:pt>
                <c:pt idx="2132">
                  <c:v>6621.4177854206773</c:v>
                </c:pt>
                <c:pt idx="2133">
                  <c:v>6621.3870317279225</c:v>
                </c:pt>
                <c:pt idx="2134">
                  <c:v>6621.6306777758527</c:v>
                </c:pt>
                <c:pt idx="2135">
                  <c:v>6621.832637310049</c:v>
                </c:pt>
                <c:pt idx="2136">
                  <c:v>6621.8131561615719</c:v>
                </c:pt>
                <c:pt idx="2137">
                  <c:v>6621.8203428327306</c:v>
                </c:pt>
                <c:pt idx="2138">
                  <c:v>6622.7584901807941</c:v>
                </c:pt>
                <c:pt idx="2139">
                  <c:v>6623.4536032659462</c:v>
                </c:pt>
                <c:pt idx="2140">
                  <c:v>6623.897684736241</c:v>
                </c:pt>
                <c:pt idx="2141">
                  <c:v>6624.7786050762888</c:v>
                </c:pt>
                <c:pt idx="2142">
                  <c:v>6625.4183873999291</c:v>
                </c:pt>
                <c:pt idx="2143">
                  <c:v>6625.920810668822</c:v>
                </c:pt>
                <c:pt idx="2144">
                  <c:v>6626.3542209862553</c:v>
                </c:pt>
                <c:pt idx="2145">
                  <c:v>6626.261906484342</c:v>
                </c:pt>
                <c:pt idx="2146">
                  <c:v>6626.2821988985133</c:v>
                </c:pt>
                <c:pt idx="2147">
                  <c:v>6627.0820694878075</c:v>
                </c:pt>
                <c:pt idx="2148">
                  <c:v>6627.7222983140518</c:v>
                </c:pt>
                <c:pt idx="2149">
                  <c:v>6627.6019979828097</c:v>
                </c:pt>
                <c:pt idx="2150">
                  <c:v>6628.2262118318677</c:v>
                </c:pt>
                <c:pt idx="2151">
                  <c:v>6629.4832212296697</c:v>
                </c:pt>
                <c:pt idx="2152">
                  <c:v>6630.333460916574</c:v>
                </c:pt>
                <c:pt idx="2153">
                  <c:v>6630.2477828130013</c:v>
                </c:pt>
                <c:pt idx="2154">
                  <c:v>6632.1097859288393</c:v>
                </c:pt>
                <c:pt idx="2155">
                  <c:v>6633.3697511604405</c:v>
                </c:pt>
                <c:pt idx="2156">
                  <c:v>6634.9333583239795</c:v>
                </c:pt>
                <c:pt idx="2157">
                  <c:v>6635.2152240025616</c:v>
                </c:pt>
                <c:pt idx="2158">
                  <c:v>6635.416127832249</c:v>
                </c:pt>
                <c:pt idx="2159">
                  <c:v>6635.7068184781938</c:v>
                </c:pt>
                <c:pt idx="2160">
                  <c:v>6636.2199644149669</c:v>
                </c:pt>
                <c:pt idx="2161">
                  <c:v>6636.5592201518648</c:v>
                </c:pt>
                <c:pt idx="2162">
                  <c:v>6637.0001856442414</c:v>
                </c:pt>
                <c:pt idx="2163">
                  <c:v>6637.6748765121056</c:v>
                </c:pt>
                <c:pt idx="2164">
                  <c:v>6638.9417369229159</c:v>
                </c:pt>
                <c:pt idx="2165">
                  <c:v>6638.8070236021467</c:v>
                </c:pt>
                <c:pt idx="2166">
                  <c:v>6639.6069037514653</c:v>
                </c:pt>
                <c:pt idx="2167">
                  <c:v>6639.5300898622581</c:v>
                </c:pt>
                <c:pt idx="2168">
                  <c:v>6639.5076396021495</c:v>
                </c:pt>
                <c:pt idx="2169">
                  <c:v>6639.5031392236415</c:v>
                </c:pt>
                <c:pt idx="2170">
                  <c:v>6640.8259513716239</c:v>
                </c:pt>
                <c:pt idx="2171">
                  <c:v>6640.6801685352848</c:v>
                </c:pt>
                <c:pt idx="2172">
                  <c:v>6641.3749125042741</c:v>
                </c:pt>
                <c:pt idx="2173">
                  <c:v>6641.2891491340561</c:v>
                </c:pt>
                <c:pt idx="2174">
                  <c:v>6641.5056885032</c:v>
                </c:pt>
                <c:pt idx="2175">
                  <c:v>6642.7543477514764</c:v>
                </c:pt>
                <c:pt idx="2176">
                  <c:v>6643.623743330958</c:v>
                </c:pt>
                <c:pt idx="2177">
                  <c:v>6644.2927322663036</c:v>
                </c:pt>
                <c:pt idx="2178">
                  <c:v>6645.1248911888288</c:v>
                </c:pt>
                <c:pt idx="2179">
                  <c:v>6645.0215309919595</c:v>
                </c:pt>
                <c:pt idx="2180">
                  <c:v>6645.8055453735979</c:v>
                </c:pt>
                <c:pt idx="2181">
                  <c:v>6645.8973525760666</c:v>
                </c:pt>
                <c:pt idx="2182">
                  <c:v>6646.276698041308</c:v>
                </c:pt>
                <c:pt idx="2183">
                  <c:v>6646.2474870099286</c:v>
                </c:pt>
                <c:pt idx="2184">
                  <c:v>6647.7945470118075</c:v>
                </c:pt>
                <c:pt idx="2185">
                  <c:v>6647.8734116484229</c:v>
                </c:pt>
                <c:pt idx="2186">
                  <c:v>6647.8476850021862</c:v>
                </c:pt>
                <c:pt idx="2187">
                  <c:v>6649.9722671684276</c:v>
                </c:pt>
                <c:pt idx="2188">
                  <c:v>6653.6907380001876</c:v>
                </c:pt>
                <c:pt idx="2189">
                  <c:v>6653.4709743385356</c:v>
                </c:pt>
                <c:pt idx="2190">
                  <c:v>6653.8383981239485</c:v>
                </c:pt>
                <c:pt idx="2191">
                  <c:v>6653.7928308797364</c:v>
                </c:pt>
                <c:pt idx="2192">
                  <c:v>6654.3424993677054</c:v>
                </c:pt>
                <c:pt idx="2193">
                  <c:v>6654.2673166700197</c:v>
                </c:pt>
                <c:pt idx="2194">
                  <c:v>6654.6354159752254</c:v>
                </c:pt>
                <c:pt idx="2195">
                  <c:v>6654.5776756979621</c:v>
                </c:pt>
                <c:pt idx="2196">
                  <c:v>6655.1300492410619</c:v>
                </c:pt>
                <c:pt idx="2197">
                  <c:v>6655.0509284224063</c:v>
                </c:pt>
                <c:pt idx="2198">
                  <c:v>6655.9083559158198</c:v>
                </c:pt>
                <c:pt idx="2199">
                  <c:v>6656.0466148078012</c:v>
                </c:pt>
                <c:pt idx="2200">
                  <c:v>6656.5181510837319</c:v>
                </c:pt>
                <c:pt idx="2201">
                  <c:v>6656.5601900917727</c:v>
                </c:pt>
                <c:pt idx="2202">
                  <c:v>6656.6351863683522</c:v>
                </c:pt>
                <c:pt idx="2203">
                  <c:v>6656.6206280962406</c:v>
                </c:pt>
                <c:pt idx="2204">
                  <c:v>6657.2133690524452</c:v>
                </c:pt>
                <c:pt idx="2205">
                  <c:v>6657.6970500019952</c:v>
                </c:pt>
                <c:pt idx="2206">
                  <c:v>6657.7013000306224</c:v>
                </c:pt>
                <c:pt idx="2207">
                  <c:v>6657.8211091020321</c:v>
                </c:pt>
                <c:pt idx="2208">
                  <c:v>6657.9975315329257</c:v>
                </c:pt>
                <c:pt idx="2209">
                  <c:v>6657.9885965647291</c:v>
                </c:pt>
                <c:pt idx="2210">
                  <c:v>6658.1126585345773</c:v>
                </c:pt>
                <c:pt idx="2211">
                  <c:v>6658.4209237253317</c:v>
                </c:pt>
                <c:pt idx="2212">
                  <c:v>6658.3845187075685</c:v>
                </c:pt>
                <c:pt idx="2213">
                  <c:v>6658.3769221944349</c:v>
                </c:pt>
                <c:pt idx="2214">
                  <c:v>6658.3753747494447</c:v>
                </c:pt>
                <c:pt idx="2215">
                  <c:v>6658.4058191216045</c:v>
                </c:pt>
                <c:pt idx="2216">
                  <c:v>6658.5497466845973</c:v>
                </c:pt>
                <c:pt idx="2217">
                  <c:v>6658.776835618758</c:v>
                </c:pt>
                <c:pt idx="2218">
                  <c:v>6659.5462593993616</c:v>
                </c:pt>
                <c:pt idx="2219">
                  <c:v>6660.2747800263387</c:v>
                </c:pt>
                <c:pt idx="2220">
                  <c:v>6660.1867676456204</c:v>
                </c:pt>
                <c:pt idx="2221">
                  <c:v>6660.1692418723287</c:v>
                </c:pt>
                <c:pt idx="2222">
                  <c:v>6661.8554112672482</c:v>
                </c:pt>
                <c:pt idx="2223">
                  <c:v>6662.8464390504014</c:v>
                </c:pt>
                <c:pt idx="2224">
                  <c:v>6663.7172691694814</c:v>
                </c:pt>
                <c:pt idx="2225">
                  <c:v>6663.4345955480485</c:v>
                </c:pt>
                <c:pt idx="2226">
                  <c:v>6663.4346878060751</c:v>
                </c:pt>
                <c:pt idx="2227">
                  <c:v>6663.4346878060751</c:v>
                </c:pt>
                <c:pt idx="2228">
                  <c:v>6663.4424728476106</c:v>
                </c:pt>
                <c:pt idx="2229">
                  <c:v>6663.4424728476106</c:v>
                </c:pt>
                <c:pt idx="2230">
                  <c:v>6663.4424728476106</c:v>
                </c:pt>
                <c:pt idx="2231">
                  <c:v>6663.4587484923022</c:v>
                </c:pt>
                <c:pt idx="2232">
                  <c:v>6663.7343641355847</c:v>
                </c:pt>
                <c:pt idx="2233">
                  <c:v>6664.0547017447689</c:v>
                </c:pt>
                <c:pt idx="2234">
                  <c:v>6664.327567398961</c:v>
                </c:pt>
                <c:pt idx="2235">
                  <c:v>6664.5384763514212</c:v>
                </c:pt>
                <c:pt idx="2236">
                  <c:v>6664.6028574479342</c:v>
                </c:pt>
                <c:pt idx="2237">
                  <c:v>6665.5780401473867</c:v>
                </c:pt>
                <c:pt idx="2238">
                  <c:v>6665.5080296695787</c:v>
                </c:pt>
                <c:pt idx="2239">
                  <c:v>6665.4936707639727</c:v>
                </c:pt>
                <c:pt idx="2240">
                  <c:v>6666.0901706953882</c:v>
                </c:pt>
                <c:pt idx="2241">
                  <c:v>6666.0075315651411</c:v>
                </c:pt>
                <c:pt idx="2242">
                  <c:v>6666.7957333607974</c:v>
                </c:pt>
                <c:pt idx="2243">
                  <c:v>6667.3770283064341</c:v>
                </c:pt>
                <c:pt idx="2244">
                  <c:v>6667.2818855854748</c:v>
                </c:pt>
                <c:pt idx="2245">
                  <c:v>6667.2629690243766</c:v>
                </c:pt>
                <c:pt idx="2246">
                  <c:v>6668.7143289601072</c:v>
                </c:pt>
                <c:pt idx="2247">
                  <c:v>6669.4325509764612</c:v>
                </c:pt>
                <c:pt idx="2248">
                  <c:v>6670.7758256957968</c:v>
                </c:pt>
                <c:pt idx="2249">
                  <c:v>6671.1212903033856</c:v>
                </c:pt>
                <c:pt idx="2250">
                  <c:v>6671.0716654073667</c:v>
                </c:pt>
                <c:pt idx="2251">
                  <c:v>6671.7705425628365</c:v>
                </c:pt>
                <c:pt idx="2252">
                  <c:v>6671.6953409481184</c:v>
                </c:pt>
                <c:pt idx="2253">
                  <c:v>6671.685795166266</c:v>
                </c:pt>
                <c:pt idx="2254">
                  <c:v>6671.8742881331873</c:v>
                </c:pt>
                <c:pt idx="2255">
                  <c:v>6671.0775476829594</c:v>
                </c:pt>
                <c:pt idx="2256">
                  <c:v>6671.5236400806243</c:v>
                </c:pt>
                <c:pt idx="2257">
                  <c:v>6671.8081154608653</c:v>
                </c:pt>
                <c:pt idx="2258">
                  <c:v>6671.7933546396762</c:v>
                </c:pt>
                <c:pt idx="2259">
                  <c:v>6674.5886072177273</c:v>
                </c:pt>
                <c:pt idx="2260">
                  <c:v>6674.4867201550514</c:v>
                </c:pt>
                <c:pt idx="2261">
                  <c:v>6678.3361518952834</c:v>
                </c:pt>
                <c:pt idx="2262">
                  <c:v>6678.3380045488038</c:v>
                </c:pt>
                <c:pt idx="2263">
                  <c:v>6678.2663059342804</c:v>
                </c:pt>
                <c:pt idx="2264">
                  <c:v>6678.6863464223379</c:v>
                </c:pt>
                <c:pt idx="2265">
                  <c:v>6678.6362237928697</c:v>
                </c:pt>
                <c:pt idx="2266">
                  <c:v>6678.6245408192281</c:v>
                </c:pt>
                <c:pt idx="2267">
                  <c:v>6679.3681577094094</c:v>
                </c:pt>
                <c:pt idx="2268">
                  <c:v>6679.2577343706544</c:v>
                </c:pt>
                <c:pt idx="2269">
                  <c:v>6679.2357515540261</c:v>
                </c:pt>
                <c:pt idx="2270">
                  <c:v>6679.232862066764</c:v>
                </c:pt>
                <c:pt idx="2271">
                  <c:v>6679.2322741655125</c:v>
                </c:pt>
                <c:pt idx="2272">
                  <c:v>6680.0170631118835</c:v>
                </c:pt>
                <c:pt idx="2273">
                  <c:v>6679.9573559306209</c:v>
                </c:pt>
                <c:pt idx="2274">
                  <c:v>6681.8210919223757</c:v>
                </c:pt>
                <c:pt idx="2275">
                  <c:v>6681.7175397658912</c:v>
                </c:pt>
                <c:pt idx="2276">
                  <c:v>6682.3571826719326</c:v>
                </c:pt>
                <c:pt idx="2277">
                  <c:v>6682.7007707142884</c:v>
                </c:pt>
                <c:pt idx="2278">
                  <c:v>6682.876870390056</c:v>
                </c:pt>
                <c:pt idx="2279">
                  <c:v>6682.8575744065438</c:v>
                </c:pt>
                <c:pt idx="2280">
                  <c:v>6685.3599613595788</c:v>
                </c:pt>
                <c:pt idx="2281">
                  <c:v>6685.258636084588</c:v>
                </c:pt>
                <c:pt idx="2282">
                  <c:v>6685.2384188326942</c:v>
                </c:pt>
                <c:pt idx="2283">
                  <c:v>6686.515239682617</c:v>
                </c:pt>
                <c:pt idx="2284">
                  <c:v>6688.4810891559337</c:v>
                </c:pt>
                <c:pt idx="2285">
                  <c:v>6689.0952675231047</c:v>
                </c:pt>
                <c:pt idx="2286">
                  <c:v>6689.9487248492105</c:v>
                </c:pt>
                <c:pt idx="2287">
                  <c:v>6689.9877800241356</c:v>
                </c:pt>
                <c:pt idx="2288">
                  <c:v>6698.5048175161382</c:v>
                </c:pt>
                <c:pt idx="2289">
                  <c:v>6698.4638992310283</c:v>
                </c:pt>
                <c:pt idx="2290">
                  <c:v>6698.2901810509047</c:v>
                </c:pt>
                <c:pt idx="2291">
                  <c:v>6700.1080433210473</c:v>
                </c:pt>
                <c:pt idx="2292">
                  <c:v>6701.0886419925146</c:v>
                </c:pt>
                <c:pt idx="2293">
                  <c:v>6700.9688338624574</c:v>
                </c:pt>
                <c:pt idx="2294">
                  <c:v>6702.3782982956036</c:v>
                </c:pt>
                <c:pt idx="2295">
                  <c:v>6702.2802819012231</c:v>
                </c:pt>
                <c:pt idx="2296">
                  <c:v>6703.5343340098761</c:v>
                </c:pt>
                <c:pt idx="2297">
                  <c:v>6703.448489591934</c:v>
                </c:pt>
                <c:pt idx="2298">
                  <c:v>6703.5295870362406</c:v>
                </c:pt>
                <c:pt idx="2299">
                  <c:v>6703.5183592810308</c:v>
                </c:pt>
                <c:pt idx="2300">
                  <c:v>6703.5162486907793</c:v>
                </c:pt>
                <c:pt idx="2301">
                  <c:v>6703.7802623254411</c:v>
                </c:pt>
                <c:pt idx="2302">
                  <c:v>6704.0338087462533</c:v>
                </c:pt>
                <c:pt idx="2303">
                  <c:v>6704.0152478455457</c:v>
                </c:pt>
                <c:pt idx="2304">
                  <c:v>6704.5435069202986</c:v>
                </c:pt>
                <c:pt idx="2305">
                  <c:v>6704.9722814393253</c:v>
                </c:pt>
                <c:pt idx="2306">
                  <c:v>6705.6584564990062</c:v>
                </c:pt>
                <c:pt idx="2307">
                  <c:v>6706.6106841665114</c:v>
                </c:pt>
                <c:pt idx="2308">
                  <c:v>6712.7896240574282</c:v>
                </c:pt>
                <c:pt idx="2309">
                  <c:v>6713.4638087018793</c:v>
                </c:pt>
                <c:pt idx="2310">
                  <c:v>6716.6974113232345</c:v>
                </c:pt>
                <c:pt idx="2311">
                  <c:v>6718.5833111902912</c:v>
                </c:pt>
                <c:pt idx="2312">
                  <c:v>6718.7914529676309</c:v>
                </c:pt>
                <c:pt idx="2313">
                  <c:v>6720.4324819262165</c:v>
                </c:pt>
                <c:pt idx="2314">
                  <c:v>6720.7244968707018</c:v>
                </c:pt>
                <c:pt idx="2315">
                  <c:v>6731.5644745523641</c:v>
                </c:pt>
                <c:pt idx="2316">
                  <c:v>6731.260499120649</c:v>
                </c:pt>
                <c:pt idx="2317">
                  <c:v>6733.0646411754751</c:v>
                </c:pt>
                <c:pt idx="2318">
                  <c:v>6735.2196664650546</c:v>
                </c:pt>
                <c:pt idx="2319">
                  <c:v>6735.1274220136629</c:v>
                </c:pt>
                <c:pt idx="2320">
                  <c:v>6735.5960979246802</c:v>
                </c:pt>
                <c:pt idx="2321">
                  <c:v>6735.5300817457528</c:v>
                </c:pt>
                <c:pt idx="2322">
                  <c:v>6735.9622891775152</c:v>
                </c:pt>
                <c:pt idx="2323">
                  <c:v>6736.2049531391658</c:v>
                </c:pt>
                <c:pt idx="2324">
                  <c:v>6737.4116279935206</c:v>
                </c:pt>
                <c:pt idx="2325">
                  <c:v>6738.3727189538622</c:v>
                </c:pt>
                <c:pt idx="2326">
                  <c:v>6738.7307848530909</c:v>
                </c:pt>
                <c:pt idx="2327">
                  <c:v>6738.7058603790138</c:v>
                </c:pt>
                <c:pt idx="2328">
                  <c:v>6739.3329215015292</c:v>
                </c:pt>
                <c:pt idx="2329">
                  <c:v>6739.2992250599345</c:v>
                </c:pt>
                <c:pt idx="2330">
                  <c:v>6739.3816489786832</c:v>
                </c:pt>
                <c:pt idx="2331">
                  <c:v>6739.9641470008519</c:v>
                </c:pt>
                <c:pt idx="2332">
                  <c:v>6739.9119766761241</c:v>
                </c:pt>
                <c:pt idx="2333">
                  <c:v>6740.1599589765055</c:v>
                </c:pt>
                <c:pt idx="2334">
                  <c:v>6743.5242170461643</c:v>
                </c:pt>
                <c:pt idx="2335">
                  <c:v>6746.5205790681384</c:v>
                </c:pt>
                <c:pt idx="2336">
                  <c:v>6746.5505867124111</c:v>
                </c:pt>
                <c:pt idx="2337">
                  <c:v>6746.3782744411874</c:v>
                </c:pt>
                <c:pt idx="2338">
                  <c:v>6747.3948197143054</c:v>
                </c:pt>
                <c:pt idx="2339">
                  <c:v>6747.2971999973379</c:v>
                </c:pt>
                <c:pt idx="2340">
                  <c:v>6748.6656124618394</c:v>
                </c:pt>
                <c:pt idx="2341">
                  <c:v>6748.4782652834037</c:v>
                </c:pt>
                <c:pt idx="2342">
                  <c:v>6749.6196200090526</c:v>
                </c:pt>
                <c:pt idx="2343">
                  <c:v>6749.5299809418757</c:v>
                </c:pt>
                <c:pt idx="2344">
                  <c:v>6751.169069019903</c:v>
                </c:pt>
                <c:pt idx="2345">
                  <c:v>6752.4763529034599</c:v>
                </c:pt>
                <c:pt idx="2346">
                  <c:v>6753.3920112707938</c:v>
                </c:pt>
                <c:pt idx="2347">
                  <c:v>6755.3033355180632</c:v>
                </c:pt>
                <c:pt idx="2348">
                  <c:v>6757.5195952408048</c:v>
                </c:pt>
                <c:pt idx="2349">
                  <c:v>6758.8593446111727</c:v>
                </c:pt>
                <c:pt idx="2350">
                  <c:v>6758.9007513655197</c:v>
                </c:pt>
                <c:pt idx="2351">
                  <c:v>6759.2121752802968</c:v>
                </c:pt>
                <c:pt idx="2352">
                  <c:v>6760.1547135545943</c:v>
                </c:pt>
                <c:pt idx="2353">
                  <c:v>6760.3686063731266</c:v>
                </c:pt>
                <c:pt idx="2354">
                  <c:v>6761.6128902327227</c:v>
                </c:pt>
                <c:pt idx="2355">
                  <c:v>6763.0007308150844</c:v>
                </c:pt>
                <c:pt idx="2356">
                  <c:v>6775.9535500036345</c:v>
                </c:pt>
                <c:pt idx="2357">
                  <c:v>6778.5608666954149</c:v>
                </c:pt>
                <c:pt idx="2358">
                  <c:v>6780.9819993991896</c:v>
                </c:pt>
                <c:pt idx="2359">
                  <c:v>6780.7807711300338</c:v>
                </c:pt>
                <c:pt idx="2360">
                  <c:v>6782.0637305478103</c:v>
                </c:pt>
                <c:pt idx="2361">
                  <c:v>6782.0637305478103</c:v>
                </c:pt>
                <c:pt idx="2362">
                  <c:v>6782.7078286893829</c:v>
                </c:pt>
                <c:pt idx="2363">
                  <c:v>6783.2986945271659</c:v>
                </c:pt>
                <c:pt idx="2364">
                  <c:v>6784.5915408702303</c:v>
                </c:pt>
                <c:pt idx="2365">
                  <c:v>6784.460778872196</c:v>
                </c:pt>
                <c:pt idx="2366">
                  <c:v>6788.0087270847716</c:v>
                </c:pt>
                <c:pt idx="2367">
                  <c:v>6791.1248651049118</c:v>
                </c:pt>
                <c:pt idx="2368">
                  <c:v>6791.7084481243073</c:v>
                </c:pt>
                <c:pt idx="2369">
                  <c:v>6791.6123642369957</c:v>
                </c:pt>
                <c:pt idx="2370">
                  <c:v>6791.7206856614639</c:v>
                </c:pt>
                <c:pt idx="2371">
                  <c:v>6791.7047916481461</c:v>
                </c:pt>
                <c:pt idx="2372">
                  <c:v>6793.7775284490572</c:v>
                </c:pt>
                <c:pt idx="2373">
                  <c:v>6794.0833651020284</c:v>
                </c:pt>
                <c:pt idx="2374">
                  <c:v>6794.0485971689868</c:v>
                </c:pt>
                <c:pt idx="2375">
                  <c:v>6794.4327573637038</c:v>
                </c:pt>
                <c:pt idx="2376">
                  <c:v>6795.0957951408664</c:v>
                </c:pt>
                <c:pt idx="2377">
                  <c:v>6795.3797941434023</c:v>
                </c:pt>
                <c:pt idx="2378">
                  <c:v>6798.4233180850597</c:v>
                </c:pt>
                <c:pt idx="2379">
                  <c:v>6798.313348986987</c:v>
                </c:pt>
                <c:pt idx="2380">
                  <c:v>6799.0155113279079</c:v>
                </c:pt>
                <c:pt idx="2381">
                  <c:v>6799.0004856926525</c:v>
                </c:pt>
                <c:pt idx="2382">
                  <c:v>6804.4648677712175</c:v>
                </c:pt>
                <c:pt idx="2383">
                  <c:v>6807.9320888515658</c:v>
                </c:pt>
                <c:pt idx="2384">
                  <c:v>6808.552735147935</c:v>
                </c:pt>
                <c:pt idx="2385">
                  <c:v>6808.3628345764027</c:v>
                </c:pt>
                <c:pt idx="2386">
                  <c:v>6808.7597993398003</c:v>
                </c:pt>
                <c:pt idx="2387">
                  <c:v>6808.7721822117528</c:v>
                </c:pt>
                <c:pt idx="2388">
                  <c:v>6810.8057489731918</c:v>
                </c:pt>
                <c:pt idx="2389">
                  <c:v>6811.7581474099134</c:v>
                </c:pt>
                <c:pt idx="2390">
                  <c:v>6813.2243639351045</c:v>
                </c:pt>
                <c:pt idx="2391">
                  <c:v>6813.8160780671933</c:v>
                </c:pt>
                <c:pt idx="2392">
                  <c:v>6813.7662624762024</c:v>
                </c:pt>
                <c:pt idx="2393">
                  <c:v>6813.8085517956242</c:v>
                </c:pt>
                <c:pt idx="2394">
                  <c:v>6815.9891239043427</c:v>
                </c:pt>
                <c:pt idx="2395">
                  <c:v>6817.645380006903</c:v>
                </c:pt>
                <c:pt idx="2396">
                  <c:v>6819.2379943774076</c:v>
                </c:pt>
                <c:pt idx="2397">
                  <c:v>6819.1511921470938</c:v>
                </c:pt>
                <c:pt idx="2398">
                  <c:v>6819.1342426873662</c:v>
                </c:pt>
                <c:pt idx="2399">
                  <c:v>6819.4575776608754</c:v>
                </c:pt>
                <c:pt idx="2400">
                  <c:v>6821.0335235810253</c:v>
                </c:pt>
                <c:pt idx="2401">
                  <c:v>6822.2053855896474</c:v>
                </c:pt>
                <c:pt idx="2402">
                  <c:v>6823.3159077797854</c:v>
                </c:pt>
                <c:pt idx="2403">
                  <c:v>6825.0046128010226</c:v>
                </c:pt>
                <c:pt idx="2404">
                  <c:v>6825.4218900474307</c:v>
                </c:pt>
                <c:pt idx="2405">
                  <c:v>6826.2317544005064</c:v>
                </c:pt>
                <c:pt idx="2406">
                  <c:v>6828.184424928646</c:v>
                </c:pt>
                <c:pt idx="2407">
                  <c:v>6837.3242230476262</c:v>
                </c:pt>
                <c:pt idx="2408">
                  <c:v>6838.2474756122147</c:v>
                </c:pt>
                <c:pt idx="2409">
                  <c:v>6838.6711626607221</c:v>
                </c:pt>
                <c:pt idx="2410">
                  <c:v>6838.5285189817623</c:v>
                </c:pt>
                <c:pt idx="2411">
                  <c:v>6839.3849878765286</c:v>
                </c:pt>
                <c:pt idx="2412">
                  <c:v>6839.2742121168367</c:v>
                </c:pt>
                <c:pt idx="2413">
                  <c:v>6839.2522191336566</c:v>
                </c:pt>
                <c:pt idx="2414">
                  <c:v>6840.572925364012</c:v>
                </c:pt>
                <c:pt idx="2415">
                  <c:v>6841.6000080157646</c:v>
                </c:pt>
                <c:pt idx="2416">
                  <c:v>6841.5034089373703</c:v>
                </c:pt>
                <c:pt idx="2417">
                  <c:v>6842.0138398871704</c:v>
                </c:pt>
                <c:pt idx="2418">
                  <c:v>6845.1397974214933</c:v>
                </c:pt>
                <c:pt idx="2419">
                  <c:v>6847.921082785545</c:v>
                </c:pt>
                <c:pt idx="2420">
                  <c:v>6848.9256620696542</c:v>
                </c:pt>
                <c:pt idx="2421">
                  <c:v>6850.1525574495417</c:v>
                </c:pt>
                <c:pt idx="2422">
                  <c:v>6850.0821646457734</c:v>
                </c:pt>
                <c:pt idx="2423">
                  <c:v>6851.1027027889149</c:v>
                </c:pt>
                <c:pt idx="2424">
                  <c:v>6852.5832574141232</c:v>
                </c:pt>
                <c:pt idx="2425">
                  <c:v>6854.1581130144132</c:v>
                </c:pt>
                <c:pt idx="2426">
                  <c:v>6854.4040448289788</c:v>
                </c:pt>
                <c:pt idx="2427">
                  <c:v>6858.366265766871</c:v>
                </c:pt>
                <c:pt idx="2428">
                  <c:v>6860.3420073366742</c:v>
                </c:pt>
                <c:pt idx="2429">
                  <c:v>6862.2748136707305</c:v>
                </c:pt>
                <c:pt idx="2430">
                  <c:v>6863.2473594836547</c:v>
                </c:pt>
                <c:pt idx="2431">
                  <c:v>6865.2652407831047</c:v>
                </c:pt>
                <c:pt idx="2432">
                  <c:v>6867.0463644341717</c:v>
                </c:pt>
                <c:pt idx="2433">
                  <c:v>6867.4827418587183</c:v>
                </c:pt>
                <c:pt idx="2434">
                  <c:v>6867.8335220574418</c:v>
                </c:pt>
                <c:pt idx="2435">
                  <c:v>6869.4934393793137</c:v>
                </c:pt>
                <c:pt idx="2436">
                  <c:v>6870.2236267982971</c:v>
                </c:pt>
                <c:pt idx="2437">
                  <c:v>6874.1513640647299</c:v>
                </c:pt>
                <c:pt idx="2438">
                  <c:v>6874.8404768400187</c:v>
                </c:pt>
                <c:pt idx="2439">
                  <c:v>6875.2100981484391</c:v>
                </c:pt>
                <c:pt idx="2440">
                  <c:v>6876.832642056972</c:v>
                </c:pt>
                <c:pt idx="2441">
                  <c:v>6878.9371318981284</c:v>
                </c:pt>
                <c:pt idx="2442">
                  <c:v>6884.3175409820515</c:v>
                </c:pt>
                <c:pt idx="2443">
                  <c:v>6884.9418398171802</c:v>
                </c:pt>
                <c:pt idx="2444">
                  <c:v>6885.6938790229942</c:v>
                </c:pt>
                <c:pt idx="2445">
                  <c:v>6885.6312043042972</c:v>
                </c:pt>
                <c:pt idx="2446">
                  <c:v>6886.6672057514606</c:v>
                </c:pt>
                <c:pt idx="2447">
                  <c:v>6887.243293701983</c:v>
                </c:pt>
                <c:pt idx="2448">
                  <c:v>6887.9022343548831</c:v>
                </c:pt>
                <c:pt idx="2449">
                  <c:v>6890.3704874472105</c:v>
                </c:pt>
                <c:pt idx="2450">
                  <c:v>6891.2095264032214</c:v>
                </c:pt>
                <c:pt idx="2451">
                  <c:v>6895.2296384293159</c:v>
                </c:pt>
                <c:pt idx="2452">
                  <c:v>6898.5522222629334</c:v>
                </c:pt>
                <c:pt idx="2453">
                  <c:v>6908.0078677429783</c:v>
                </c:pt>
                <c:pt idx="2454">
                  <c:v>6908.7839598809423</c:v>
                </c:pt>
                <c:pt idx="2455">
                  <c:v>6909.1321573083942</c:v>
                </c:pt>
                <c:pt idx="2456">
                  <c:v>6909.0305210354454</c:v>
                </c:pt>
                <c:pt idx="2457">
                  <c:v>6910.9186283210847</c:v>
                </c:pt>
                <c:pt idx="2458">
                  <c:v>6913.0976455150203</c:v>
                </c:pt>
                <c:pt idx="2459">
                  <c:v>6918.7727321510229</c:v>
                </c:pt>
                <c:pt idx="2460">
                  <c:v>6918.494517295132</c:v>
                </c:pt>
                <c:pt idx="2461">
                  <c:v>6925.0429966398606</c:v>
                </c:pt>
                <c:pt idx="2462">
                  <c:v>6946.6615744860674</c:v>
                </c:pt>
                <c:pt idx="2463">
                  <c:v>6948.2080362970592</c:v>
                </c:pt>
                <c:pt idx="2464">
                  <c:v>6950.0417587597176</c:v>
                </c:pt>
                <c:pt idx="2465">
                  <c:v>6950.5143563216188</c:v>
                </c:pt>
                <c:pt idx="2466">
                  <c:v>6953.727186652106</c:v>
                </c:pt>
                <c:pt idx="2467">
                  <c:v>6954.7252824335656</c:v>
                </c:pt>
                <c:pt idx="2468">
                  <c:v>6958.2713315796636</c:v>
                </c:pt>
                <c:pt idx="2469">
                  <c:v>6958.2321952603679</c:v>
                </c:pt>
                <c:pt idx="2470">
                  <c:v>6959.338166726191</c:v>
                </c:pt>
                <c:pt idx="2471">
                  <c:v>6959.281562752818</c:v>
                </c:pt>
                <c:pt idx="2472">
                  <c:v>6959.4747852390137</c:v>
                </c:pt>
                <c:pt idx="2473">
                  <c:v>6960.8408906201366</c:v>
                </c:pt>
                <c:pt idx="2474">
                  <c:v>6961.9560792081693</c:v>
                </c:pt>
                <c:pt idx="2475">
                  <c:v>6963.3341320667359</c:v>
                </c:pt>
                <c:pt idx="2476">
                  <c:v>6963.2279168123569</c:v>
                </c:pt>
                <c:pt idx="2477">
                  <c:v>6963.9423114586434</c:v>
                </c:pt>
                <c:pt idx="2478">
                  <c:v>6966.070662025506</c:v>
                </c:pt>
                <c:pt idx="2479">
                  <c:v>6972.8169811777798</c:v>
                </c:pt>
                <c:pt idx="2480">
                  <c:v>6974.3305595869197</c:v>
                </c:pt>
                <c:pt idx="2481">
                  <c:v>6974.627535030846</c:v>
                </c:pt>
                <c:pt idx="2482">
                  <c:v>6976.7567197249118</c:v>
                </c:pt>
                <c:pt idx="2483">
                  <c:v>6978.739539527015</c:v>
                </c:pt>
                <c:pt idx="2484">
                  <c:v>6981.0923688764697</c:v>
                </c:pt>
                <c:pt idx="2485">
                  <c:v>6983.1201594255581</c:v>
                </c:pt>
                <c:pt idx="2486">
                  <c:v>6990.1423756485938</c:v>
                </c:pt>
                <c:pt idx="2487">
                  <c:v>6992.7269170010368</c:v>
                </c:pt>
                <c:pt idx="2488">
                  <c:v>6994.712490727773</c:v>
                </c:pt>
                <c:pt idx="2489">
                  <c:v>6995.7070222096945</c:v>
                </c:pt>
                <c:pt idx="2490">
                  <c:v>6998.3191399954367</c:v>
                </c:pt>
                <c:pt idx="2491">
                  <c:v>6998.209809485189</c:v>
                </c:pt>
                <c:pt idx="2492">
                  <c:v>7000.6149711475264</c:v>
                </c:pt>
                <c:pt idx="2493">
                  <c:v>7000.8090680104924</c:v>
                </c:pt>
                <c:pt idx="2494">
                  <c:v>7001.0647450084034</c:v>
                </c:pt>
                <c:pt idx="2495">
                  <c:v>7001.4889487545133</c:v>
                </c:pt>
                <c:pt idx="2496">
                  <c:v>7001.4701828886609</c:v>
                </c:pt>
                <c:pt idx="2497">
                  <c:v>7003.1653800112508</c:v>
                </c:pt>
                <c:pt idx="2498">
                  <c:v>7003.9003130082046</c:v>
                </c:pt>
                <c:pt idx="2499">
                  <c:v>7005.1378363120357</c:v>
                </c:pt>
                <c:pt idx="2500">
                  <c:v>7007.0761113104645</c:v>
                </c:pt>
                <c:pt idx="2501">
                  <c:v>7006.919845038231</c:v>
                </c:pt>
                <c:pt idx="2502">
                  <c:v>7010.0167797315817</c:v>
                </c:pt>
                <c:pt idx="2503">
                  <c:v>7012.9064977800354</c:v>
                </c:pt>
                <c:pt idx="2504">
                  <c:v>7012.6187216770659</c:v>
                </c:pt>
                <c:pt idx="2505">
                  <c:v>7012.5602027767527</c:v>
                </c:pt>
                <c:pt idx="2506">
                  <c:v>7012.5486809705508</c:v>
                </c:pt>
                <c:pt idx="2507">
                  <c:v>7014.190911833276</c:v>
                </c:pt>
                <c:pt idx="2508">
                  <c:v>7016.0434472630895</c:v>
                </c:pt>
                <c:pt idx="2509">
                  <c:v>7018.3884990727711</c:v>
                </c:pt>
                <c:pt idx="2510">
                  <c:v>7018.205884036096</c:v>
                </c:pt>
                <c:pt idx="2511">
                  <c:v>7020.3176320533239</c:v>
                </c:pt>
                <c:pt idx="2512">
                  <c:v>7020.14914759771</c:v>
                </c:pt>
                <c:pt idx="2513">
                  <c:v>7020.5755999450284</c:v>
                </c:pt>
                <c:pt idx="2514">
                  <c:v>7021.2810698793901</c:v>
                </c:pt>
                <c:pt idx="2515">
                  <c:v>7021.6691750588543</c:v>
                </c:pt>
                <c:pt idx="2516">
                  <c:v>7021.5825068873355</c:v>
                </c:pt>
                <c:pt idx="2517">
                  <c:v>7022.2970585611074</c:v>
                </c:pt>
                <c:pt idx="2518">
                  <c:v>7022.5481578676472</c:v>
                </c:pt>
                <c:pt idx="2519">
                  <c:v>7022.6792772327653</c:v>
                </c:pt>
                <c:pt idx="2520">
                  <c:v>7022.8756326049224</c:v>
                </c:pt>
                <c:pt idx="2521">
                  <c:v>7023.4395291645224</c:v>
                </c:pt>
                <c:pt idx="2522">
                  <c:v>7023.7110299803708</c:v>
                </c:pt>
                <c:pt idx="2523">
                  <c:v>7024.6717915296822</c:v>
                </c:pt>
                <c:pt idx="2524">
                  <c:v>7027.3764250274917</c:v>
                </c:pt>
                <c:pt idx="2525">
                  <c:v>7027.4675518866616</c:v>
                </c:pt>
                <c:pt idx="2526">
                  <c:v>7028.1208900874462</c:v>
                </c:pt>
                <c:pt idx="2527">
                  <c:v>7030.3236702752456</c:v>
                </c:pt>
                <c:pt idx="2528">
                  <c:v>7030.0641422380386</c:v>
                </c:pt>
                <c:pt idx="2529">
                  <c:v>7030.0118639865341</c:v>
                </c:pt>
                <c:pt idx="2530">
                  <c:v>7032.4607991219555</c:v>
                </c:pt>
                <c:pt idx="2531">
                  <c:v>7032.2030999691024</c:v>
                </c:pt>
                <c:pt idx="2532">
                  <c:v>7033.9253965730159</c:v>
                </c:pt>
                <c:pt idx="2533">
                  <c:v>7033.7508799022153</c:v>
                </c:pt>
                <c:pt idx="2534">
                  <c:v>7035.1273145619962</c:v>
                </c:pt>
                <c:pt idx="2535">
                  <c:v>7035.0183451580542</c:v>
                </c:pt>
                <c:pt idx="2536">
                  <c:v>7035.286720344714</c:v>
                </c:pt>
                <c:pt idx="2537">
                  <c:v>7035.9959734972172</c:v>
                </c:pt>
                <c:pt idx="2538">
                  <c:v>7036.9251012769982</c:v>
                </c:pt>
                <c:pt idx="2539">
                  <c:v>7037.7779487194221</c:v>
                </c:pt>
                <c:pt idx="2540">
                  <c:v>7037.6888003917938</c:v>
                </c:pt>
                <c:pt idx="2541">
                  <c:v>7037.8022580295983</c:v>
                </c:pt>
                <c:pt idx="2542">
                  <c:v>7037.8521494932438</c:v>
                </c:pt>
                <c:pt idx="2543">
                  <c:v>7038.0156529283004</c:v>
                </c:pt>
                <c:pt idx="2544">
                  <c:v>7038.0860601357799</c:v>
                </c:pt>
                <c:pt idx="2545">
                  <c:v>7037.9654185425306</c:v>
                </c:pt>
                <c:pt idx="2546">
                  <c:v>7038.006110141022</c:v>
                </c:pt>
                <c:pt idx="2547">
                  <c:v>7038.006110141022</c:v>
                </c:pt>
                <c:pt idx="2548">
                  <c:v>7043.101186400826</c:v>
                </c:pt>
                <c:pt idx="2549">
                  <c:v>7043.7466370561542</c:v>
                </c:pt>
                <c:pt idx="2550">
                  <c:v>7043.9535705466751</c:v>
                </c:pt>
                <c:pt idx="2551">
                  <c:v>7044.3101637391819</c:v>
                </c:pt>
                <c:pt idx="2552">
                  <c:v>7044.3319705871008</c:v>
                </c:pt>
                <c:pt idx="2553">
                  <c:v>7046.4425808120777</c:v>
                </c:pt>
                <c:pt idx="2554">
                  <c:v>7046.2591910060837</c:v>
                </c:pt>
                <c:pt idx="2555">
                  <c:v>7059.7070514527295</c:v>
                </c:pt>
                <c:pt idx="2556">
                  <c:v>7059.1816217923488</c:v>
                </c:pt>
                <c:pt idx="2557">
                  <c:v>7060.1360881183909</c:v>
                </c:pt>
                <c:pt idx="2558">
                  <c:v>7065.5459100490289</c:v>
                </c:pt>
                <c:pt idx="2559">
                  <c:v>7067.9665567402853</c:v>
                </c:pt>
                <c:pt idx="2560">
                  <c:v>7070.8156570074034</c:v>
                </c:pt>
                <c:pt idx="2561">
                  <c:v>7070.6014745927769</c:v>
                </c:pt>
                <c:pt idx="2562">
                  <c:v>7072.6398527798337</c:v>
                </c:pt>
                <c:pt idx="2563">
                  <c:v>7079.7285014976515</c:v>
                </c:pt>
                <c:pt idx="2564">
                  <c:v>7079.1931828050238</c:v>
                </c:pt>
                <c:pt idx="2565">
                  <c:v>7080.4740009693887</c:v>
                </c:pt>
                <c:pt idx="2566">
                  <c:v>7080.5486865153371</c:v>
                </c:pt>
                <c:pt idx="2567">
                  <c:v>7081.8780016444171</c:v>
                </c:pt>
                <c:pt idx="2568">
                  <c:v>7082.4829821060239</c:v>
                </c:pt>
                <c:pt idx="2569">
                  <c:v>7083.2995051242406</c:v>
                </c:pt>
                <c:pt idx="2570">
                  <c:v>7083.7591610820182</c:v>
                </c:pt>
                <c:pt idx="2571">
                  <c:v>7087.8512718231977</c:v>
                </c:pt>
                <c:pt idx="2572">
                  <c:v>7087.5943822554764</c:v>
                </c:pt>
                <c:pt idx="2573">
                  <c:v>7100.6202059056268</c:v>
                </c:pt>
                <c:pt idx="2574">
                  <c:v>7117.004556261013</c:v>
                </c:pt>
                <c:pt idx="2575">
                  <c:v>7117.8056872457482</c:v>
                </c:pt>
                <c:pt idx="2576">
                  <c:v>7117.5354867662209</c:v>
                </c:pt>
                <c:pt idx="2577">
                  <c:v>7117.4821516739057</c:v>
                </c:pt>
                <c:pt idx="2578">
                  <c:v>7117.4714314551275</c:v>
                </c:pt>
                <c:pt idx="2579">
                  <c:v>7118.3114492897666</c:v>
                </c:pt>
                <c:pt idx="2580">
                  <c:v>7119.9731493044619</c:v>
                </c:pt>
                <c:pt idx="2581">
                  <c:v>7121.0421728605379</c:v>
                </c:pt>
                <c:pt idx="2582">
                  <c:v>7121.5690657606447</c:v>
                </c:pt>
                <c:pt idx="2583">
                  <c:v>7121.4885746006421</c:v>
                </c:pt>
                <c:pt idx="2584">
                  <c:v>7123.0786248226896</c:v>
                </c:pt>
                <c:pt idx="2585">
                  <c:v>7122.9547853484564</c:v>
                </c:pt>
                <c:pt idx="2586">
                  <c:v>7123.1248152511243</c:v>
                </c:pt>
                <c:pt idx="2587">
                  <c:v>7123.0938552293474</c:v>
                </c:pt>
                <c:pt idx="2588">
                  <c:v>7123.0938552293474</c:v>
                </c:pt>
                <c:pt idx="2589">
                  <c:v>7123.8584277159553</c:v>
                </c:pt>
                <c:pt idx="2590">
                  <c:v>7123.7203016222766</c:v>
                </c:pt>
                <c:pt idx="2591">
                  <c:v>7123.6937134318923</c:v>
                </c:pt>
                <c:pt idx="2592">
                  <c:v>7124.4556832440203</c:v>
                </c:pt>
                <c:pt idx="2593">
                  <c:v>7125.3662870589287</c:v>
                </c:pt>
                <c:pt idx="2594">
                  <c:v>7127.1117779830174</c:v>
                </c:pt>
                <c:pt idx="2595">
                  <c:v>7128.3870986467382</c:v>
                </c:pt>
                <c:pt idx="2596">
                  <c:v>7131.2210194387208</c:v>
                </c:pt>
                <c:pt idx="2597">
                  <c:v>7132.4952477941824</c:v>
                </c:pt>
                <c:pt idx="2598">
                  <c:v>7136.9571171502485</c:v>
                </c:pt>
                <c:pt idx="2599">
                  <c:v>7147.271039776655</c:v>
                </c:pt>
                <c:pt idx="2600">
                  <c:v>7148.6213999062256</c:v>
                </c:pt>
                <c:pt idx="2601">
                  <c:v>7149.194188824491</c:v>
                </c:pt>
                <c:pt idx="2602">
                  <c:v>7149.038865553398</c:v>
                </c:pt>
                <c:pt idx="2603">
                  <c:v>7149.824348554991</c:v>
                </c:pt>
                <c:pt idx="2604">
                  <c:v>7150.9340944469659</c:v>
                </c:pt>
                <c:pt idx="2605">
                  <c:v>7152.8477203387692</c:v>
                </c:pt>
                <c:pt idx="2606">
                  <c:v>7152.7219124142212</c:v>
                </c:pt>
                <c:pt idx="2607">
                  <c:v>7153.5551334056699</c:v>
                </c:pt>
                <c:pt idx="2608">
                  <c:v>7155.8135602191578</c:v>
                </c:pt>
                <c:pt idx="2609">
                  <c:v>7156.0075367170111</c:v>
                </c:pt>
                <c:pt idx="2610">
                  <c:v>7155.9265678943702</c:v>
                </c:pt>
                <c:pt idx="2611">
                  <c:v>7157.7496263116009</c:v>
                </c:pt>
                <c:pt idx="2612">
                  <c:v>7157.6358648531696</c:v>
                </c:pt>
                <c:pt idx="2613">
                  <c:v>7160.1677070055521</c:v>
                </c:pt>
                <c:pt idx="2614">
                  <c:v>7160.8590672426162</c:v>
                </c:pt>
                <c:pt idx="2615">
                  <c:v>7161.2725345934032</c:v>
                </c:pt>
                <c:pt idx="2616">
                  <c:v>7161.4522267892225</c:v>
                </c:pt>
                <c:pt idx="2617">
                  <c:v>7161.4380362255552</c:v>
                </c:pt>
                <c:pt idx="2618">
                  <c:v>7164.0920872266488</c:v>
                </c:pt>
                <c:pt idx="2619">
                  <c:v>7167.5251153554054</c:v>
                </c:pt>
                <c:pt idx="2620">
                  <c:v>7169.079647172739</c:v>
                </c:pt>
                <c:pt idx="2621">
                  <c:v>7171.7689416025969</c:v>
                </c:pt>
                <c:pt idx="2622">
                  <c:v>7174.8804484115071</c:v>
                </c:pt>
                <c:pt idx="2623">
                  <c:v>7175.1038844087079</c:v>
                </c:pt>
                <c:pt idx="2624">
                  <c:v>7179.753554571168</c:v>
                </c:pt>
                <c:pt idx="2625">
                  <c:v>7181.4181000500794</c:v>
                </c:pt>
                <c:pt idx="2626">
                  <c:v>7182.9892436153423</c:v>
                </c:pt>
                <c:pt idx="2627">
                  <c:v>7184.4497389432345</c:v>
                </c:pt>
                <c:pt idx="2628">
                  <c:v>7184.3809274859641</c:v>
                </c:pt>
                <c:pt idx="2629">
                  <c:v>7184.6117137785586</c:v>
                </c:pt>
                <c:pt idx="2630">
                  <c:v>7185.9848140740705</c:v>
                </c:pt>
                <c:pt idx="2631">
                  <c:v>7187.5240233656687</c:v>
                </c:pt>
                <c:pt idx="2632">
                  <c:v>7189.7459855953884</c:v>
                </c:pt>
                <c:pt idx="2633">
                  <c:v>7190.4849022285971</c:v>
                </c:pt>
                <c:pt idx="2634">
                  <c:v>7198.4353118717727</c:v>
                </c:pt>
                <c:pt idx="2635">
                  <c:v>7199.6778469378123</c:v>
                </c:pt>
                <c:pt idx="2636">
                  <c:v>7199.5146514164544</c:v>
                </c:pt>
                <c:pt idx="2637">
                  <c:v>7200.8992791300934</c:v>
                </c:pt>
                <c:pt idx="2638">
                  <c:v>7202.2029064119724</c:v>
                </c:pt>
                <c:pt idx="2639">
                  <c:v>7202.6237799820492</c:v>
                </c:pt>
                <c:pt idx="2640">
                  <c:v>7203.4232367191798</c:v>
                </c:pt>
                <c:pt idx="2641">
                  <c:v>7204.4940539730114</c:v>
                </c:pt>
                <c:pt idx="2642">
                  <c:v>7205.304397978518</c:v>
                </c:pt>
                <c:pt idx="2643">
                  <c:v>7208.1459643399621</c:v>
                </c:pt>
                <c:pt idx="2644">
                  <c:v>7209.2262361397334</c:v>
                </c:pt>
                <c:pt idx="2645">
                  <c:v>7209.9087270367418</c:v>
                </c:pt>
                <c:pt idx="2646">
                  <c:v>7209.8267488164929</c:v>
                </c:pt>
                <c:pt idx="2647">
                  <c:v>7209.810286988506</c:v>
                </c:pt>
                <c:pt idx="2648">
                  <c:v>7210.0251691226249</c:v>
                </c:pt>
                <c:pt idx="2649">
                  <c:v>7209.9917925641657</c:v>
                </c:pt>
                <c:pt idx="2650">
                  <c:v>7209.9850943654046</c:v>
                </c:pt>
                <c:pt idx="2651">
                  <c:v>7209.9837510442103</c:v>
                </c:pt>
                <c:pt idx="2652">
                  <c:v>7210.2699199474037</c:v>
                </c:pt>
                <c:pt idx="2653">
                  <c:v>7210.726537857634</c:v>
                </c:pt>
                <c:pt idx="2654">
                  <c:v>7210.9445662644639</c:v>
                </c:pt>
                <c:pt idx="2655">
                  <c:v>7212.0991871111373</c:v>
                </c:pt>
                <c:pt idx="2656">
                  <c:v>7214.6200246304543</c:v>
                </c:pt>
                <c:pt idx="2657">
                  <c:v>7216.2218593696734</c:v>
                </c:pt>
                <c:pt idx="2658">
                  <c:v>7220.0704989847154</c:v>
                </c:pt>
                <c:pt idx="2659">
                  <c:v>7221.7971841118333</c:v>
                </c:pt>
                <c:pt idx="2660">
                  <c:v>7223.5008952683129</c:v>
                </c:pt>
                <c:pt idx="2661">
                  <c:v>7225.9762541227992</c:v>
                </c:pt>
                <c:pt idx="2662">
                  <c:v>7226.1359905408026</c:v>
                </c:pt>
                <c:pt idx="2663">
                  <c:v>7226.1356840615126</c:v>
                </c:pt>
                <c:pt idx="2664">
                  <c:v>7226.5672243474437</c:v>
                </c:pt>
                <c:pt idx="2665">
                  <c:v>7227.2607925207112</c:v>
                </c:pt>
                <c:pt idx="2666">
                  <c:v>7227.2195875140642</c:v>
                </c:pt>
                <c:pt idx="2667">
                  <c:v>7227.8479260023787</c:v>
                </c:pt>
                <c:pt idx="2668">
                  <c:v>7230.8074124076747</c:v>
                </c:pt>
                <c:pt idx="2669">
                  <c:v>7233.783335519428</c:v>
                </c:pt>
                <c:pt idx="2670">
                  <c:v>7234.9290141047677</c:v>
                </c:pt>
                <c:pt idx="2671">
                  <c:v>7234.8023946015837</c:v>
                </c:pt>
                <c:pt idx="2672">
                  <c:v>7236.1871220793928</c:v>
                </c:pt>
                <c:pt idx="2673">
                  <c:v>7237.9037237693783</c:v>
                </c:pt>
                <c:pt idx="2674">
                  <c:v>7238.8160392295486</c:v>
                </c:pt>
                <c:pt idx="2675">
                  <c:v>7239.9960452081423</c:v>
                </c:pt>
                <c:pt idx="2676">
                  <c:v>7239.6858367413288</c:v>
                </c:pt>
                <c:pt idx="2677">
                  <c:v>7240.8053042721913</c:v>
                </c:pt>
                <c:pt idx="2678">
                  <c:v>7241.5938894836354</c:v>
                </c:pt>
                <c:pt idx="2679">
                  <c:v>7242.6126709648779</c:v>
                </c:pt>
                <c:pt idx="2680">
                  <c:v>7244.0708317828548</c:v>
                </c:pt>
                <c:pt idx="2681">
                  <c:v>7245.9408254089649</c:v>
                </c:pt>
                <c:pt idx="2682">
                  <c:v>7250.3819078303477</c:v>
                </c:pt>
                <c:pt idx="2683">
                  <c:v>7253.6344692885341</c:v>
                </c:pt>
                <c:pt idx="2684">
                  <c:v>7254.6718397470568</c:v>
                </c:pt>
                <c:pt idx="2685">
                  <c:v>7254.9794291132912</c:v>
                </c:pt>
                <c:pt idx="2686">
                  <c:v>7255.2949927390218</c:v>
                </c:pt>
                <c:pt idx="2687">
                  <c:v>7255.278691693471</c:v>
                </c:pt>
                <c:pt idx="2688">
                  <c:v>7255.329869717576</c:v>
                </c:pt>
                <c:pt idx="2689">
                  <c:v>7255.4922273545089</c:v>
                </c:pt>
                <c:pt idx="2690">
                  <c:v>7256.0077355337198</c:v>
                </c:pt>
                <c:pt idx="2691">
                  <c:v>7261.4896375434028</c:v>
                </c:pt>
                <c:pt idx="2692">
                  <c:v>7271.9551897349365</c:v>
                </c:pt>
                <c:pt idx="2693">
                  <c:v>7271.7659978796401</c:v>
                </c:pt>
                <c:pt idx="2694">
                  <c:v>7279.2845300082727</c:v>
                </c:pt>
                <c:pt idx="2695">
                  <c:v>7279.5152577187782</c:v>
                </c:pt>
                <c:pt idx="2696">
                  <c:v>7279.4921806251068</c:v>
                </c:pt>
                <c:pt idx="2697">
                  <c:v>7279.4306844976682</c:v>
                </c:pt>
                <c:pt idx="2698">
                  <c:v>7283.3148991483904</c:v>
                </c:pt>
                <c:pt idx="2699">
                  <c:v>7284.5411315855608</c:v>
                </c:pt>
                <c:pt idx="2700">
                  <c:v>7287.6247938838414</c:v>
                </c:pt>
                <c:pt idx="2701">
                  <c:v>7289.0037816485928</c:v>
                </c:pt>
                <c:pt idx="2702">
                  <c:v>7290.9036956537284</c:v>
                </c:pt>
                <c:pt idx="2703">
                  <c:v>7291.9364059584577</c:v>
                </c:pt>
                <c:pt idx="2704">
                  <c:v>7293.3027687446129</c:v>
                </c:pt>
                <c:pt idx="2705">
                  <c:v>7293.9702412000015</c:v>
                </c:pt>
                <c:pt idx="2706">
                  <c:v>7299.8356349011128</c:v>
                </c:pt>
                <c:pt idx="2707">
                  <c:v>7301.1700382836143</c:v>
                </c:pt>
                <c:pt idx="2708">
                  <c:v>7300.5660248798113</c:v>
                </c:pt>
                <c:pt idx="2709">
                  <c:v>7301.6079099506806</c:v>
                </c:pt>
                <c:pt idx="2710">
                  <c:v>7302.3650938040782</c:v>
                </c:pt>
                <c:pt idx="2711">
                  <c:v>7302.3093725696408</c:v>
                </c:pt>
                <c:pt idx="2712">
                  <c:v>7302.2983681471405</c:v>
                </c:pt>
                <c:pt idx="2713">
                  <c:v>7302.5092189407369</c:v>
                </c:pt>
                <c:pt idx="2714">
                  <c:v>7302.5044708037894</c:v>
                </c:pt>
                <c:pt idx="2715">
                  <c:v>7305.3876177907214</c:v>
                </c:pt>
                <c:pt idx="2716">
                  <c:v>7307.2732724261596</c:v>
                </c:pt>
                <c:pt idx="2717">
                  <c:v>7308.9749302759328</c:v>
                </c:pt>
                <c:pt idx="2718">
                  <c:v>7308.5338652138234</c:v>
                </c:pt>
                <c:pt idx="2719">
                  <c:v>7308.453919133718</c:v>
                </c:pt>
                <c:pt idx="2720">
                  <c:v>7309.481324800091</c:v>
                </c:pt>
                <c:pt idx="2721">
                  <c:v>7308.9869961404293</c:v>
                </c:pt>
                <c:pt idx="2722">
                  <c:v>7311.179777752086</c:v>
                </c:pt>
                <c:pt idx="2723">
                  <c:v>7312.5556740150087</c:v>
                </c:pt>
                <c:pt idx="2724">
                  <c:v>7315.1126896218784</c:v>
                </c:pt>
                <c:pt idx="2725">
                  <c:v>7314.8552297937258</c:v>
                </c:pt>
                <c:pt idx="2726">
                  <c:v>7314.8171943758625</c:v>
                </c:pt>
                <c:pt idx="2727">
                  <c:v>7317.19593982276</c:v>
                </c:pt>
                <c:pt idx="2728">
                  <c:v>7319.8874052459123</c:v>
                </c:pt>
                <c:pt idx="2729">
                  <c:v>7319.6954901036606</c:v>
                </c:pt>
                <c:pt idx="2730">
                  <c:v>7319.6566292728548</c:v>
                </c:pt>
                <c:pt idx="2731">
                  <c:v>7320.9700450871942</c:v>
                </c:pt>
                <c:pt idx="2732">
                  <c:v>7321.3719847959883</c:v>
                </c:pt>
                <c:pt idx="2733">
                  <c:v>7322.0810573916997</c:v>
                </c:pt>
                <c:pt idx="2734">
                  <c:v>7325.1169807020242</c:v>
                </c:pt>
                <c:pt idx="2735">
                  <c:v>7326.1109224040938</c:v>
                </c:pt>
                <c:pt idx="2736">
                  <c:v>7326.8211168091138</c:v>
                </c:pt>
                <c:pt idx="2737">
                  <c:v>7327.7590922632144</c:v>
                </c:pt>
                <c:pt idx="2738">
                  <c:v>7329.5191957300303</c:v>
                </c:pt>
                <c:pt idx="2739">
                  <c:v>7331.3429477437703</c:v>
                </c:pt>
                <c:pt idx="2740">
                  <c:v>7350.2665448542466</c:v>
                </c:pt>
                <c:pt idx="2741">
                  <c:v>7352.6090330155648</c:v>
                </c:pt>
                <c:pt idx="2742">
                  <c:v>7367.3447458398468</c:v>
                </c:pt>
                <c:pt idx="2743">
                  <c:v>7381.5581473265274</c:v>
                </c:pt>
                <c:pt idx="2744">
                  <c:v>7388.913334434882</c:v>
                </c:pt>
                <c:pt idx="2745">
                  <c:v>7388.752603650636</c:v>
                </c:pt>
                <c:pt idx="2746">
                  <c:v>7389.1807937484818</c:v>
                </c:pt>
                <c:pt idx="2747">
                  <c:v>7391.1984241155888</c:v>
                </c:pt>
                <c:pt idx="2748">
                  <c:v>7391.6993735762608</c:v>
                </c:pt>
                <c:pt idx="2749">
                  <c:v>7392.8158148157554</c:v>
                </c:pt>
                <c:pt idx="2750">
                  <c:v>7394.4150771554851</c:v>
                </c:pt>
                <c:pt idx="2751">
                  <c:v>7395.2891514775874</c:v>
                </c:pt>
                <c:pt idx="2752">
                  <c:v>7396.0281144495993</c:v>
                </c:pt>
                <c:pt idx="2753">
                  <c:v>7396.8828080808507</c:v>
                </c:pt>
                <c:pt idx="2754">
                  <c:v>7406.4142032362679</c:v>
                </c:pt>
                <c:pt idx="2755">
                  <c:v>7413.7565088942974</c:v>
                </c:pt>
                <c:pt idx="2756">
                  <c:v>7413.3853757027573</c:v>
                </c:pt>
                <c:pt idx="2757">
                  <c:v>7415.0748929604033</c:v>
                </c:pt>
                <c:pt idx="2758">
                  <c:v>7415.0892252761623</c:v>
                </c:pt>
                <c:pt idx="2759">
                  <c:v>7415.0670477038675</c:v>
                </c:pt>
                <c:pt idx="2760">
                  <c:v>7415.9384741249196</c:v>
                </c:pt>
                <c:pt idx="2761">
                  <c:v>7415.8823995367566</c:v>
                </c:pt>
                <c:pt idx="2762">
                  <c:v>7415.8711885537796</c:v>
                </c:pt>
                <c:pt idx="2763">
                  <c:v>7417.2081381986773</c:v>
                </c:pt>
                <c:pt idx="2764">
                  <c:v>7418.1460932891905</c:v>
                </c:pt>
                <c:pt idx="2765">
                  <c:v>7418.0435699316722</c:v>
                </c:pt>
                <c:pt idx="2766">
                  <c:v>7419.4609279800407</c:v>
                </c:pt>
                <c:pt idx="2767">
                  <c:v>7420.723505179003</c:v>
                </c:pt>
                <c:pt idx="2768">
                  <c:v>7422.149827979837</c:v>
                </c:pt>
                <c:pt idx="2769">
                  <c:v>7423.1422036084405</c:v>
                </c:pt>
                <c:pt idx="2770">
                  <c:v>7424.3247801282796</c:v>
                </c:pt>
                <c:pt idx="2771">
                  <c:v>7424.5919313546628</c:v>
                </c:pt>
                <c:pt idx="2772">
                  <c:v>7424.2384591383925</c:v>
                </c:pt>
                <c:pt idx="2773">
                  <c:v>7425.3475516853814</c:v>
                </c:pt>
                <c:pt idx="2774">
                  <c:v>7426.9455976934541</c:v>
                </c:pt>
                <c:pt idx="2775">
                  <c:v>7426.8195664862551</c:v>
                </c:pt>
                <c:pt idx="2776">
                  <c:v>7427.3894236644592</c:v>
                </c:pt>
                <c:pt idx="2777">
                  <c:v>7427.3612742523001</c:v>
                </c:pt>
                <c:pt idx="2778">
                  <c:v>7433.3528186644344</c:v>
                </c:pt>
                <c:pt idx="2779">
                  <c:v>7436.4986093595535</c:v>
                </c:pt>
                <c:pt idx="2780">
                  <c:v>7436.3641372515185</c:v>
                </c:pt>
                <c:pt idx="2781">
                  <c:v>7436.3465641433331</c:v>
                </c:pt>
                <c:pt idx="2782">
                  <c:v>7436.3430728213152</c:v>
                </c:pt>
                <c:pt idx="2783">
                  <c:v>7436.4970477372271</c:v>
                </c:pt>
                <c:pt idx="2784">
                  <c:v>7436.5042845414891</c:v>
                </c:pt>
                <c:pt idx="2785">
                  <c:v>7436.6550788109962</c:v>
                </c:pt>
                <c:pt idx="2786">
                  <c:v>7436.8687838203014</c:v>
                </c:pt>
                <c:pt idx="2787">
                  <c:v>7440.2252903653762</c:v>
                </c:pt>
                <c:pt idx="2788">
                  <c:v>7476.0264237984011</c:v>
                </c:pt>
                <c:pt idx="2789">
                  <c:v>7475.8754136443449</c:v>
                </c:pt>
                <c:pt idx="2790">
                  <c:v>7476.1867561678782</c:v>
                </c:pt>
                <c:pt idx="2791">
                  <c:v>7477.0640448756776</c:v>
                </c:pt>
                <c:pt idx="2792">
                  <c:v>7477.6711405735614</c:v>
                </c:pt>
                <c:pt idx="2793">
                  <c:v>7483.677818841491</c:v>
                </c:pt>
                <c:pt idx="2794">
                  <c:v>7483.4324152652234</c:v>
                </c:pt>
                <c:pt idx="2795">
                  <c:v>7488.8998919172809</c:v>
                </c:pt>
                <c:pt idx="2796">
                  <c:v>7490.6387644366259</c:v>
                </c:pt>
                <c:pt idx="2797">
                  <c:v>7490.3607469113831</c:v>
                </c:pt>
                <c:pt idx="2798">
                  <c:v>7490.3252001253304</c:v>
                </c:pt>
                <c:pt idx="2799">
                  <c:v>7492.252991475154</c:v>
                </c:pt>
                <c:pt idx="2800">
                  <c:v>7493.8558234317334</c:v>
                </c:pt>
                <c:pt idx="2801">
                  <c:v>7495.3048043711979</c:v>
                </c:pt>
                <c:pt idx="2802">
                  <c:v>7497.2903126049332</c:v>
                </c:pt>
                <c:pt idx="2803">
                  <c:v>7499.0917379004186</c:v>
                </c:pt>
                <c:pt idx="2804">
                  <c:v>7498.9151431736345</c:v>
                </c:pt>
                <c:pt idx="2805">
                  <c:v>7498.9470374990706</c:v>
                </c:pt>
                <c:pt idx="2806">
                  <c:v>7499.2761016055147</c:v>
                </c:pt>
                <c:pt idx="2807">
                  <c:v>7499.2581271264853</c:v>
                </c:pt>
                <c:pt idx="2808">
                  <c:v>7499.3872618093274</c:v>
                </c:pt>
                <c:pt idx="2809">
                  <c:v>7499.5345273506809</c:v>
                </c:pt>
                <c:pt idx="2810">
                  <c:v>7499.769628271164</c:v>
                </c:pt>
                <c:pt idx="2811">
                  <c:v>7499.7969332241573</c:v>
                </c:pt>
                <c:pt idx="2812">
                  <c:v>7501.0582681462092</c:v>
                </c:pt>
                <c:pt idx="2813">
                  <c:v>7501.8107115295561</c:v>
                </c:pt>
                <c:pt idx="2814">
                  <c:v>7502.1357002836785</c:v>
                </c:pt>
                <c:pt idx="2815">
                  <c:v>7502.0583069462509</c:v>
                </c:pt>
                <c:pt idx="2816">
                  <c:v>7502.0357180128085</c:v>
                </c:pt>
                <c:pt idx="2817">
                  <c:v>7502.0791553915997</c:v>
                </c:pt>
                <c:pt idx="2818">
                  <c:v>7502.1401521388261</c:v>
                </c:pt>
                <c:pt idx="2819">
                  <c:v>7502.2386870888286</c:v>
                </c:pt>
                <c:pt idx="2820">
                  <c:v>7502.6856532135225</c:v>
                </c:pt>
                <c:pt idx="2821">
                  <c:v>7504.3772610574788</c:v>
                </c:pt>
                <c:pt idx="2822">
                  <c:v>7505.2626930473871</c:v>
                </c:pt>
                <c:pt idx="2823">
                  <c:v>7506.1324957446705</c:v>
                </c:pt>
                <c:pt idx="2824">
                  <c:v>7506.4252559834658</c:v>
                </c:pt>
                <c:pt idx="2825">
                  <c:v>7507.1971469015234</c:v>
                </c:pt>
                <c:pt idx="2826">
                  <c:v>7508.9423442263915</c:v>
                </c:pt>
                <c:pt idx="2827">
                  <c:v>7512.8875007052984</c:v>
                </c:pt>
                <c:pt idx="2828">
                  <c:v>7513.3979236830801</c:v>
                </c:pt>
                <c:pt idx="2829">
                  <c:v>7514.4327294257355</c:v>
                </c:pt>
                <c:pt idx="2830">
                  <c:v>7516.0090341281557</c:v>
                </c:pt>
                <c:pt idx="2831">
                  <c:v>7515.9561931993885</c:v>
                </c:pt>
                <c:pt idx="2832">
                  <c:v>7516.3526829125212</c:v>
                </c:pt>
                <c:pt idx="2833">
                  <c:v>7516.324531666146</c:v>
                </c:pt>
                <c:pt idx="2834">
                  <c:v>7517.9967573794002</c:v>
                </c:pt>
                <c:pt idx="2835">
                  <c:v>7519.657773490635</c:v>
                </c:pt>
                <c:pt idx="2836">
                  <c:v>7519.5460323899633</c:v>
                </c:pt>
                <c:pt idx="2837">
                  <c:v>7519.5204022170556</c:v>
                </c:pt>
                <c:pt idx="2838">
                  <c:v>7519.7534336751696</c:v>
                </c:pt>
                <c:pt idx="2839">
                  <c:v>7520.117515868491</c:v>
                </c:pt>
                <c:pt idx="2840">
                  <c:v>7521.2497906640183</c:v>
                </c:pt>
                <c:pt idx="2841">
                  <c:v>7521.2969576044397</c:v>
                </c:pt>
                <c:pt idx="2842">
                  <c:v>7521.24979693162</c:v>
                </c:pt>
                <c:pt idx="2843">
                  <c:v>7523.0272029652624</c:v>
                </c:pt>
                <c:pt idx="2844">
                  <c:v>7523.260821197081</c:v>
                </c:pt>
                <c:pt idx="2845">
                  <c:v>7523.1349345484878</c:v>
                </c:pt>
                <c:pt idx="2846">
                  <c:v>7523.5609307641489</c:v>
                </c:pt>
                <c:pt idx="2847">
                  <c:v>7525.3847039408211</c:v>
                </c:pt>
                <c:pt idx="2848">
                  <c:v>7526.5349317705786</c:v>
                </c:pt>
                <c:pt idx="2849">
                  <c:v>7526.4155837017834</c:v>
                </c:pt>
                <c:pt idx="2850">
                  <c:v>7526.91057505969</c:v>
                </c:pt>
                <c:pt idx="2851">
                  <c:v>7527.2557249312704</c:v>
                </c:pt>
                <c:pt idx="2852">
                  <c:v>7528.3236739092745</c:v>
                </c:pt>
                <c:pt idx="2853">
                  <c:v>7529.6183001940535</c:v>
                </c:pt>
                <c:pt idx="2854">
                  <c:v>7529.8565322489258</c:v>
                </c:pt>
                <c:pt idx="2855">
                  <c:v>7530.2914628951712</c:v>
                </c:pt>
                <c:pt idx="2856">
                  <c:v>7531.0388322778235</c:v>
                </c:pt>
                <c:pt idx="2857">
                  <c:v>7531.1225140944707</c:v>
                </c:pt>
                <c:pt idx="2858">
                  <c:v>7533.4620954007651</c:v>
                </c:pt>
                <c:pt idx="2859">
                  <c:v>7539.8709138774766</c:v>
                </c:pt>
                <c:pt idx="2860">
                  <c:v>7540.7980064287658</c:v>
                </c:pt>
                <c:pt idx="2861">
                  <c:v>7540.6428537702168</c:v>
                </c:pt>
                <c:pt idx="2862">
                  <c:v>7542.0838301682898</c:v>
                </c:pt>
                <c:pt idx="2863">
                  <c:v>7542.5039657303814</c:v>
                </c:pt>
                <c:pt idx="2864">
                  <c:v>7542.4319814560067</c:v>
                </c:pt>
                <c:pt idx="2865">
                  <c:v>7542.9042920007687</c:v>
                </c:pt>
                <c:pt idx="2866">
                  <c:v>7543.9132122427172</c:v>
                </c:pt>
                <c:pt idx="2867">
                  <c:v>7543.7688725141898</c:v>
                </c:pt>
                <c:pt idx="2868">
                  <c:v>7545.1020634318538</c:v>
                </c:pt>
                <c:pt idx="2869">
                  <c:v>7544.9041289445959</c:v>
                </c:pt>
                <c:pt idx="2870">
                  <c:v>7546.9378491293455</c:v>
                </c:pt>
                <c:pt idx="2871">
                  <c:v>7548.2503181230995</c:v>
                </c:pt>
                <c:pt idx="2872">
                  <c:v>7548.7097597699867</c:v>
                </c:pt>
                <c:pt idx="2873">
                  <c:v>7548.6262136614814</c:v>
                </c:pt>
                <c:pt idx="2874">
                  <c:v>7548.609414284284</c:v>
                </c:pt>
                <c:pt idx="2875">
                  <c:v>7548.6058352130804</c:v>
                </c:pt>
                <c:pt idx="2876">
                  <c:v>7548.9279074755786</c:v>
                </c:pt>
                <c:pt idx="2877">
                  <c:v>7548.9012099946731</c:v>
                </c:pt>
                <c:pt idx="2878">
                  <c:v>7550.6790408649367</c:v>
                </c:pt>
                <c:pt idx="2879">
                  <c:v>7551.1836831206756</c:v>
                </c:pt>
                <c:pt idx="2880">
                  <c:v>7551.4036989919596</c:v>
                </c:pt>
                <c:pt idx="2881">
                  <c:v>7551.5423663413103</c:v>
                </c:pt>
                <c:pt idx="2882">
                  <c:v>7551.9999886196883</c:v>
                </c:pt>
                <c:pt idx="2883">
                  <c:v>7553.2580108650191</c:v>
                </c:pt>
                <c:pt idx="2884">
                  <c:v>7554.4315735445225</c:v>
                </c:pt>
                <c:pt idx="2885">
                  <c:v>7554.8912311064187</c:v>
                </c:pt>
                <c:pt idx="2886">
                  <c:v>7556.7015852822515</c:v>
                </c:pt>
                <c:pt idx="2887">
                  <c:v>7556.5503165204418</c:v>
                </c:pt>
                <c:pt idx="2888">
                  <c:v>7557.4028016190059</c:v>
                </c:pt>
                <c:pt idx="2889">
                  <c:v>7559.8477328930094</c:v>
                </c:pt>
                <c:pt idx="2890">
                  <c:v>7559.6156514437353</c:v>
                </c:pt>
                <c:pt idx="2891">
                  <c:v>7561.5445395439556</c:v>
                </c:pt>
                <c:pt idx="2892">
                  <c:v>7561.3537260044468</c:v>
                </c:pt>
                <c:pt idx="2893">
                  <c:v>7563.0076171763931</c:v>
                </c:pt>
                <c:pt idx="2894">
                  <c:v>7565.0947139680375</c:v>
                </c:pt>
                <c:pt idx="2895">
                  <c:v>7564.9099557914706</c:v>
                </c:pt>
                <c:pt idx="2896">
                  <c:v>7566.320983436297</c:v>
                </c:pt>
                <c:pt idx="2897">
                  <c:v>7566.194123807918</c:v>
                </c:pt>
                <c:pt idx="2898">
                  <c:v>7567.8979925023905</c:v>
                </c:pt>
                <c:pt idx="2899">
                  <c:v>7569.5940830982499</c:v>
                </c:pt>
                <c:pt idx="2900">
                  <c:v>7569.447167315845</c:v>
                </c:pt>
                <c:pt idx="2901">
                  <c:v>7571.0214344223023</c:v>
                </c:pt>
                <c:pt idx="2902">
                  <c:v>7571.804661754637</c:v>
                </c:pt>
                <c:pt idx="2903">
                  <c:v>7572.1450894486779</c:v>
                </c:pt>
                <c:pt idx="2904">
                  <c:v>7572.5660185810029</c:v>
                </c:pt>
                <c:pt idx="2905">
                  <c:v>7572.6484747051172</c:v>
                </c:pt>
                <c:pt idx="2906">
                  <c:v>7573.5763222094047</c:v>
                </c:pt>
                <c:pt idx="2907">
                  <c:v>7575.2261500297027</c:v>
                </c:pt>
                <c:pt idx="2908">
                  <c:v>7575.9834874488406</c:v>
                </c:pt>
                <c:pt idx="2909">
                  <c:v>7579.573579941919</c:v>
                </c:pt>
                <c:pt idx="2910">
                  <c:v>7580.3016387954167</c:v>
                </c:pt>
                <c:pt idx="2911">
                  <c:v>7582.4358709781054</c:v>
                </c:pt>
                <c:pt idx="2912">
                  <c:v>7583.9393100178277</c:v>
                </c:pt>
                <c:pt idx="2913">
                  <c:v>7585.0335703870314</c:v>
                </c:pt>
                <c:pt idx="2914">
                  <c:v>7584.8568610188313</c:v>
                </c:pt>
                <c:pt idx="2915">
                  <c:v>7585.6793275392229</c:v>
                </c:pt>
                <c:pt idx="2916">
                  <c:v>7587.0092067888445</c:v>
                </c:pt>
                <c:pt idx="2917">
                  <c:v>7588.0633509015561</c:v>
                </c:pt>
                <c:pt idx="2918">
                  <c:v>7588.5407816456072</c:v>
                </c:pt>
                <c:pt idx="2919">
                  <c:v>7589.3700644895516</c:v>
                </c:pt>
                <c:pt idx="2920">
                  <c:v>7590.763478383401</c:v>
                </c:pt>
                <c:pt idx="2921">
                  <c:v>7590.6471174866892</c:v>
                </c:pt>
                <c:pt idx="2922">
                  <c:v>7595.4262704438715</c:v>
                </c:pt>
                <c:pt idx="2923">
                  <c:v>7597.065802997402</c:v>
                </c:pt>
                <c:pt idx="2924">
                  <c:v>7598.7710525846051</c:v>
                </c:pt>
                <c:pt idx="2925">
                  <c:v>7600.1396906046666</c:v>
                </c:pt>
                <c:pt idx="2926">
                  <c:v>7601.0089237502971</c:v>
                </c:pt>
                <c:pt idx="2927">
                  <c:v>7602.0230574497427</c:v>
                </c:pt>
                <c:pt idx="2928">
                  <c:v>7603.8605482462935</c:v>
                </c:pt>
                <c:pt idx="2929">
                  <c:v>7604.9948076791607</c:v>
                </c:pt>
                <c:pt idx="2930">
                  <c:v>7606.0356313322536</c:v>
                </c:pt>
                <c:pt idx="2931">
                  <c:v>7609.0348121557918</c:v>
                </c:pt>
                <c:pt idx="2932">
                  <c:v>7609.8714908355587</c:v>
                </c:pt>
                <c:pt idx="2933">
                  <c:v>7610.734825918069</c:v>
                </c:pt>
                <c:pt idx="2934">
                  <c:v>7612.2950731536157</c:v>
                </c:pt>
                <c:pt idx="2935">
                  <c:v>7613.9639679133188</c:v>
                </c:pt>
                <c:pt idx="2936">
                  <c:v>7618.8186335540313</c:v>
                </c:pt>
                <c:pt idx="2937">
                  <c:v>7619.2087241927447</c:v>
                </c:pt>
                <c:pt idx="2938">
                  <c:v>7620.8954414183381</c:v>
                </c:pt>
                <c:pt idx="2939">
                  <c:v>7621.8746637139948</c:v>
                </c:pt>
                <c:pt idx="2940">
                  <c:v>7621.7308238966525</c:v>
                </c:pt>
                <c:pt idx="2941">
                  <c:v>7622.7792364994502</c:v>
                </c:pt>
                <c:pt idx="2942">
                  <c:v>7622.6975219107098</c:v>
                </c:pt>
                <c:pt idx="2943">
                  <c:v>7623.2139116704084</c:v>
                </c:pt>
                <c:pt idx="2944">
                  <c:v>7624.237244883745</c:v>
                </c:pt>
                <c:pt idx="2945">
                  <c:v>7624.1492491967238</c:v>
                </c:pt>
                <c:pt idx="2946">
                  <c:v>7657.5091399570565</c:v>
                </c:pt>
                <c:pt idx="2947">
                  <c:v>7658.2007773175592</c:v>
                </c:pt>
                <c:pt idx="2948">
                  <c:v>7658.0120845787369</c:v>
                </c:pt>
                <c:pt idx="2949">
                  <c:v>7660.5475724752532</c:v>
                </c:pt>
                <c:pt idx="2950">
                  <c:v>7660.4271240530534</c:v>
                </c:pt>
                <c:pt idx="2951">
                  <c:v>7660.5658438963364</c:v>
                </c:pt>
                <c:pt idx="2952">
                  <c:v>7661.2647511382829</c:v>
                </c:pt>
                <c:pt idx="2953">
                  <c:v>7661.2237074609602</c:v>
                </c:pt>
                <c:pt idx="2954">
                  <c:v>7661.2154131834213</c:v>
                </c:pt>
                <c:pt idx="2955">
                  <c:v>7661.2162313136296</c:v>
                </c:pt>
                <c:pt idx="2956">
                  <c:v>7662.3139195323874</c:v>
                </c:pt>
                <c:pt idx="2957">
                  <c:v>7662.7444564249163</c:v>
                </c:pt>
                <c:pt idx="2958">
                  <c:v>7662.667341761341</c:v>
                </c:pt>
                <c:pt idx="2959">
                  <c:v>7662.8719739576663</c:v>
                </c:pt>
                <c:pt idx="2960">
                  <c:v>7664.2483589702733</c:v>
                </c:pt>
                <c:pt idx="2961">
                  <c:v>7665.0536166337524</c:v>
                </c:pt>
                <c:pt idx="2962">
                  <c:v>7665.7657663019827</c:v>
                </c:pt>
                <c:pt idx="2963">
                  <c:v>7667.5385380702128</c:v>
                </c:pt>
                <c:pt idx="2964">
                  <c:v>7668.0357117992908</c:v>
                </c:pt>
                <c:pt idx="2965">
                  <c:v>7667.8434028334132</c:v>
                </c:pt>
                <c:pt idx="2966">
                  <c:v>7675.9166151304289</c:v>
                </c:pt>
                <c:pt idx="2967">
                  <c:v>7675.3277033715458</c:v>
                </c:pt>
                <c:pt idx="2968">
                  <c:v>7675.9952837612054</c:v>
                </c:pt>
                <c:pt idx="2969">
                  <c:v>7676.0014696691342</c:v>
                </c:pt>
                <c:pt idx="2970">
                  <c:v>7676.0199331738413</c:v>
                </c:pt>
                <c:pt idx="2971">
                  <c:v>7684.60030306727</c:v>
                </c:pt>
                <c:pt idx="2972">
                  <c:v>7684.3723357279914</c:v>
                </c:pt>
                <c:pt idx="2973">
                  <c:v>7684.4035522266195</c:v>
                </c:pt>
                <c:pt idx="2974">
                  <c:v>7685.0142538164337</c:v>
                </c:pt>
                <c:pt idx="2975">
                  <c:v>7685.3344886003824</c:v>
                </c:pt>
                <c:pt idx="2976">
                  <c:v>7686.0550732939246</c:v>
                </c:pt>
                <c:pt idx="2977">
                  <c:v>7686.3937079639163</c:v>
                </c:pt>
                <c:pt idx="2978">
                  <c:v>7686.355736625138</c:v>
                </c:pt>
                <c:pt idx="2979">
                  <c:v>7687.4675977750476</c:v>
                </c:pt>
                <c:pt idx="2980">
                  <c:v>7687.7324130452507</c:v>
                </c:pt>
                <c:pt idx="2981">
                  <c:v>7689.2413308722107</c:v>
                </c:pt>
                <c:pt idx="2982">
                  <c:v>7689.1474887799513</c:v>
                </c:pt>
                <c:pt idx="2983">
                  <c:v>7689.1232429214479</c:v>
                </c:pt>
                <c:pt idx="2984">
                  <c:v>7690.1417566777027</c:v>
                </c:pt>
                <c:pt idx="2985">
                  <c:v>7690.6728210078118</c:v>
                </c:pt>
                <c:pt idx="2986">
                  <c:v>7691.6276915883873</c:v>
                </c:pt>
                <c:pt idx="2987">
                  <c:v>7691.4470060192434</c:v>
                </c:pt>
                <c:pt idx="2988">
                  <c:v>7695.1156285150109</c:v>
                </c:pt>
                <c:pt idx="2989">
                  <c:v>7694.8426805198305</c:v>
                </c:pt>
                <c:pt idx="2990">
                  <c:v>7695.0367820126021</c:v>
                </c:pt>
                <c:pt idx="2991">
                  <c:v>7695.0362804834631</c:v>
                </c:pt>
                <c:pt idx="2992">
                  <c:v>7695.0280275146906</c:v>
                </c:pt>
                <c:pt idx="2993">
                  <c:v>7695.1622451752983</c:v>
                </c:pt>
                <c:pt idx="2994">
                  <c:v>7695.2163747007653</c:v>
                </c:pt>
                <c:pt idx="2995">
                  <c:v>7697.9715012091492</c:v>
                </c:pt>
                <c:pt idx="2996">
                  <c:v>7698.9014332003071</c:v>
                </c:pt>
                <c:pt idx="2997">
                  <c:v>7699.3812662507562</c:v>
                </c:pt>
                <c:pt idx="2998">
                  <c:v>7700.1580967007894</c:v>
                </c:pt>
                <c:pt idx="2999">
                  <c:v>7700.2008142543946</c:v>
                </c:pt>
                <c:pt idx="3000">
                  <c:v>7703.1085376755727</c:v>
                </c:pt>
                <c:pt idx="3001">
                  <c:v>7703.9624674412316</c:v>
                </c:pt>
                <c:pt idx="3002">
                  <c:v>7708.9211197678796</c:v>
                </c:pt>
                <c:pt idx="3003">
                  <c:v>7709.6098728024708</c:v>
                </c:pt>
                <c:pt idx="3004">
                  <c:v>7711.4428121763031</c:v>
                </c:pt>
                <c:pt idx="3005">
                  <c:v>7712.8365550551898</c:v>
                </c:pt>
                <c:pt idx="3006">
                  <c:v>7715.5096618859225</c:v>
                </c:pt>
                <c:pt idx="3007">
                  <c:v>7716.335028328559</c:v>
                </c:pt>
                <c:pt idx="3008">
                  <c:v>7716.1653816955131</c:v>
                </c:pt>
                <c:pt idx="3009">
                  <c:v>7720.3053032566577</c:v>
                </c:pt>
                <c:pt idx="3010">
                  <c:v>7720.1355844100026</c:v>
                </c:pt>
                <c:pt idx="3011">
                  <c:v>7721.2756590147546</c:v>
                </c:pt>
                <c:pt idx="3012">
                  <c:v>7726.1166076667851</c:v>
                </c:pt>
                <c:pt idx="3013">
                  <c:v>7748.9563373831143</c:v>
                </c:pt>
                <c:pt idx="3014">
                  <c:v>7749.6916184427464</c:v>
                </c:pt>
                <c:pt idx="3015">
                  <c:v>7753.5986797081396</c:v>
                </c:pt>
                <c:pt idx="3016">
                  <c:v>7754.6506771543745</c:v>
                </c:pt>
                <c:pt idx="3017">
                  <c:v>7754.498100352338</c:v>
                </c:pt>
                <c:pt idx="3018">
                  <c:v>7760.6562527241122</c:v>
                </c:pt>
                <c:pt idx="3019">
                  <c:v>7762.8946451791826</c:v>
                </c:pt>
                <c:pt idx="3020">
                  <c:v>7764.7956419081102</c:v>
                </c:pt>
                <c:pt idx="3021">
                  <c:v>7765.4227370405179</c:v>
                </c:pt>
                <c:pt idx="3022">
                  <c:v>7766.089075169195</c:v>
                </c:pt>
                <c:pt idx="3023">
                  <c:v>7766.6079183511019</c:v>
                </c:pt>
                <c:pt idx="3024">
                  <c:v>7766.8585960079827</c:v>
                </c:pt>
                <c:pt idx="3025">
                  <c:v>7767.1283691757708</c:v>
                </c:pt>
                <c:pt idx="3026">
                  <c:v>7767.384265104266</c:v>
                </c:pt>
                <c:pt idx="3027">
                  <c:v>7767.6978452005396</c:v>
                </c:pt>
                <c:pt idx="3028">
                  <c:v>7771.1906295923663</c:v>
                </c:pt>
                <c:pt idx="3029">
                  <c:v>7773.0825990601434</c:v>
                </c:pt>
                <c:pt idx="3030">
                  <c:v>7776.9838611484975</c:v>
                </c:pt>
                <c:pt idx="3031">
                  <c:v>7777.4239187936182</c:v>
                </c:pt>
                <c:pt idx="3032">
                  <c:v>7786.98720338982</c:v>
                </c:pt>
                <c:pt idx="3033">
                  <c:v>7788.4684096404872</c:v>
                </c:pt>
                <c:pt idx="3034">
                  <c:v>7788.8108257390741</c:v>
                </c:pt>
                <c:pt idx="3035">
                  <c:v>7790.5291047539131</c:v>
                </c:pt>
                <c:pt idx="3036">
                  <c:v>7790.3388677362036</c:v>
                </c:pt>
                <c:pt idx="3037">
                  <c:v>7790.7759769216118</c:v>
                </c:pt>
                <c:pt idx="3038">
                  <c:v>7796.116580029252</c:v>
                </c:pt>
                <c:pt idx="3039">
                  <c:v>7803.0126894146533</c:v>
                </c:pt>
                <c:pt idx="3040">
                  <c:v>7810.3288965375341</c:v>
                </c:pt>
                <c:pt idx="3041">
                  <c:v>7811.015401634997</c:v>
                </c:pt>
                <c:pt idx="3042">
                  <c:v>7811.4597089376311</c:v>
                </c:pt>
                <c:pt idx="3043">
                  <c:v>7813.0706270006413</c:v>
                </c:pt>
                <c:pt idx="3044">
                  <c:v>7813.5151713779323</c:v>
                </c:pt>
                <c:pt idx="3045">
                  <c:v>7816.0991140860087</c:v>
                </c:pt>
                <c:pt idx="3046">
                  <c:v>7816.3734919500093</c:v>
                </c:pt>
                <c:pt idx="3047">
                  <c:v>7816.3296193758297</c:v>
                </c:pt>
                <c:pt idx="3048">
                  <c:v>7816.4646902522109</c:v>
                </c:pt>
                <c:pt idx="3049">
                  <c:v>7816.6824096753235</c:v>
                </c:pt>
                <c:pt idx="3050">
                  <c:v>7816.8956147612089</c:v>
                </c:pt>
                <c:pt idx="3051">
                  <c:v>7817.2852381185603</c:v>
                </c:pt>
                <c:pt idx="3052">
                  <c:v>7818.6480753976957</c:v>
                </c:pt>
                <c:pt idx="3053">
                  <c:v>7818.4421101927455</c:v>
                </c:pt>
                <c:pt idx="3054">
                  <c:v>7818.4143507993167</c:v>
                </c:pt>
                <c:pt idx="3055">
                  <c:v>7819.6350790654478</c:v>
                </c:pt>
                <c:pt idx="3056">
                  <c:v>7819.4750201684492</c:v>
                </c:pt>
                <c:pt idx="3057">
                  <c:v>7821.2234692187876</c:v>
                </c:pt>
                <c:pt idx="3058">
                  <c:v>7836.7016150456411</c:v>
                </c:pt>
                <c:pt idx="3059">
                  <c:v>7843.8720062279181</c:v>
                </c:pt>
                <c:pt idx="3060">
                  <c:v>7843.473153524611</c:v>
                </c:pt>
                <c:pt idx="3061">
                  <c:v>7843.3903552185093</c:v>
                </c:pt>
                <c:pt idx="3062">
                  <c:v>7849.0694069416677</c:v>
                </c:pt>
                <c:pt idx="3063">
                  <c:v>7848.7555870765391</c:v>
                </c:pt>
                <c:pt idx="3064">
                  <c:v>7849.4464077621351</c:v>
                </c:pt>
                <c:pt idx="3065">
                  <c:v>7852.3469930557585</c:v>
                </c:pt>
                <c:pt idx="3066">
                  <c:v>7888.6544089458675</c:v>
                </c:pt>
                <c:pt idx="3067">
                  <c:v>7888.5776041925437</c:v>
                </c:pt>
                <c:pt idx="3068">
                  <c:v>7889.203519626677</c:v>
                </c:pt>
                <c:pt idx="3069">
                  <c:v>7889.1355694672166</c:v>
                </c:pt>
                <c:pt idx="3070">
                  <c:v>7889.1549485727855</c:v>
                </c:pt>
                <c:pt idx="3071">
                  <c:v>7890.321857203855</c:v>
                </c:pt>
                <c:pt idx="3072">
                  <c:v>7890.7720642514869</c:v>
                </c:pt>
                <c:pt idx="3073">
                  <c:v>7890.8653076903429</c:v>
                </c:pt>
                <c:pt idx="3074">
                  <c:v>7891.2737292232332</c:v>
                </c:pt>
                <c:pt idx="3075">
                  <c:v>7892.114749751513</c:v>
                </c:pt>
                <c:pt idx="3076">
                  <c:v>7892.2480498608347</c:v>
                </c:pt>
                <c:pt idx="3077">
                  <c:v>7893.4166851265145</c:v>
                </c:pt>
                <c:pt idx="3078">
                  <c:v>7893.3327091381279</c:v>
                </c:pt>
                <c:pt idx="3079">
                  <c:v>7893.9568191780918</c:v>
                </c:pt>
                <c:pt idx="3080">
                  <c:v>7895.1189025096819</c:v>
                </c:pt>
                <c:pt idx="3081">
                  <c:v>7895.9582330788808</c:v>
                </c:pt>
                <c:pt idx="3082">
                  <c:v>7896.5805020892685</c:v>
                </c:pt>
                <c:pt idx="3083">
                  <c:v>7898.0041714363551</c:v>
                </c:pt>
                <c:pt idx="3084">
                  <c:v>7899.0002629939418</c:v>
                </c:pt>
                <c:pt idx="3085">
                  <c:v>7898.7359661888822</c:v>
                </c:pt>
                <c:pt idx="3086">
                  <c:v>7903.1999899064149</c:v>
                </c:pt>
                <c:pt idx="3087">
                  <c:v>7909.202337892978</c:v>
                </c:pt>
                <c:pt idx="3088">
                  <c:v>7909.3487631221751</c:v>
                </c:pt>
                <c:pt idx="3089">
                  <c:v>7909.3296059356262</c:v>
                </c:pt>
                <c:pt idx="3090">
                  <c:v>7909.2328245474473</c:v>
                </c:pt>
                <c:pt idx="3091">
                  <c:v>7910.2054432260193</c:v>
                </c:pt>
                <c:pt idx="3092">
                  <c:v>7910.14210629842</c:v>
                </c:pt>
                <c:pt idx="3093">
                  <c:v>7910.5424551376982</c:v>
                </c:pt>
                <c:pt idx="3094">
                  <c:v>7910.7226358612079</c:v>
                </c:pt>
                <c:pt idx="3095">
                  <c:v>7911.0436785575203</c:v>
                </c:pt>
                <c:pt idx="3096">
                  <c:v>7911.6049685777543</c:v>
                </c:pt>
                <c:pt idx="3097">
                  <c:v>7912.0755986863651</c:v>
                </c:pt>
                <c:pt idx="3098">
                  <c:v>7912.1344035867087</c:v>
                </c:pt>
                <c:pt idx="3099">
                  <c:v>7912.7981679868226</c:v>
                </c:pt>
                <c:pt idx="3100">
                  <c:v>7913.1591186927744</c:v>
                </c:pt>
                <c:pt idx="3101">
                  <c:v>7913.1172075679815</c:v>
                </c:pt>
                <c:pt idx="3102">
                  <c:v>7914.5063413933158</c:v>
                </c:pt>
                <c:pt idx="3103">
                  <c:v>7915.4853222536103</c:v>
                </c:pt>
                <c:pt idx="3104">
                  <c:v>7918.7199115695694</c:v>
                </c:pt>
                <c:pt idx="3105">
                  <c:v>7920.6184696803812</c:v>
                </c:pt>
                <c:pt idx="3106">
                  <c:v>7923.6161159518997</c:v>
                </c:pt>
                <c:pt idx="3107">
                  <c:v>7933.4923709550494</c:v>
                </c:pt>
                <c:pt idx="3108">
                  <c:v>7935.955844044086</c:v>
                </c:pt>
                <c:pt idx="3109">
                  <c:v>7937.3388710002773</c:v>
                </c:pt>
                <c:pt idx="3110">
                  <c:v>7937.1309546072507</c:v>
                </c:pt>
                <c:pt idx="3111">
                  <c:v>7937.4533264367701</c:v>
                </c:pt>
                <c:pt idx="3112">
                  <c:v>7937.8227162119056</c:v>
                </c:pt>
                <c:pt idx="3113">
                  <c:v>7937.8839589618865</c:v>
                </c:pt>
                <c:pt idx="3114">
                  <c:v>7939.8128090292994</c:v>
                </c:pt>
                <c:pt idx="3115">
                  <c:v>7950.5298540660533</c:v>
                </c:pt>
                <c:pt idx="3116">
                  <c:v>7952.8030211993801</c:v>
                </c:pt>
                <c:pt idx="3117">
                  <c:v>7953.4403493169357</c:v>
                </c:pt>
                <c:pt idx="3118">
                  <c:v>7953.3836881418083</c:v>
                </c:pt>
                <c:pt idx="3119">
                  <c:v>7954.2278624561895</c:v>
                </c:pt>
                <c:pt idx="3120">
                  <c:v>7954.8328479355268</c:v>
                </c:pt>
                <c:pt idx="3121">
                  <c:v>7954.7915223924047</c:v>
                </c:pt>
                <c:pt idx="3122">
                  <c:v>7956.1265334938671</c:v>
                </c:pt>
                <c:pt idx="3123">
                  <c:v>7957.8058996453674</c:v>
                </c:pt>
                <c:pt idx="3124">
                  <c:v>7957.8406552382448</c:v>
                </c:pt>
                <c:pt idx="3125">
                  <c:v>7960.3341478425627</c:v>
                </c:pt>
                <c:pt idx="3126">
                  <c:v>7968.3779405269988</c:v>
                </c:pt>
                <c:pt idx="3127">
                  <c:v>7970.4116890471714</c:v>
                </c:pt>
                <c:pt idx="3128">
                  <c:v>7978.4061748177974</c:v>
                </c:pt>
                <c:pt idx="3129">
                  <c:v>7981.1605197223234</c:v>
                </c:pt>
                <c:pt idx="3130">
                  <c:v>7997.5658878107988</c:v>
                </c:pt>
                <c:pt idx="3131">
                  <c:v>8003.1613234195456</c:v>
                </c:pt>
                <c:pt idx="3132">
                  <c:v>8005.6248313126107</c:v>
                </c:pt>
                <c:pt idx="3133">
                  <c:v>8009.0588403325537</c:v>
                </c:pt>
                <c:pt idx="3134">
                  <c:v>8008.4308846841086</c:v>
                </c:pt>
                <c:pt idx="3135">
                  <c:v>8010.874237257045</c:v>
                </c:pt>
                <c:pt idx="3136">
                  <c:v>8016.197257803552</c:v>
                </c:pt>
                <c:pt idx="3137">
                  <c:v>8015.6866531910009</c:v>
                </c:pt>
                <c:pt idx="3138">
                  <c:v>8017.3868365407707</c:v>
                </c:pt>
                <c:pt idx="3139">
                  <c:v>8018.2762285658764</c:v>
                </c:pt>
                <c:pt idx="3140">
                  <c:v>8019.5600582634324</c:v>
                </c:pt>
                <c:pt idx="3141">
                  <c:v>8021.1297065695153</c:v>
                </c:pt>
                <c:pt idx="3142">
                  <c:v>8021.4284630800266</c:v>
                </c:pt>
                <c:pt idx="3143">
                  <c:v>8021.7027605211733</c:v>
                </c:pt>
                <c:pt idx="3144">
                  <c:v>8021.9807130779163</c:v>
                </c:pt>
                <c:pt idx="3145">
                  <c:v>8022.2617253993667</c:v>
                </c:pt>
                <c:pt idx="3146">
                  <c:v>8022.6660309415947</c:v>
                </c:pt>
                <c:pt idx="3147">
                  <c:v>8023.3808627665212</c:v>
                </c:pt>
                <c:pt idx="3148">
                  <c:v>8024.5234297866182</c:v>
                </c:pt>
                <c:pt idx="3149">
                  <c:v>8025.0055300550621</c:v>
                </c:pt>
                <c:pt idx="3150">
                  <c:v>8026.4574550813968</c:v>
                </c:pt>
                <c:pt idx="3151">
                  <c:v>8031.1838052558487</c:v>
                </c:pt>
                <c:pt idx="3152">
                  <c:v>8032.3879168730155</c:v>
                </c:pt>
                <c:pt idx="3153">
                  <c:v>8033.3070206416442</c:v>
                </c:pt>
                <c:pt idx="3154">
                  <c:v>8034.2162842040898</c:v>
                </c:pt>
                <c:pt idx="3155">
                  <c:v>8034.0197330044221</c:v>
                </c:pt>
                <c:pt idx="3156">
                  <c:v>8033.8991484323888</c:v>
                </c:pt>
                <c:pt idx="3157">
                  <c:v>8033.8750920512111</c:v>
                </c:pt>
                <c:pt idx="3158">
                  <c:v>8033.8715274273845</c:v>
                </c:pt>
                <c:pt idx="3159">
                  <c:v>8038.2413548623936</c:v>
                </c:pt>
                <c:pt idx="3160">
                  <c:v>8038.124553541792</c:v>
                </c:pt>
                <c:pt idx="3161">
                  <c:v>8041.9073565721546</c:v>
                </c:pt>
                <c:pt idx="3162">
                  <c:v>8054.6562544836361</c:v>
                </c:pt>
                <c:pt idx="3163">
                  <c:v>8057.6405513879472</c:v>
                </c:pt>
                <c:pt idx="3164">
                  <c:v>8057.9767391756786</c:v>
                </c:pt>
                <c:pt idx="3165">
                  <c:v>8058.6214788808065</c:v>
                </c:pt>
                <c:pt idx="3166">
                  <c:v>8058.576253932345</c:v>
                </c:pt>
                <c:pt idx="3167">
                  <c:v>8058.6920981458243</c:v>
                </c:pt>
                <c:pt idx="3168">
                  <c:v>8059.4511202618487</c:v>
                </c:pt>
                <c:pt idx="3169">
                  <c:v>8059.9695487111367</c:v>
                </c:pt>
                <c:pt idx="3170">
                  <c:v>8061.6240527912205</c:v>
                </c:pt>
                <c:pt idx="3171">
                  <c:v>8062.420760909381</c:v>
                </c:pt>
                <c:pt idx="3172">
                  <c:v>8063.6606522156626</c:v>
                </c:pt>
                <c:pt idx="3173">
                  <c:v>8065.6449142125248</c:v>
                </c:pt>
                <c:pt idx="3174">
                  <c:v>8072.6669130535802</c:v>
                </c:pt>
                <c:pt idx="3175">
                  <c:v>8072.23414869107</c:v>
                </c:pt>
                <c:pt idx="3176">
                  <c:v>8073.3861174873846</c:v>
                </c:pt>
                <c:pt idx="3177">
                  <c:v>8073.2525166131618</c:v>
                </c:pt>
                <c:pt idx="3178">
                  <c:v>8074.2066676285767</c:v>
                </c:pt>
                <c:pt idx="3179">
                  <c:v>8074.1015026630412</c:v>
                </c:pt>
                <c:pt idx="3180">
                  <c:v>8075.4661699775943</c:v>
                </c:pt>
                <c:pt idx="3181">
                  <c:v>8073.3576835794911</c:v>
                </c:pt>
                <c:pt idx="3182">
                  <c:v>8073.8451806029625</c:v>
                </c:pt>
                <c:pt idx="3183">
                  <c:v>8075.8171349947652</c:v>
                </c:pt>
                <c:pt idx="3184">
                  <c:v>8076.3176857479093</c:v>
                </c:pt>
                <c:pt idx="3185">
                  <c:v>8076.9541791074053</c:v>
                </c:pt>
                <c:pt idx="3186">
                  <c:v>8076.8552312780621</c:v>
                </c:pt>
                <c:pt idx="3187">
                  <c:v>8077.8322966747955</c:v>
                </c:pt>
                <c:pt idx="3188">
                  <c:v>8077.7608441993525</c:v>
                </c:pt>
                <c:pt idx="3189">
                  <c:v>8078.6100848924943</c:v>
                </c:pt>
                <c:pt idx="3190">
                  <c:v>8079.2980351748947</c:v>
                </c:pt>
                <c:pt idx="3191">
                  <c:v>8079.8099099613964</c:v>
                </c:pt>
                <c:pt idx="3192">
                  <c:v>8080.6661575236367</c:v>
                </c:pt>
                <c:pt idx="3193">
                  <c:v>8084.9790558688546</c:v>
                </c:pt>
                <c:pt idx="3194">
                  <c:v>8085.5607206738523</c:v>
                </c:pt>
                <c:pt idx="3195">
                  <c:v>8086.2185583397577</c:v>
                </c:pt>
                <c:pt idx="3196">
                  <c:v>8087.3475755778109</c:v>
                </c:pt>
                <c:pt idx="3197">
                  <c:v>8090.5689059194874</c:v>
                </c:pt>
                <c:pt idx="3198">
                  <c:v>8091.2598482174435</c:v>
                </c:pt>
                <c:pt idx="3199">
                  <c:v>8094.764187471661</c:v>
                </c:pt>
                <c:pt idx="3200">
                  <c:v>8094.891759109777</c:v>
                </c:pt>
                <c:pt idx="3201">
                  <c:v>8097.0845567656943</c:v>
                </c:pt>
                <c:pt idx="3202">
                  <c:v>8098.3977173126013</c:v>
                </c:pt>
                <c:pt idx="3203">
                  <c:v>8106.6747052035098</c:v>
                </c:pt>
                <c:pt idx="3204">
                  <c:v>8106.8496610109269</c:v>
                </c:pt>
                <c:pt idx="3205">
                  <c:v>8107.970779700222</c:v>
                </c:pt>
                <c:pt idx="3206">
                  <c:v>8107.9030313263756</c:v>
                </c:pt>
                <c:pt idx="3207">
                  <c:v>8108.6816157985277</c:v>
                </c:pt>
                <c:pt idx="3208">
                  <c:v>8109.4846792024582</c:v>
                </c:pt>
                <c:pt idx="3209">
                  <c:v>8110.2287926949029</c:v>
                </c:pt>
                <c:pt idx="3210">
                  <c:v>8110.1397578563428</c:v>
                </c:pt>
                <c:pt idx="3211">
                  <c:v>8110.8472719560314</c:v>
                </c:pt>
                <c:pt idx="3212">
                  <c:v>8111.2209316442777</c:v>
                </c:pt>
                <c:pt idx="3213">
                  <c:v>8111.7517761550844</c:v>
                </c:pt>
                <c:pt idx="3214">
                  <c:v>8112.1988630298265</c:v>
                </c:pt>
                <c:pt idx="3215">
                  <c:v>8112.7363491730221</c:v>
                </c:pt>
                <c:pt idx="3216">
                  <c:v>8113.7933249742737</c:v>
                </c:pt>
                <c:pt idx="3217">
                  <c:v>8114.1508505846987</c:v>
                </c:pt>
                <c:pt idx="3218">
                  <c:v>8115.5561534165763</c:v>
                </c:pt>
                <c:pt idx="3219">
                  <c:v>8115.5169237348455</c:v>
                </c:pt>
                <c:pt idx="3220">
                  <c:v>8116.8339213925483</c:v>
                </c:pt>
                <c:pt idx="3221">
                  <c:v>8118.6240599248677</c:v>
                </c:pt>
                <c:pt idx="3222">
                  <c:v>8119.0017181808962</c:v>
                </c:pt>
                <c:pt idx="3223">
                  <c:v>8124.4373634050171</c:v>
                </c:pt>
                <c:pt idx="3224">
                  <c:v>8124.6269279667395</c:v>
                </c:pt>
                <c:pt idx="3225">
                  <c:v>8124.9870670642358</c:v>
                </c:pt>
                <c:pt idx="3226">
                  <c:v>8125.9081237168139</c:v>
                </c:pt>
                <c:pt idx="3227">
                  <c:v>8128.6346485323293</c:v>
                </c:pt>
                <c:pt idx="3228">
                  <c:v>8129.3777219080339</c:v>
                </c:pt>
                <c:pt idx="3229">
                  <c:v>8135.5332620243644</c:v>
                </c:pt>
                <c:pt idx="3230">
                  <c:v>8134.9682533083624</c:v>
                </c:pt>
                <c:pt idx="3231">
                  <c:v>8136.0252159029287</c:v>
                </c:pt>
                <c:pt idx="3232">
                  <c:v>8136.2159945694575</c:v>
                </c:pt>
                <c:pt idx="3233">
                  <c:v>8136.2569976755385</c:v>
                </c:pt>
                <c:pt idx="3234">
                  <c:v>8136.7012318791685</c:v>
                </c:pt>
                <c:pt idx="3235">
                  <c:v>8136.6342466697997</c:v>
                </c:pt>
                <c:pt idx="3236">
                  <c:v>8154.5766949308263</c:v>
                </c:pt>
                <c:pt idx="3237">
                  <c:v>8155.4916757852025</c:v>
                </c:pt>
                <c:pt idx="3238">
                  <c:v>8155.482841640749</c:v>
                </c:pt>
                <c:pt idx="3239">
                  <c:v>8156.1577361057907</c:v>
                </c:pt>
                <c:pt idx="3240">
                  <c:v>8157.2031967733328</c:v>
                </c:pt>
                <c:pt idx="3241">
                  <c:v>8158.6537547299204</c:v>
                </c:pt>
                <c:pt idx="3242">
                  <c:v>8159.0082145301812</c:v>
                </c:pt>
                <c:pt idx="3243">
                  <c:v>8161.2228286467634</c:v>
                </c:pt>
                <c:pt idx="3244">
                  <c:v>8162.2428734635969</c:v>
                </c:pt>
                <c:pt idx="3245">
                  <c:v>8163.1718634388026</c:v>
                </c:pt>
                <c:pt idx="3246">
                  <c:v>8164.8480863537725</c:v>
                </c:pt>
                <c:pt idx="3247">
                  <c:v>8165.893803157508</c:v>
                </c:pt>
                <c:pt idx="3248">
                  <c:v>8167.5488555631464</c:v>
                </c:pt>
                <c:pt idx="3249">
                  <c:v>8167.308109693322</c:v>
                </c:pt>
                <c:pt idx="3250">
                  <c:v>8170.4152830964267</c:v>
                </c:pt>
                <c:pt idx="3251">
                  <c:v>8170.0739079662062</c:v>
                </c:pt>
                <c:pt idx="3252">
                  <c:v>8171.5063390453879</c:v>
                </c:pt>
                <c:pt idx="3253">
                  <c:v>8171.3587367080609</c:v>
                </c:pt>
                <c:pt idx="3254">
                  <c:v>8172.7160731874947</c:v>
                </c:pt>
                <c:pt idx="3255">
                  <c:v>8176.5919597133397</c:v>
                </c:pt>
                <c:pt idx="3256">
                  <c:v>8176.4276091597003</c:v>
                </c:pt>
                <c:pt idx="3257">
                  <c:v>8177.0868529554054</c:v>
                </c:pt>
                <c:pt idx="3258">
                  <c:v>8177.8404770382622</c:v>
                </c:pt>
                <c:pt idx="3259">
                  <c:v>8179.0374352653289</c:v>
                </c:pt>
                <c:pt idx="3260">
                  <c:v>8178.9594942809026</c:v>
                </c:pt>
                <c:pt idx="3261">
                  <c:v>8179.9491060300415</c:v>
                </c:pt>
                <c:pt idx="3262">
                  <c:v>8180.2608550982404</c:v>
                </c:pt>
                <c:pt idx="3263">
                  <c:v>8180.5506635088186</c:v>
                </c:pt>
                <c:pt idx="3264">
                  <c:v>8183.1892410047449</c:v>
                </c:pt>
                <c:pt idx="3265">
                  <c:v>8183.2431788349959</c:v>
                </c:pt>
                <c:pt idx="3266">
                  <c:v>8183.1514988586541</c:v>
                </c:pt>
                <c:pt idx="3267">
                  <c:v>8184.3808098111112</c:v>
                </c:pt>
                <c:pt idx="3268">
                  <c:v>8186.0245421482859</c:v>
                </c:pt>
                <c:pt idx="3269">
                  <c:v>8185.8860650441829</c:v>
                </c:pt>
                <c:pt idx="3270">
                  <c:v>8186.6150026276546</c:v>
                </c:pt>
                <c:pt idx="3271">
                  <c:v>8187.5220250132543</c:v>
                </c:pt>
                <c:pt idx="3272">
                  <c:v>8187.4126080176493</c:v>
                </c:pt>
                <c:pt idx="3273">
                  <c:v>8191.6775691037865</c:v>
                </c:pt>
                <c:pt idx="3274">
                  <c:v>8193.3132229630064</c:v>
                </c:pt>
                <c:pt idx="3275">
                  <c:v>8193.8760295486336</c:v>
                </c:pt>
                <c:pt idx="3276">
                  <c:v>8194.7333771492886</c:v>
                </c:pt>
                <c:pt idx="3277">
                  <c:v>8194.5729048052381</c:v>
                </c:pt>
                <c:pt idx="3278">
                  <c:v>8194.561864499592</c:v>
                </c:pt>
                <c:pt idx="3279">
                  <c:v>8197.0702764747057</c:v>
                </c:pt>
                <c:pt idx="3280">
                  <c:v>8206.102606447721</c:v>
                </c:pt>
                <c:pt idx="3281">
                  <c:v>8207.3062100920888</c:v>
                </c:pt>
                <c:pt idx="3282">
                  <c:v>8208.0172275486857</c:v>
                </c:pt>
                <c:pt idx="3283">
                  <c:v>8214.3841714946666</c:v>
                </c:pt>
                <c:pt idx="3284">
                  <c:v>8214.4167228133392</c:v>
                </c:pt>
                <c:pt idx="3285">
                  <c:v>8215.2939198675631</c:v>
                </c:pt>
                <c:pt idx="3286">
                  <c:v>8216.0883054819606</c:v>
                </c:pt>
                <c:pt idx="3287">
                  <c:v>8216.0438929949451</c:v>
                </c:pt>
                <c:pt idx="3288">
                  <c:v>8216.0351609915906</c:v>
                </c:pt>
                <c:pt idx="3289">
                  <c:v>8216.0334262803117</c:v>
                </c:pt>
                <c:pt idx="3290">
                  <c:v>8216.9237264724015</c:v>
                </c:pt>
                <c:pt idx="3291">
                  <c:v>8217.5145422526148</c:v>
                </c:pt>
                <c:pt idx="3292">
                  <c:v>8219.8721879642108</c:v>
                </c:pt>
                <c:pt idx="3293">
                  <c:v>8225.2869080188611</c:v>
                </c:pt>
                <c:pt idx="3294">
                  <c:v>8228.3385656514911</c:v>
                </c:pt>
                <c:pt idx="3295">
                  <c:v>8229.3735345327477</c:v>
                </c:pt>
                <c:pt idx="3296">
                  <c:v>8230.7572440667955</c:v>
                </c:pt>
                <c:pt idx="3297">
                  <c:v>8233.0296896353411</c:v>
                </c:pt>
                <c:pt idx="3298">
                  <c:v>8235.4116159037294</c:v>
                </c:pt>
                <c:pt idx="3299">
                  <c:v>8236.3090154350539</c:v>
                </c:pt>
                <c:pt idx="3300">
                  <c:v>8236.982884111545</c:v>
                </c:pt>
                <c:pt idx="3301">
                  <c:v>8236.8902259908245</c:v>
                </c:pt>
                <c:pt idx="3302">
                  <c:v>8237.5957261089006</c:v>
                </c:pt>
                <c:pt idx="3303">
                  <c:v>8237.4394498385573</c:v>
                </c:pt>
                <c:pt idx="3304">
                  <c:v>8237.410645268681</c:v>
                </c:pt>
                <c:pt idx="3305">
                  <c:v>8238.2278029210902</c:v>
                </c:pt>
                <c:pt idx="3306">
                  <c:v>8245.6559618352694</c:v>
                </c:pt>
                <c:pt idx="3307">
                  <c:v>8248.6213525120074</c:v>
                </c:pt>
                <c:pt idx="3308">
                  <c:v>8249.5031966831411</c:v>
                </c:pt>
                <c:pt idx="3309">
                  <c:v>8250.1099746591099</c:v>
                </c:pt>
                <c:pt idx="3310">
                  <c:v>8250.0619641360954</c:v>
                </c:pt>
                <c:pt idx="3311">
                  <c:v>8250.6650234292665</c:v>
                </c:pt>
                <c:pt idx="3312">
                  <c:v>8251.466951074879</c:v>
                </c:pt>
                <c:pt idx="3313">
                  <c:v>8252.2532161588224</c:v>
                </c:pt>
                <c:pt idx="3314">
                  <c:v>8252.2049250546679</c:v>
                </c:pt>
                <c:pt idx="3315">
                  <c:v>8255.8331928986609</c:v>
                </c:pt>
                <c:pt idx="3316">
                  <c:v>8317.3978918038174</c:v>
                </c:pt>
                <c:pt idx="3317">
                  <c:v>8319.1264566862737</c:v>
                </c:pt>
                <c:pt idx="3318">
                  <c:v>8320.1593625080131</c:v>
                </c:pt>
                <c:pt idx="3319">
                  <c:v>8320.9512248120682</c:v>
                </c:pt>
                <c:pt idx="3320">
                  <c:v>8321.4892128495976</c:v>
                </c:pt>
                <c:pt idx="3321">
                  <c:v>8321.3774286695898</c:v>
                </c:pt>
                <c:pt idx="3322">
                  <c:v>8322.8694904713175</c:v>
                </c:pt>
                <c:pt idx="3323">
                  <c:v>8322.7869816252223</c:v>
                </c:pt>
                <c:pt idx="3324">
                  <c:v>8322.7699170704691</c:v>
                </c:pt>
                <c:pt idx="3325">
                  <c:v>8323.3771058930324</c:v>
                </c:pt>
                <c:pt idx="3326">
                  <c:v>8323.9905139270086</c:v>
                </c:pt>
                <c:pt idx="3327">
                  <c:v>8323.8972569072303</c:v>
                </c:pt>
                <c:pt idx="3328">
                  <c:v>8323.8788893035999</c:v>
                </c:pt>
                <c:pt idx="3329">
                  <c:v>8323.8755677024965</c:v>
                </c:pt>
                <c:pt idx="3330">
                  <c:v>8324.2041066020156</c:v>
                </c:pt>
                <c:pt idx="3331">
                  <c:v>8324.7164487017362</c:v>
                </c:pt>
                <c:pt idx="3332">
                  <c:v>8325.3503339941453</c:v>
                </c:pt>
                <c:pt idx="3333">
                  <c:v>8326.9866986385241</c:v>
                </c:pt>
                <c:pt idx="3334">
                  <c:v>8327.0826849140067</c:v>
                </c:pt>
                <c:pt idx="3335">
                  <c:v>8327.2913034926441</c:v>
                </c:pt>
                <c:pt idx="3336">
                  <c:v>8327.6346884454106</c:v>
                </c:pt>
                <c:pt idx="3337">
                  <c:v>8327.6184844723575</c:v>
                </c:pt>
                <c:pt idx="3338">
                  <c:v>8327.8898451838759</c:v>
                </c:pt>
                <c:pt idx="3339">
                  <c:v>8328.6991592984377</c:v>
                </c:pt>
                <c:pt idx="3340">
                  <c:v>8329.76801200308</c:v>
                </c:pt>
                <c:pt idx="3341">
                  <c:v>8330.4903240062231</c:v>
                </c:pt>
                <c:pt idx="3342">
                  <c:v>8332.6344797123129</c:v>
                </c:pt>
                <c:pt idx="3343">
                  <c:v>8334.0951648445462</c:v>
                </c:pt>
                <c:pt idx="3344">
                  <c:v>8334.1956624193117</c:v>
                </c:pt>
                <c:pt idx="3345">
                  <c:v>8334.4885319964978</c:v>
                </c:pt>
                <c:pt idx="3346">
                  <c:v>8334.3890692918158</c:v>
                </c:pt>
                <c:pt idx="3347">
                  <c:v>8334.3690445851007</c:v>
                </c:pt>
                <c:pt idx="3348">
                  <c:v>8334.4162856132607</c:v>
                </c:pt>
                <c:pt idx="3349">
                  <c:v>8334.3921051050711</c:v>
                </c:pt>
                <c:pt idx="3350">
                  <c:v>8334.388743150681</c:v>
                </c:pt>
                <c:pt idx="3351">
                  <c:v>8334.4449275446441</c:v>
                </c:pt>
                <c:pt idx="3352">
                  <c:v>8334.4309901903143</c:v>
                </c:pt>
                <c:pt idx="3353">
                  <c:v>8335.4402082625311</c:v>
                </c:pt>
                <c:pt idx="3354">
                  <c:v>8344.3024494247675</c:v>
                </c:pt>
                <c:pt idx="3355">
                  <c:v>8344.6343174549038</c:v>
                </c:pt>
                <c:pt idx="3356">
                  <c:v>8346.8064334174778</c:v>
                </c:pt>
                <c:pt idx="3357">
                  <c:v>8348.0459434943659</c:v>
                </c:pt>
                <c:pt idx="3358">
                  <c:v>8348.2367889614507</c:v>
                </c:pt>
                <c:pt idx="3359">
                  <c:v>8348.6624779797821</c:v>
                </c:pt>
                <c:pt idx="3360">
                  <c:v>8349.9161327792226</c:v>
                </c:pt>
                <c:pt idx="3361">
                  <c:v>8350.1475283683212</c:v>
                </c:pt>
                <c:pt idx="3362">
                  <c:v>8350.821334513359</c:v>
                </c:pt>
                <c:pt idx="3363">
                  <c:v>8353.2102293497956</c:v>
                </c:pt>
                <c:pt idx="3364">
                  <c:v>8355.0633456908527</c:v>
                </c:pt>
                <c:pt idx="3365">
                  <c:v>8357.572472060514</c:v>
                </c:pt>
                <c:pt idx="3366">
                  <c:v>8359.263417270542</c:v>
                </c:pt>
                <c:pt idx="3367">
                  <c:v>8362.1275615523882</c:v>
                </c:pt>
                <c:pt idx="3368">
                  <c:v>8364.121944630604</c:v>
                </c:pt>
                <c:pt idx="3369">
                  <c:v>8364.7352135946076</c:v>
                </c:pt>
                <c:pt idx="3370">
                  <c:v>8367.0906923653874</c:v>
                </c:pt>
                <c:pt idx="3371">
                  <c:v>8368.4804099350768</c:v>
                </c:pt>
                <c:pt idx="3372">
                  <c:v>8369.786089952644</c:v>
                </c:pt>
                <c:pt idx="3373">
                  <c:v>8370.8036253086666</c:v>
                </c:pt>
                <c:pt idx="3374">
                  <c:v>8372.4507321117981</c:v>
                </c:pt>
                <c:pt idx="3375">
                  <c:v>8373.4743688125054</c:v>
                </c:pt>
                <c:pt idx="3376">
                  <c:v>8375.6773968446978</c:v>
                </c:pt>
                <c:pt idx="3377">
                  <c:v>8376.6463737107806</c:v>
                </c:pt>
                <c:pt idx="3378">
                  <c:v>8377.9738968516194</c:v>
                </c:pt>
                <c:pt idx="3379">
                  <c:v>8379.851998311864</c:v>
                </c:pt>
                <c:pt idx="3380">
                  <c:v>8382.0507518500235</c:v>
                </c:pt>
                <c:pt idx="3381">
                  <c:v>8384.7986848454148</c:v>
                </c:pt>
                <c:pt idx="3382">
                  <c:v>8386.0326375545574</c:v>
                </c:pt>
                <c:pt idx="3383">
                  <c:v>8387.3035548602693</c:v>
                </c:pt>
                <c:pt idx="3384">
                  <c:v>8387.5154833113993</c:v>
                </c:pt>
                <c:pt idx="3385">
                  <c:v>8387.6072632039632</c:v>
                </c:pt>
                <c:pt idx="3386">
                  <c:v>8388.1610046179776</c:v>
                </c:pt>
                <c:pt idx="3387">
                  <c:v>8389.5540944876539</c:v>
                </c:pt>
                <c:pt idx="3388">
                  <c:v>8390.3415549592555</c:v>
                </c:pt>
                <c:pt idx="3389">
                  <c:v>8391.8582730947219</c:v>
                </c:pt>
                <c:pt idx="3390">
                  <c:v>8393.2272936779173</c:v>
                </c:pt>
                <c:pt idx="3391">
                  <c:v>8393.0896793623997</c:v>
                </c:pt>
                <c:pt idx="3392">
                  <c:v>8393.346347688248</c:v>
                </c:pt>
                <c:pt idx="3393">
                  <c:v>8394.212037079169</c:v>
                </c:pt>
                <c:pt idx="3394">
                  <c:v>8394.0907994083082</c:v>
                </c:pt>
                <c:pt idx="3395">
                  <c:v>8394.715413736636</c:v>
                </c:pt>
                <c:pt idx="3396">
                  <c:v>8395.0807124206549</c:v>
                </c:pt>
                <c:pt idx="3397">
                  <c:v>8394.9991282030587</c:v>
                </c:pt>
                <c:pt idx="3398">
                  <c:v>8394.988191620203</c:v>
                </c:pt>
                <c:pt idx="3399">
                  <c:v>8395.0264959247997</c:v>
                </c:pt>
                <c:pt idx="3400">
                  <c:v>8396.5768331248073</c:v>
                </c:pt>
                <c:pt idx="3401">
                  <c:v>8397.0608959008623</c:v>
                </c:pt>
                <c:pt idx="3402">
                  <c:v>8397.820474046428</c:v>
                </c:pt>
                <c:pt idx="3403">
                  <c:v>8398.8605066864566</c:v>
                </c:pt>
                <c:pt idx="3404">
                  <c:v>8400.3376120621688</c:v>
                </c:pt>
                <c:pt idx="3405">
                  <c:v>8400.2485641126241</c:v>
                </c:pt>
                <c:pt idx="3406">
                  <c:v>8400.2310889934106</c:v>
                </c:pt>
                <c:pt idx="3407">
                  <c:v>8400.489723719882</c:v>
                </c:pt>
                <c:pt idx="3408">
                  <c:v>8402.6652261342297</c:v>
                </c:pt>
                <c:pt idx="3409">
                  <c:v>8403.8983150255972</c:v>
                </c:pt>
                <c:pt idx="3410">
                  <c:v>8404.7154939404991</c:v>
                </c:pt>
                <c:pt idx="3411">
                  <c:v>8405.9897168844363</c:v>
                </c:pt>
                <c:pt idx="3412">
                  <c:v>8406.1567038015037</c:v>
                </c:pt>
                <c:pt idx="3413">
                  <c:v>8407.3708538549308</c:v>
                </c:pt>
                <c:pt idx="3414">
                  <c:v>8407.988211580725</c:v>
                </c:pt>
                <c:pt idx="3415">
                  <c:v>8409.2550766176664</c:v>
                </c:pt>
                <c:pt idx="3416">
                  <c:v>8409.0946699766755</c:v>
                </c:pt>
                <c:pt idx="3417">
                  <c:v>8409.0680774329285</c:v>
                </c:pt>
                <c:pt idx="3418">
                  <c:v>8409.8449096235672</c:v>
                </c:pt>
                <c:pt idx="3419">
                  <c:v>8410.2637161294515</c:v>
                </c:pt>
                <c:pt idx="3420">
                  <c:v>8410.9533886186455</c:v>
                </c:pt>
                <c:pt idx="3421">
                  <c:v>8411.8221633637258</c:v>
                </c:pt>
                <c:pt idx="3422">
                  <c:v>8411.7319047616784</c:v>
                </c:pt>
                <c:pt idx="3423">
                  <c:v>8412.0856951752758</c:v>
                </c:pt>
                <c:pt idx="3424">
                  <c:v>8412.2104731976215</c:v>
                </c:pt>
                <c:pt idx="3425">
                  <c:v>8413.2191641716927</c:v>
                </c:pt>
                <c:pt idx="3426">
                  <c:v>8413.1264627452074</c:v>
                </c:pt>
                <c:pt idx="3427">
                  <c:v>8414.1826625204103</c:v>
                </c:pt>
                <c:pt idx="3428">
                  <c:v>8415.6235795730245</c:v>
                </c:pt>
                <c:pt idx="3429">
                  <c:v>8416.1917766074748</c:v>
                </c:pt>
                <c:pt idx="3430">
                  <c:v>8418.2784634336604</c:v>
                </c:pt>
                <c:pt idx="3431">
                  <c:v>8419.8664135102626</c:v>
                </c:pt>
                <c:pt idx="3432">
                  <c:v>8427.2092824104802</c:v>
                </c:pt>
                <c:pt idx="3433">
                  <c:v>8434.1408377948501</c:v>
                </c:pt>
                <c:pt idx="3434">
                  <c:v>8434.5764124039943</c:v>
                </c:pt>
                <c:pt idx="3435">
                  <c:v>8435.6367754410785</c:v>
                </c:pt>
                <c:pt idx="3436">
                  <c:v>8485.4071288544037</c:v>
                </c:pt>
                <c:pt idx="3437">
                  <c:v>8485.1310680324295</c:v>
                </c:pt>
                <c:pt idx="3438">
                  <c:v>8487.7827156713665</c:v>
                </c:pt>
                <c:pt idx="3439">
                  <c:v>8487.5896056684087</c:v>
                </c:pt>
                <c:pt idx="3440">
                  <c:v>8488.8673748475903</c:v>
                </c:pt>
                <c:pt idx="3441">
                  <c:v>8490.8182812333744</c:v>
                </c:pt>
                <c:pt idx="3442">
                  <c:v>8491.5775900482204</c:v>
                </c:pt>
                <c:pt idx="3443">
                  <c:v>8491.8559966349494</c:v>
                </c:pt>
                <c:pt idx="3444">
                  <c:v>8492.1521998944609</c:v>
                </c:pt>
                <c:pt idx="3445">
                  <c:v>8493.2254048169179</c:v>
                </c:pt>
                <c:pt idx="3446">
                  <c:v>8495.3484168696414</c:v>
                </c:pt>
                <c:pt idx="3447">
                  <c:v>8495.8715513133466</c:v>
                </c:pt>
                <c:pt idx="3448">
                  <c:v>8495.7921911089234</c:v>
                </c:pt>
                <c:pt idx="3449">
                  <c:v>8496.2680485030178</c:v>
                </c:pt>
                <c:pt idx="3450">
                  <c:v>8496.3287978226344</c:v>
                </c:pt>
                <c:pt idx="3451">
                  <c:v>8496.3978747113269</c:v>
                </c:pt>
                <c:pt idx="3452">
                  <c:v>8497.7607646982378</c:v>
                </c:pt>
                <c:pt idx="3453">
                  <c:v>8498.5822796003104</c:v>
                </c:pt>
                <c:pt idx="3454">
                  <c:v>8499.6530849224491</c:v>
                </c:pt>
                <c:pt idx="3455">
                  <c:v>8500.360592680785</c:v>
                </c:pt>
                <c:pt idx="3456">
                  <c:v>8500.765615360051</c:v>
                </c:pt>
                <c:pt idx="3457">
                  <c:v>8501.0562260565075</c:v>
                </c:pt>
                <c:pt idx="3458">
                  <c:v>8507.876794177766</c:v>
                </c:pt>
                <c:pt idx="3459">
                  <c:v>8511.1149614163714</c:v>
                </c:pt>
                <c:pt idx="3460">
                  <c:v>8530.2567706038681</c:v>
                </c:pt>
                <c:pt idx="3461">
                  <c:v>8573.7833429828952</c:v>
                </c:pt>
                <c:pt idx="3462">
                  <c:v>8573.8262902923107</c:v>
                </c:pt>
                <c:pt idx="3463">
                  <c:v>8575.4371222537084</c:v>
                </c:pt>
                <c:pt idx="3464">
                  <c:v>8575.2692027261037</c:v>
                </c:pt>
                <c:pt idx="3465">
                  <c:v>8577.4634592149014</c:v>
                </c:pt>
                <c:pt idx="3466">
                  <c:v>8578.6099452246453</c:v>
                </c:pt>
                <c:pt idx="3467">
                  <c:v>8580.9084307688536</c:v>
                </c:pt>
                <c:pt idx="3468">
                  <c:v>8581.2895790396578</c:v>
                </c:pt>
                <c:pt idx="3469">
                  <c:v>8582.2020283250076</c:v>
                </c:pt>
                <c:pt idx="3470">
                  <c:v>8582.4633494666959</c:v>
                </c:pt>
                <c:pt idx="3471">
                  <c:v>8582.7209876269953</c:v>
                </c:pt>
                <c:pt idx="3472">
                  <c:v>8582.6742690180981</c:v>
                </c:pt>
                <c:pt idx="3473">
                  <c:v>8583.1004691091766</c:v>
                </c:pt>
                <c:pt idx="3474">
                  <c:v>8583.4222950643343</c:v>
                </c:pt>
                <c:pt idx="3475">
                  <c:v>8584.5484361252311</c:v>
                </c:pt>
                <c:pt idx="3476">
                  <c:v>8585.1114387583766</c:v>
                </c:pt>
                <c:pt idx="3477">
                  <c:v>8586.4089250467023</c:v>
                </c:pt>
                <c:pt idx="3478">
                  <c:v>8587.1466096973654</c:v>
                </c:pt>
                <c:pt idx="3479">
                  <c:v>8588.324958541285</c:v>
                </c:pt>
                <c:pt idx="3480">
                  <c:v>8589.2085865325844</c:v>
                </c:pt>
                <c:pt idx="3481">
                  <c:v>8591.3688424713964</c:v>
                </c:pt>
                <c:pt idx="3482">
                  <c:v>8593.379136904432</c:v>
                </c:pt>
                <c:pt idx="3483">
                  <c:v>8593.2852653230184</c:v>
                </c:pt>
                <c:pt idx="3484">
                  <c:v>8593.7630473626541</c:v>
                </c:pt>
                <c:pt idx="3485">
                  <c:v>8595.6357282561894</c:v>
                </c:pt>
                <c:pt idx="3486">
                  <c:v>8596.4944905564753</c:v>
                </c:pt>
                <c:pt idx="3487">
                  <c:v>8597.5875523051236</c:v>
                </c:pt>
                <c:pt idx="3488">
                  <c:v>8597.4558408872072</c:v>
                </c:pt>
                <c:pt idx="3489">
                  <c:v>8598.8715826788339</c:v>
                </c:pt>
                <c:pt idx="3490">
                  <c:v>8598.9971729973931</c:v>
                </c:pt>
                <c:pt idx="3491">
                  <c:v>8598.888454654887</c:v>
                </c:pt>
                <c:pt idx="3492">
                  <c:v>8599.6918787644045</c:v>
                </c:pt>
                <c:pt idx="3493">
                  <c:v>8599.953057268649</c:v>
                </c:pt>
                <c:pt idx="3494">
                  <c:v>8599.8685085315246</c:v>
                </c:pt>
                <c:pt idx="3495">
                  <c:v>8600.5951325213773</c:v>
                </c:pt>
                <c:pt idx="3496">
                  <c:v>8601.0319383897113</c:v>
                </c:pt>
                <c:pt idx="3497">
                  <c:v>8600.940661439643</c:v>
                </c:pt>
                <c:pt idx="3498">
                  <c:v>8601.6293694280776</c:v>
                </c:pt>
                <c:pt idx="3499">
                  <c:v>8602.0252588191652</c:v>
                </c:pt>
                <c:pt idx="3500">
                  <c:v>8602.8081214023478</c:v>
                </c:pt>
                <c:pt idx="3501">
                  <c:v>8603.3861761153021</c:v>
                </c:pt>
                <c:pt idx="3502">
                  <c:v>8604.1094016771949</c:v>
                </c:pt>
                <c:pt idx="3503">
                  <c:v>8604.0563695412948</c:v>
                </c:pt>
                <c:pt idx="3504">
                  <c:v>8604.0458958572344</c:v>
                </c:pt>
                <c:pt idx="3505">
                  <c:v>8604.1153473345512</c:v>
                </c:pt>
                <c:pt idx="3506">
                  <c:v>8604.2306800474453</c:v>
                </c:pt>
                <c:pt idx="3507">
                  <c:v>8604.2196093295715</c:v>
                </c:pt>
                <c:pt idx="3508">
                  <c:v>8604.9630315767263</c:v>
                </c:pt>
                <c:pt idx="3509">
                  <c:v>8605.6716329797109</c:v>
                </c:pt>
                <c:pt idx="3510">
                  <c:v>8606.6224905420513</c:v>
                </c:pt>
                <c:pt idx="3511">
                  <c:v>8607.8764458710993</c:v>
                </c:pt>
                <c:pt idx="3512">
                  <c:v>8608.595773897925</c:v>
                </c:pt>
                <c:pt idx="3513">
                  <c:v>8608.4788588657811</c:v>
                </c:pt>
                <c:pt idx="3514">
                  <c:v>8609.0237062480373</c:v>
                </c:pt>
                <c:pt idx="3515">
                  <c:v>8609.8618907706659</c:v>
                </c:pt>
                <c:pt idx="3516">
                  <c:v>8609.7115129264275</c:v>
                </c:pt>
                <c:pt idx="3517">
                  <c:v>8609.8397132854116</c:v>
                </c:pt>
                <c:pt idx="3518">
                  <c:v>8613.3764067112661</c:v>
                </c:pt>
                <c:pt idx="3519">
                  <c:v>8614.4366688236751</c:v>
                </c:pt>
                <c:pt idx="3520">
                  <c:v>8614.2271744541031</c:v>
                </c:pt>
                <c:pt idx="3521">
                  <c:v>8615.5090709086435</c:v>
                </c:pt>
                <c:pt idx="3522">
                  <c:v>8616.7923191899627</c:v>
                </c:pt>
                <c:pt idx="3523">
                  <c:v>8619.7660820693691</c:v>
                </c:pt>
                <c:pt idx="3524">
                  <c:v>8623.1337379277375</c:v>
                </c:pt>
                <c:pt idx="3525">
                  <c:v>8623.6996758500718</c:v>
                </c:pt>
                <c:pt idx="3526">
                  <c:v>8623.6843358472979</c:v>
                </c:pt>
                <c:pt idx="3527">
                  <c:v>8624.1539082037161</c:v>
                </c:pt>
                <c:pt idx="3528">
                  <c:v>8624.4174506450945</c:v>
                </c:pt>
                <c:pt idx="3529">
                  <c:v>8627.6481827513198</c:v>
                </c:pt>
                <c:pt idx="3530">
                  <c:v>8627.5201567490913</c:v>
                </c:pt>
                <c:pt idx="3531">
                  <c:v>8627.4940264044617</c:v>
                </c:pt>
                <c:pt idx="3532">
                  <c:v>8627.4848753010738</c:v>
                </c:pt>
                <c:pt idx="3533">
                  <c:v>8627.4829628503612</c:v>
                </c:pt>
                <c:pt idx="3534">
                  <c:v>8628.7456854096836</c:v>
                </c:pt>
                <c:pt idx="3535">
                  <c:v>8629.5475194362152</c:v>
                </c:pt>
                <c:pt idx="3536">
                  <c:v>8631.752005003229</c:v>
                </c:pt>
                <c:pt idx="3537">
                  <c:v>8634.0623637903918</c:v>
                </c:pt>
                <c:pt idx="3538">
                  <c:v>8636.0527181293473</c:v>
                </c:pt>
                <c:pt idx="3539">
                  <c:v>8641.0270957157009</c:v>
                </c:pt>
                <c:pt idx="3540">
                  <c:v>8642.202307196414</c:v>
                </c:pt>
                <c:pt idx="3541">
                  <c:v>8650.0369256619633</c:v>
                </c:pt>
                <c:pt idx="3542">
                  <c:v>8651.667197642153</c:v>
                </c:pt>
                <c:pt idx="3543">
                  <c:v>8662.0871031455463</c:v>
                </c:pt>
                <c:pt idx="3544">
                  <c:v>8661.9680588579595</c:v>
                </c:pt>
                <c:pt idx="3545">
                  <c:v>8662.8075300085966</c:v>
                </c:pt>
                <c:pt idx="3546">
                  <c:v>8664.3079323297479</c:v>
                </c:pt>
                <c:pt idx="3547">
                  <c:v>8668.2926933846538</c:v>
                </c:pt>
                <c:pt idx="3548">
                  <c:v>8668.9940325152129</c:v>
                </c:pt>
                <c:pt idx="3549">
                  <c:v>8669.6997513399347</c:v>
                </c:pt>
                <c:pt idx="3550">
                  <c:v>8669.734965469479</c:v>
                </c:pt>
                <c:pt idx="3551">
                  <c:v>8669.7255141684254</c:v>
                </c:pt>
                <c:pt idx="3552">
                  <c:v>8669.8081546081794</c:v>
                </c:pt>
                <c:pt idx="3553">
                  <c:v>8670.7284921229711</c:v>
                </c:pt>
                <c:pt idx="3554">
                  <c:v>8670.9246915076201</c:v>
                </c:pt>
                <c:pt idx="3555">
                  <c:v>8671.5774652078417</c:v>
                </c:pt>
                <c:pt idx="3556">
                  <c:v>8672.1194051194798</c:v>
                </c:pt>
                <c:pt idx="3557">
                  <c:v>8672.0526038805183</c:v>
                </c:pt>
                <c:pt idx="3558">
                  <c:v>8672.8727271102707</c:v>
                </c:pt>
                <c:pt idx="3559">
                  <c:v>8673.8865764575585</c:v>
                </c:pt>
                <c:pt idx="3560">
                  <c:v>8674.6569889031307</c:v>
                </c:pt>
                <c:pt idx="3561">
                  <c:v>8674.5190441290652</c:v>
                </c:pt>
                <c:pt idx="3562">
                  <c:v>8677.133105656947</c:v>
                </c:pt>
                <c:pt idx="3563">
                  <c:v>8682.85202632656</c:v>
                </c:pt>
                <c:pt idx="3564">
                  <c:v>8684.4264761872419</c:v>
                </c:pt>
                <c:pt idx="3565">
                  <c:v>8684.2422804692469</c:v>
                </c:pt>
                <c:pt idx="3566">
                  <c:v>8684.8747945932573</c:v>
                </c:pt>
                <c:pt idx="3567">
                  <c:v>8685.1923109544277</c:v>
                </c:pt>
                <c:pt idx="3568">
                  <c:v>8685.2076284470404</c:v>
                </c:pt>
                <c:pt idx="3569">
                  <c:v>8686.585840854932</c:v>
                </c:pt>
                <c:pt idx="3570">
                  <c:v>8688.0364921281689</c:v>
                </c:pt>
                <c:pt idx="3571">
                  <c:v>8691.6677489186095</c:v>
                </c:pt>
                <c:pt idx="3572">
                  <c:v>8692.3875933307845</c:v>
                </c:pt>
                <c:pt idx="3573">
                  <c:v>8693.2501798964331</c:v>
                </c:pt>
                <c:pt idx="3574">
                  <c:v>8693.1854352110167</c:v>
                </c:pt>
                <c:pt idx="3575">
                  <c:v>8693.1784465939418</c:v>
                </c:pt>
                <c:pt idx="3576">
                  <c:v>8693.1758984273765</c:v>
                </c:pt>
                <c:pt idx="3577">
                  <c:v>8693.8669097002476</c:v>
                </c:pt>
                <c:pt idx="3578">
                  <c:v>8694.7715346583846</c:v>
                </c:pt>
                <c:pt idx="3579">
                  <c:v>8696.0623959190816</c:v>
                </c:pt>
                <c:pt idx="3580">
                  <c:v>8696.0519252064896</c:v>
                </c:pt>
                <c:pt idx="3581">
                  <c:v>8698.4371107803181</c:v>
                </c:pt>
                <c:pt idx="3582">
                  <c:v>8700.9392542217574</c:v>
                </c:pt>
                <c:pt idx="3583">
                  <c:v>8708.634668942168</c:v>
                </c:pt>
                <c:pt idx="3584">
                  <c:v>8719.8660835528426</c:v>
                </c:pt>
                <c:pt idx="3585">
                  <c:v>8721.0476331878672</c:v>
                </c:pt>
                <c:pt idx="3586">
                  <c:v>8742.0308313571495</c:v>
                </c:pt>
                <c:pt idx="3587">
                  <c:v>8743.6202544127664</c:v>
                </c:pt>
                <c:pt idx="3588">
                  <c:v>8744.5236530034963</c:v>
                </c:pt>
                <c:pt idx="3589">
                  <c:v>8746.6385402486449</c:v>
                </c:pt>
                <c:pt idx="3590">
                  <c:v>8747.470740979712</c:v>
                </c:pt>
                <c:pt idx="3591">
                  <c:v>8747.5795165397903</c:v>
                </c:pt>
                <c:pt idx="3592">
                  <c:v>8759.5417576383024</c:v>
                </c:pt>
                <c:pt idx="3593">
                  <c:v>8765.6244583976459</c:v>
                </c:pt>
                <c:pt idx="3594">
                  <c:v>8767.3197523540821</c:v>
                </c:pt>
                <c:pt idx="3595">
                  <c:v>8771.1003891634609</c:v>
                </c:pt>
                <c:pt idx="3596">
                  <c:v>8770.8135550446405</c:v>
                </c:pt>
                <c:pt idx="3597">
                  <c:v>8770.9742955341953</c:v>
                </c:pt>
                <c:pt idx="3598">
                  <c:v>8771.0662452386987</c:v>
                </c:pt>
                <c:pt idx="3599">
                  <c:v>8771.0523904047059</c:v>
                </c:pt>
                <c:pt idx="3600">
                  <c:v>8771.4673161164828</c:v>
                </c:pt>
                <c:pt idx="3601">
                  <c:v>8771.8236745514987</c:v>
                </c:pt>
                <c:pt idx="3602">
                  <c:v>8771.9844196532576</c:v>
                </c:pt>
                <c:pt idx="3603">
                  <c:v>8771.9676672895766</c:v>
                </c:pt>
                <c:pt idx="3604">
                  <c:v>8771.9749431323235</c:v>
                </c:pt>
                <c:pt idx="3605">
                  <c:v>8773.3953627777992</c:v>
                </c:pt>
                <c:pt idx="3606">
                  <c:v>8774.107017323684</c:v>
                </c:pt>
                <c:pt idx="3607">
                  <c:v>8775.3192025432327</c:v>
                </c:pt>
                <c:pt idx="3608">
                  <c:v>8778.9737729013432</c:v>
                </c:pt>
                <c:pt idx="3609">
                  <c:v>8783.5895375717737</c:v>
                </c:pt>
                <c:pt idx="3610">
                  <c:v>8784.8492128316939</c:v>
                </c:pt>
                <c:pt idx="3611">
                  <c:v>8788.3287219570921</c:v>
                </c:pt>
                <c:pt idx="3612">
                  <c:v>8814.0382656376987</c:v>
                </c:pt>
                <c:pt idx="3613">
                  <c:v>8817.3722202656645</c:v>
                </c:pt>
                <c:pt idx="3614">
                  <c:v>8817.2630079677965</c:v>
                </c:pt>
                <c:pt idx="3615">
                  <c:v>8817.9557643493263</c:v>
                </c:pt>
                <c:pt idx="3616">
                  <c:v>8817.885278400463</c:v>
                </c:pt>
                <c:pt idx="3617">
                  <c:v>8818.7210849335934</c:v>
                </c:pt>
                <c:pt idx="3618">
                  <c:v>8819.6194979677621</c:v>
                </c:pt>
                <c:pt idx="3619">
                  <c:v>8822.5656672302939</c:v>
                </c:pt>
                <c:pt idx="3620">
                  <c:v>8823.3658858541003</c:v>
                </c:pt>
                <c:pt idx="3621">
                  <c:v>8823.4557843064395</c:v>
                </c:pt>
                <c:pt idx="3622">
                  <c:v>8823.4566585207631</c:v>
                </c:pt>
                <c:pt idx="3623">
                  <c:v>8823.5939793805228</c:v>
                </c:pt>
                <c:pt idx="3624">
                  <c:v>8823.6036856434093</c:v>
                </c:pt>
                <c:pt idx="3625">
                  <c:v>8823.677993041234</c:v>
                </c:pt>
                <c:pt idx="3626">
                  <c:v>8823.797851506306</c:v>
                </c:pt>
                <c:pt idx="3627">
                  <c:v>8823.7794296837783</c:v>
                </c:pt>
                <c:pt idx="3628">
                  <c:v>8824.9552331110899</c:v>
                </c:pt>
                <c:pt idx="3629">
                  <c:v>8826.6489172856182</c:v>
                </c:pt>
                <c:pt idx="3630">
                  <c:v>8829.871176024868</c:v>
                </c:pt>
                <c:pt idx="3631">
                  <c:v>8833.3962987246905</c:v>
                </c:pt>
                <c:pt idx="3632">
                  <c:v>8834.2974103179731</c:v>
                </c:pt>
                <c:pt idx="3633">
                  <c:v>8834.0904466462889</c:v>
                </c:pt>
                <c:pt idx="3634">
                  <c:v>8844.3994760391179</c:v>
                </c:pt>
                <c:pt idx="3635">
                  <c:v>8847.5852674162707</c:v>
                </c:pt>
                <c:pt idx="3636">
                  <c:v>8849.7286173109878</c:v>
                </c:pt>
                <c:pt idx="3637">
                  <c:v>8849.5747047369805</c:v>
                </c:pt>
                <c:pt idx="3638">
                  <c:v>8849.5435108513066</c:v>
                </c:pt>
                <c:pt idx="3639">
                  <c:v>8849.5818705907132</c:v>
                </c:pt>
                <c:pt idx="3640">
                  <c:v>8849.5818705907132</c:v>
                </c:pt>
                <c:pt idx="3641">
                  <c:v>8849.5818705907132</c:v>
                </c:pt>
                <c:pt idx="3642">
                  <c:v>8849.9274409109712</c:v>
                </c:pt>
                <c:pt idx="3643">
                  <c:v>8850.2313916923467</c:v>
                </c:pt>
                <c:pt idx="3644">
                  <c:v>8850.1991526637448</c:v>
                </c:pt>
                <c:pt idx="3645">
                  <c:v>8855.1529916184845</c:v>
                </c:pt>
                <c:pt idx="3646">
                  <c:v>8855.005832718356</c:v>
                </c:pt>
                <c:pt idx="3647">
                  <c:v>8855.2975716741075</c:v>
                </c:pt>
                <c:pt idx="3648">
                  <c:v>8857.3330422034796</c:v>
                </c:pt>
                <c:pt idx="3649">
                  <c:v>8857.8894772782351</c:v>
                </c:pt>
                <c:pt idx="3650">
                  <c:v>8859.1820383326794</c:v>
                </c:pt>
                <c:pt idx="3651">
                  <c:v>8859.5987093681451</c:v>
                </c:pt>
                <c:pt idx="3652">
                  <c:v>8859.5946494074324</c:v>
                </c:pt>
                <c:pt idx="3653">
                  <c:v>8860.0961451114563</c:v>
                </c:pt>
                <c:pt idx="3654">
                  <c:v>8860.5558033207162</c:v>
                </c:pt>
                <c:pt idx="3655">
                  <c:v>8863.0204325724681</c:v>
                </c:pt>
                <c:pt idx="3656">
                  <c:v>8862.7432962595958</c:v>
                </c:pt>
                <c:pt idx="3657">
                  <c:v>8862.6947433962287</c:v>
                </c:pt>
                <c:pt idx="3658">
                  <c:v>8862.8578890691588</c:v>
                </c:pt>
                <c:pt idx="3659">
                  <c:v>8862.9677262741061</c:v>
                </c:pt>
                <c:pt idx="3660">
                  <c:v>8862.9095396872181</c:v>
                </c:pt>
                <c:pt idx="3661">
                  <c:v>8862.8977785311436</c:v>
                </c:pt>
                <c:pt idx="3662">
                  <c:v>8862.9910484914071</c:v>
                </c:pt>
                <c:pt idx="3663">
                  <c:v>8862.9864155478626</c:v>
                </c:pt>
                <c:pt idx="3664">
                  <c:v>8863.4581667716666</c:v>
                </c:pt>
                <c:pt idx="3665">
                  <c:v>8863.4409004546505</c:v>
                </c:pt>
                <c:pt idx="3666">
                  <c:v>8863.4374307009493</c:v>
                </c:pt>
                <c:pt idx="3667">
                  <c:v>8863.4367168598928</c:v>
                </c:pt>
                <c:pt idx="3668">
                  <c:v>8863.7387579778297</c:v>
                </c:pt>
                <c:pt idx="3669">
                  <c:v>8865.8714836301242</c:v>
                </c:pt>
                <c:pt idx="3670">
                  <c:v>8866.6706087482489</c:v>
                </c:pt>
                <c:pt idx="3671">
                  <c:v>8867.5043623309211</c:v>
                </c:pt>
                <c:pt idx="3672">
                  <c:v>8868.340843302045</c:v>
                </c:pt>
                <c:pt idx="3673">
                  <c:v>8869.0568870592033</c:v>
                </c:pt>
                <c:pt idx="3674">
                  <c:v>8869.7032366706153</c:v>
                </c:pt>
                <c:pt idx="3675">
                  <c:v>8870.665051097887</c:v>
                </c:pt>
                <c:pt idx="3676">
                  <c:v>8872.3347387707181</c:v>
                </c:pt>
                <c:pt idx="3677">
                  <c:v>8873.2906431510655</c:v>
                </c:pt>
                <c:pt idx="3678">
                  <c:v>8874.6464806425174</c:v>
                </c:pt>
                <c:pt idx="3679">
                  <c:v>8875.2774836140015</c:v>
                </c:pt>
                <c:pt idx="3680">
                  <c:v>8876.2201077845311</c:v>
                </c:pt>
                <c:pt idx="3681">
                  <c:v>8876.8143804837873</c:v>
                </c:pt>
                <c:pt idx="3682">
                  <c:v>8876.6747161809908</c:v>
                </c:pt>
                <c:pt idx="3683">
                  <c:v>8876.8823030733893</c:v>
                </c:pt>
                <c:pt idx="3684">
                  <c:v>8876.8376588278516</c:v>
                </c:pt>
                <c:pt idx="3685">
                  <c:v>8876.8286466378668</c:v>
                </c:pt>
                <c:pt idx="3686">
                  <c:v>8876.8676851855416</c:v>
                </c:pt>
                <c:pt idx="3687">
                  <c:v>8876.8598957423765</c:v>
                </c:pt>
                <c:pt idx="3688">
                  <c:v>8876.9844548881174</c:v>
                </c:pt>
                <c:pt idx="3689">
                  <c:v>8876.9562189655462</c:v>
                </c:pt>
                <c:pt idx="3690">
                  <c:v>8876.9505557804441</c:v>
                </c:pt>
                <c:pt idx="3691">
                  <c:v>8878.4712000527124</c:v>
                </c:pt>
                <c:pt idx="3692">
                  <c:v>8878.9896100069145</c:v>
                </c:pt>
                <c:pt idx="3693">
                  <c:v>8879.9487975840348</c:v>
                </c:pt>
                <c:pt idx="3694">
                  <c:v>8879.8801010873503</c:v>
                </c:pt>
                <c:pt idx="3695">
                  <c:v>8880.0086556172064</c:v>
                </c:pt>
                <c:pt idx="3696">
                  <c:v>8882.7693370060424</c:v>
                </c:pt>
                <c:pt idx="3697">
                  <c:v>8885.4201202229269</c:v>
                </c:pt>
                <c:pt idx="3698">
                  <c:v>8886.508688281001</c:v>
                </c:pt>
                <c:pt idx="3699">
                  <c:v>8887.7198777187896</c:v>
                </c:pt>
                <c:pt idx="3700">
                  <c:v>8889.2943767110082</c:v>
                </c:pt>
                <c:pt idx="3701">
                  <c:v>8889.6776313828304</c:v>
                </c:pt>
                <c:pt idx="3702">
                  <c:v>8890.2273886082603</c:v>
                </c:pt>
                <c:pt idx="3703">
                  <c:v>8891.0439360496275</c:v>
                </c:pt>
                <c:pt idx="3704">
                  <c:v>8892.5058671044262</c:v>
                </c:pt>
                <c:pt idx="3705">
                  <c:v>8891.067501827898</c:v>
                </c:pt>
                <c:pt idx="3706">
                  <c:v>8891.5786861931829</c:v>
                </c:pt>
                <c:pt idx="3707">
                  <c:v>8901.8104163564039</c:v>
                </c:pt>
                <c:pt idx="3708">
                  <c:v>8901.5023668614504</c:v>
                </c:pt>
                <c:pt idx="3709">
                  <c:v>8904.4731953883147</c:v>
                </c:pt>
                <c:pt idx="3710">
                  <c:v>8904.2808776041857</c:v>
                </c:pt>
                <c:pt idx="3711">
                  <c:v>8904.2922728841877</c:v>
                </c:pt>
                <c:pt idx="3712">
                  <c:v>8904.4499508934241</c:v>
                </c:pt>
                <c:pt idx="3713">
                  <c:v>8906.4401175281691</c:v>
                </c:pt>
                <c:pt idx="3714">
                  <c:v>8907.6700435967887</c:v>
                </c:pt>
                <c:pt idx="3715">
                  <c:v>8908.6104370224275</c:v>
                </c:pt>
                <c:pt idx="3716">
                  <c:v>8909.5541538972921</c:v>
                </c:pt>
                <c:pt idx="3717">
                  <c:v>8909.4666704085703</c:v>
                </c:pt>
                <c:pt idx="3718">
                  <c:v>8909.8025280136462</c:v>
                </c:pt>
                <c:pt idx="3719">
                  <c:v>8911.2397221876618</c:v>
                </c:pt>
                <c:pt idx="3720">
                  <c:v>8913.0504145923642</c:v>
                </c:pt>
                <c:pt idx="3721">
                  <c:v>8913.5010376718092</c:v>
                </c:pt>
                <c:pt idx="3722">
                  <c:v>8913.8279993981723</c:v>
                </c:pt>
                <c:pt idx="3723">
                  <c:v>8914.7505823745123</c:v>
                </c:pt>
                <c:pt idx="3724">
                  <c:v>8915.0800334013766</c:v>
                </c:pt>
                <c:pt idx="3725">
                  <c:v>8918.6633790868509</c:v>
                </c:pt>
                <c:pt idx="3726">
                  <c:v>8919.9642928014146</c:v>
                </c:pt>
                <c:pt idx="3727">
                  <c:v>8921.1157107337312</c:v>
                </c:pt>
                <c:pt idx="3728">
                  <c:v>8921.1706104363839</c:v>
                </c:pt>
                <c:pt idx="3729">
                  <c:v>8921.077800424775</c:v>
                </c:pt>
                <c:pt idx="3730">
                  <c:v>8924.2451846949098</c:v>
                </c:pt>
                <c:pt idx="3731">
                  <c:v>8923.8960705728678</c:v>
                </c:pt>
                <c:pt idx="3732">
                  <c:v>8924.6119618167995</c:v>
                </c:pt>
                <c:pt idx="3733">
                  <c:v>8924.4698190229919</c:v>
                </c:pt>
                <c:pt idx="3734">
                  <c:v>8924.6124457909827</c:v>
                </c:pt>
                <c:pt idx="3735">
                  <c:v>8924.9995845477824</c:v>
                </c:pt>
                <c:pt idx="3736">
                  <c:v>8925.2122055311993</c:v>
                </c:pt>
                <c:pt idx="3737">
                  <c:v>8925.9863388999001</c:v>
                </c:pt>
                <c:pt idx="3738">
                  <c:v>8926.4145980657358</c:v>
                </c:pt>
                <c:pt idx="3739">
                  <c:v>8927.5152868284622</c:v>
                </c:pt>
                <c:pt idx="3740">
                  <c:v>8927.4030351464917</c:v>
                </c:pt>
                <c:pt idx="3741">
                  <c:v>8927.8146834511917</c:v>
                </c:pt>
                <c:pt idx="3742">
                  <c:v>8929.2542704227271</c:v>
                </c:pt>
                <c:pt idx="3743">
                  <c:v>8930.0792193928246</c:v>
                </c:pt>
                <c:pt idx="3744">
                  <c:v>8930.201641671727</c:v>
                </c:pt>
                <c:pt idx="3745">
                  <c:v>8931.1532593673182</c:v>
                </c:pt>
                <c:pt idx="3746">
                  <c:v>8931.4398657512411</c:v>
                </c:pt>
                <c:pt idx="3747">
                  <c:v>8931.8778390663792</c:v>
                </c:pt>
                <c:pt idx="3748">
                  <c:v>8933.1184894287271</c:v>
                </c:pt>
                <c:pt idx="3749">
                  <c:v>8934.1506158575648</c:v>
                </c:pt>
                <c:pt idx="3750">
                  <c:v>8934.5921234298967</c:v>
                </c:pt>
                <c:pt idx="3751">
                  <c:v>8935.6180194068002</c:v>
                </c:pt>
                <c:pt idx="3752">
                  <c:v>8936.6303016015136</c:v>
                </c:pt>
                <c:pt idx="3753">
                  <c:v>8937.380562450342</c:v>
                </c:pt>
                <c:pt idx="3754">
                  <c:v>8938.3073002904221</c:v>
                </c:pt>
                <c:pt idx="3755">
                  <c:v>8938.1524616048446</c:v>
                </c:pt>
                <c:pt idx="3756">
                  <c:v>8938.2474620626472</c:v>
                </c:pt>
                <c:pt idx="3757">
                  <c:v>8938.4251749473351</c:v>
                </c:pt>
                <c:pt idx="3758">
                  <c:v>8938.3605713546131</c:v>
                </c:pt>
                <c:pt idx="3759">
                  <c:v>8942.9259696324552</c:v>
                </c:pt>
                <c:pt idx="3760">
                  <c:v>8942.6267462593769</c:v>
                </c:pt>
                <c:pt idx="3761">
                  <c:v>8943.2679154136058</c:v>
                </c:pt>
                <c:pt idx="3762">
                  <c:v>8944.6912116140556</c:v>
                </c:pt>
                <c:pt idx="3763">
                  <c:v>8946.333731202114</c:v>
                </c:pt>
                <c:pt idx="3764">
                  <c:v>8946.7752175259684</c:v>
                </c:pt>
                <c:pt idx="3765">
                  <c:v>8948.2361461926866</c:v>
                </c:pt>
                <c:pt idx="3766">
                  <c:v>8949.2277040119934</c:v>
                </c:pt>
                <c:pt idx="3767">
                  <c:v>8949.7437819960105</c:v>
                </c:pt>
                <c:pt idx="3768">
                  <c:v>8950.2901232937893</c:v>
                </c:pt>
                <c:pt idx="3769">
                  <c:v>8950.6673321993221</c:v>
                </c:pt>
                <c:pt idx="3770">
                  <c:v>8951.2484290421053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482-4EFF-ABB5-C8830F45B13A}"/>
            </c:ext>
          </c:extLst>
        </c:ser>
        <c:ser>
          <c:idx val="3"/>
          <c:order val="3"/>
          <c:tx>
            <c:v>2.5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Sheet1!$A$3:$A$4817</c:f>
              <c:numCache>
                <c:formatCode>General</c:formatCode>
                <c:ptCount val="481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51</c:v>
                </c:pt>
                <c:pt idx="50">
                  <c:v>52</c:v>
                </c:pt>
                <c:pt idx="51">
                  <c:v>53</c:v>
                </c:pt>
                <c:pt idx="52">
                  <c:v>54</c:v>
                </c:pt>
                <c:pt idx="53">
                  <c:v>55</c:v>
                </c:pt>
                <c:pt idx="54">
                  <c:v>56</c:v>
                </c:pt>
                <c:pt idx="55">
                  <c:v>57</c:v>
                </c:pt>
                <c:pt idx="56">
                  <c:v>58</c:v>
                </c:pt>
                <c:pt idx="57">
                  <c:v>59</c:v>
                </c:pt>
                <c:pt idx="58">
                  <c:v>60</c:v>
                </c:pt>
                <c:pt idx="59">
                  <c:v>61</c:v>
                </c:pt>
                <c:pt idx="60">
                  <c:v>62</c:v>
                </c:pt>
                <c:pt idx="61">
                  <c:v>63</c:v>
                </c:pt>
                <c:pt idx="62">
                  <c:v>64</c:v>
                </c:pt>
                <c:pt idx="63">
                  <c:v>65</c:v>
                </c:pt>
                <c:pt idx="64">
                  <c:v>66</c:v>
                </c:pt>
                <c:pt idx="65">
                  <c:v>67</c:v>
                </c:pt>
                <c:pt idx="66">
                  <c:v>68</c:v>
                </c:pt>
                <c:pt idx="67">
                  <c:v>69</c:v>
                </c:pt>
                <c:pt idx="68">
                  <c:v>70</c:v>
                </c:pt>
                <c:pt idx="69">
                  <c:v>71</c:v>
                </c:pt>
                <c:pt idx="70">
                  <c:v>72</c:v>
                </c:pt>
                <c:pt idx="71">
                  <c:v>73</c:v>
                </c:pt>
                <c:pt idx="72">
                  <c:v>74</c:v>
                </c:pt>
                <c:pt idx="73">
                  <c:v>75</c:v>
                </c:pt>
                <c:pt idx="74">
                  <c:v>76</c:v>
                </c:pt>
                <c:pt idx="75">
                  <c:v>77</c:v>
                </c:pt>
                <c:pt idx="76">
                  <c:v>78</c:v>
                </c:pt>
                <c:pt idx="77">
                  <c:v>79</c:v>
                </c:pt>
                <c:pt idx="78">
                  <c:v>80</c:v>
                </c:pt>
                <c:pt idx="79">
                  <c:v>81</c:v>
                </c:pt>
                <c:pt idx="80">
                  <c:v>82</c:v>
                </c:pt>
                <c:pt idx="81">
                  <c:v>83</c:v>
                </c:pt>
                <c:pt idx="82">
                  <c:v>84</c:v>
                </c:pt>
                <c:pt idx="83">
                  <c:v>85</c:v>
                </c:pt>
                <c:pt idx="84">
                  <c:v>86</c:v>
                </c:pt>
                <c:pt idx="85">
                  <c:v>87</c:v>
                </c:pt>
                <c:pt idx="86">
                  <c:v>88</c:v>
                </c:pt>
                <c:pt idx="87">
                  <c:v>89</c:v>
                </c:pt>
                <c:pt idx="88">
                  <c:v>90</c:v>
                </c:pt>
                <c:pt idx="89">
                  <c:v>91</c:v>
                </c:pt>
                <c:pt idx="90">
                  <c:v>92</c:v>
                </c:pt>
                <c:pt idx="91">
                  <c:v>93</c:v>
                </c:pt>
                <c:pt idx="92">
                  <c:v>94</c:v>
                </c:pt>
                <c:pt idx="93">
                  <c:v>95</c:v>
                </c:pt>
                <c:pt idx="94">
                  <c:v>96</c:v>
                </c:pt>
                <c:pt idx="95">
                  <c:v>97</c:v>
                </c:pt>
                <c:pt idx="96">
                  <c:v>98</c:v>
                </c:pt>
                <c:pt idx="97">
                  <c:v>99</c:v>
                </c:pt>
                <c:pt idx="98">
                  <c:v>100</c:v>
                </c:pt>
                <c:pt idx="99">
                  <c:v>101</c:v>
                </c:pt>
                <c:pt idx="100">
                  <c:v>102</c:v>
                </c:pt>
                <c:pt idx="101">
                  <c:v>103</c:v>
                </c:pt>
                <c:pt idx="102">
                  <c:v>104</c:v>
                </c:pt>
                <c:pt idx="103">
                  <c:v>105</c:v>
                </c:pt>
                <c:pt idx="104">
                  <c:v>106</c:v>
                </c:pt>
                <c:pt idx="105">
                  <c:v>107</c:v>
                </c:pt>
                <c:pt idx="106">
                  <c:v>108</c:v>
                </c:pt>
                <c:pt idx="107">
                  <c:v>109</c:v>
                </c:pt>
                <c:pt idx="108">
                  <c:v>110</c:v>
                </c:pt>
                <c:pt idx="109">
                  <c:v>111</c:v>
                </c:pt>
                <c:pt idx="110">
                  <c:v>112</c:v>
                </c:pt>
                <c:pt idx="111">
                  <c:v>113</c:v>
                </c:pt>
                <c:pt idx="112">
                  <c:v>114</c:v>
                </c:pt>
                <c:pt idx="113">
                  <c:v>115</c:v>
                </c:pt>
                <c:pt idx="114">
                  <c:v>116</c:v>
                </c:pt>
                <c:pt idx="115">
                  <c:v>117</c:v>
                </c:pt>
                <c:pt idx="116">
                  <c:v>118</c:v>
                </c:pt>
                <c:pt idx="117">
                  <c:v>119</c:v>
                </c:pt>
                <c:pt idx="118">
                  <c:v>120</c:v>
                </c:pt>
                <c:pt idx="119">
                  <c:v>121</c:v>
                </c:pt>
                <c:pt idx="120">
                  <c:v>122</c:v>
                </c:pt>
                <c:pt idx="121">
                  <c:v>123</c:v>
                </c:pt>
                <c:pt idx="122">
                  <c:v>124</c:v>
                </c:pt>
                <c:pt idx="123">
                  <c:v>125</c:v>
                </c:pt>
                <c:pt idx="124">
                  <c:v>126</c:v>
                </c:pt>
                <c:pt idx="125">
                  <c:v>127</c:v>
                </c:pt>
                <c:pt idx="126">
                  <c:v>128</c:v>
                </c:pt>
                <c:pt idx="127">
                  <c:v>129</c:v>
                </c:pt>
                <c:pt idx="128">
                  <c:v>130</c:v>
                </c:pt>
                <c:pt idx="129">
                  <c:v>131</c:v>
                </c:pt>
                <c:pt idx="130">
                  <c:v>132</c:v>
                </c:pt>
                <c:pt idx="131">
                  <c:v>133</c:v>
                </c:pt>
                <c:pt idx="132">
                  <c:v>134</c:v>
                </c:pt>
                <c:pt idx="133">
                  <c:v>135</c:v>
                </c:pt>
                <c:pt idx="134">
                  <c:v>136</c:v>
                </c:pt>
                <c:pt idx="135">
                  <c:v>137</c:v>
                </c:pt>
                <c:pt idx="136">
                  <c:v>138</c:v>
                </c:pt>
                <c:pt idx="137">
                  <c:v>139</c:v>
                </c:pt>
                <c:pt idx="138">
                  <c:v>140</c:v>
                </c:pt>
                <c:pt idx="139">
                  <c:v>141</c:v>
                </c:pt>
                <c:pt idx="140">
                  <c:v>142</c:v>
                </c:pt>
                <c:pt idx="141">
                  <c:v>143</c:v>
                </c:pt>
                <c:pt idx="142">
                  <c:v>144</c:v>
                </c:pt>
                <c:pt idx="143">
                  <c:v>145</c:v>
                </c:pt>
                <c:pt idx="144">
                  <c:v>146</c:v>
                </c:pt>
                <c:pt idx="145">
                  <c:v>147</c:v>
                </c:pt>
                <c:pt idx="146">
                  <c:v>148</c:v>
                </c:pt>
                <c:pt idx="147">
                  <c:v>149</c:v>
                </c:pt>
                <c:pt idx="148">
                  <c:v>150</c:v>
                </c:pt>
                <c:pt idx="149">
                  <c:v>151</c:v>
                </c:pt>
                <c:pt idx="150">
                  <c:v>152</c:v>
                </c:pt>
                <c:pt idx="151">
                  <c:v>153</c:v>
                </c:pt>
                <c:pt idx="152">
                  <c:v>154</c:v>
                </c:pt>
                <c:pt idx="153">
                  <c:v>155</c:v>
                </c:pt>
                <c:pt idx="154">
                  <c:v>156</c:v>
                </c:pt>
                <c:pt idx="155">
                  <c:v>157</c:v>
                </c:pt>
                <c:pt idx="156">
                  <c:v>158</c:v>
                </c:pt>
                <c:pt idx="157">
                  <c:v>159</c:v>
                </c:pt>
                <c:pt idx="158">
                  <c:v>160</c:v>
                </c:pt>
                <c:pt idx="159">
                  <c:v>161</c:v>
                </c:pt>
                <c:pt idx="160">
                  <c:v>162</c:v>
                </c:pt>
                <c:pt idx="161">
                  <c:v>163</c:v>
                </c:pt>
                <c:pt idx="162">
                  <c:v>164</c:v>
                </c:pt>
                <c:pt idx="163">
                  <c:v>165</c:v>
                </c:pt>
                <c:pt idx="164">
                  <c:v>166</c:v>
                </c:pt>
                <c:pt idx="165">
                  <c:v>167</c:v>
                </c:pt>
                <c:pt idx="166">
                  <c:v>168</c:v>
                </c:pt>
                <c:pt idx="167">
                  <c:v>169</c:v>
                </c:pt>
                <c:pt idx="168">
                  <c:v>170</c:v>
                </c:pt>
                <c:pt idx="169">
                  <c:v>171</c:v>
                </c:pt>
                <c:pt idx="170">
                  <c:v>172</c:v>
                </c:pt>
                <c:pt idx="171">
                  <c:v>173</c:v>
                </c:pt>
                <c:pt idx="172">
                  <c:v>174</c:v>
                </c:pt>
                <c:pt idx="173">
                  <c:v>175</c:v>
                </c:pt>
                <c:pt idx="174">
                  <c:v>176</c:v>
                </c:pt>
                <c:pt idx="175">
                  <c:v>177</c:v>
                </c:pt>
                <c:pt idx="176">
                  <c:v>178</c:v>
                </c:pt>
                <c:pt idx="177">
                  <c:v>179</c:v>
                </c:pt>
                <c:pt idx="178">
                  <c:v>180</c:v>
                </c:pt>
                <c:pt idx="179">
                  <c:v>181</c:v>
                </c:pt>
                <c:pt idx="180">
                  <c:v>182</c:v>
                </c:pt>
                <c:pt idx="181">
                  <c:v>183</c:v>
                </c:pt>
                <c:pt idx="182">
                  <c:v>184</c:v>
                </c:pt>
                <c:pt idx="183">
                  <c:v>185</c:v>
                </c:pt>
                <c:pt idx="184">
                  <c:v>186</c:v>
                </c:pt>
                <c:pt idx="185">
                  <c:v>187</c:v>
                </c:pt>
                <c:pt idx="186">
                  <c:v>188</c:v>
                </c:pt>
                <c:pt idx="187">
                  <c:v>189</c:v>
                </c:pt>
                <c:pt idx="188">
                  <c:v>190</c:v>
                </c:pt>
                <c:pt idx="189">
                  <c:v>191</c:v>
                </c:pt>
                <c:pt idx="190">
                  <c:v>192</c:v>
                </c:pt>
                <c:pt idx="191">
                  <c:v>193</c:v>
                </c:pt>
                <c:pt idx="192">
                  <c:v>194</c:v>
                </c:pt>
                <c:pt idx="193">
                  <c:v>195</c:v>
                </c:pt>
                <c:pt idx="194">
                  <c:v>196</c:v>
                </c:pt>
                <c:pt idx="195">
                  <c:v>197</c:v>
                </c:pt>
                <c:pt idx="196">
                  <c:v>198</c:v>
                </c:pt>
                <c:pt idx="197">
                  <c:v>199</c:v>
                </c:pt>
                <c:pt idx="198">
                  <c:v>200</c:v>
                </c:pt>
                <c:pt idx="199">
                  <c:v>201</c:v>
                </c:pt>
                <c:pt idx="200">
                  <c:v>202</c:v>
                </c:pt>
                <c:pt idx="201">
                  <c:v>203</c:v>
                </c:pt>
                <c:pt idx="202">
                  <c:v>204</c:v>
                </c:pt>
                <c:pt idx="203">
                  <c:v>205</c:v>
                </c:pt>
                <c:pt idx="204">
                  <c:v>206</c:v>
                </c:pt>
                <c:pt idx="205">
                  <c:v>207</c:v>
                </c:pt>
                <c:pt idx="206">
                  <c:v>208</c:v>
                </c:pt>
                <c:pt idx="207">
                  <c:v>209</c:v>
                </c:pt>
                <c:pt idx="208">
                  <c:v>210</c:v>
                </c:pt>
                <c:pt idx="209">
                  <c:v>211</c:v>
                </c:pt>
                <c:pt idx="210">
                  <c:v>212</c:v>
                </c:pt>
                <c:pt idx="211">
                  <c:v>213</c:v>
                </c:pt>
                <c:pt idx="212">
                  <c:v>214</c:v>
                </c:pt>
                <c:pt idx="213">
                  <c:v>215</c:v>
                </c:pt>
                <c:pt idx="214">
                  <c:v>216</c:v>
                </c:pt>
                <c:pt idx="215">
                  <c:v>217</c:v>
                </c:pt>
                <c:pt idx="216">
                  <c:v>218</c:v>
                </c:pt>
                <c:pt idx="217">
                  <c:v>219</c:v>
                </c:pt>
                <c:pt idx="218">
                  <c:v>220</c:v>
                </c:pt>
                <c:pt idx="219">
                  <c:v>221</c:v>
                </c:pt>
                <c:pt idx="220">
                  <c:v>222</c:v>
                </c:pt>
                <c:pt idx="221">
                  <c:v>223</c:v>
                </c:pt>
                <c:pt idx="222">
                  <c:v>224</c:v>
                </c:pt>
                <c:pt idx="223">
                  <c:v>225</c:v>
                </c:pt>
                <c:pt idx="224">
                  <c:v>226</c:v>
                </c:pt>
                <c:pt idx="225">
                  <c:v>227</c:v>
                </c:pt>
                <c:pt idx="226">
                  <c:v>228</c:v>
                </c:pt>
                <c:pt idx="227">
                  <c:v>229</c:v>
                </c:pt>
                <c:pt idx="228">
                  <c:v>230</c:v>
                </c:pt>
                <c:pt idx="229">
                  <c:v>231</c:v>
                </c:pt>
                <c:pt idx="230">
                  <c:v>232</c:v>
                </c:pt>
                <c:pt idx="231">
                  <c:v>233</c:v>
                </c:pt>
                <c:pt idx="232">
                  <c:v>234</c:v>
                </c:pt>
                <c:pt idx="233">
                  <c:v>235</c:v>
                </c:pt>
                <c:pt idx="234">
                  <c:v>236</c:v>
                </c:pt>
                <c:pt idx="235">
                  <c:v>237</c:v>
                </c:pt>
                <c:pt idx="236">
                  <c:v>238</c:v>
                </c:pt>
                <c:pt idx="237">
                  <c:v>239</c:v>
                </c:pt>
                <c:pt idx="238">
                  <c:v>240</c:v>
                </c:pt>
                <c:pt idx="239">
                  <c:v>241</c:v>
                </c:pt>
                <c:pt idx="240">
                  <c:v>242</c:v>
                </c:pt>
                <c:pt idx="241">
                  <c:v>243</c:v>
                </c:pt>
                <c:pt idx="242">
                  <c:v>244</c:v>
                </c:pt>
                <c:pt idx="243">
                  <c:v>245</c:v>
                </c:pt>
                <c:pt idx="244">
                  <c:v>246</c:v>
                </c:pt>
                <c:pt idx="245">
                  <c:v>247</c:v>
                </c:pt>
                <c:pt idx="246">
                  <c:v>248</c:v>
                </c:pt>
                <c:pt idx="247">
                  <c:v>249</c:v>
                </c:pt>
                <c:pt idx="248">
                  <c:v>250</c:v>
                </c:pt>
                <c:pt idx="249">
                  <c:v>251</c:v>
                </c:pt>
                <c:pt idx="250">
                  <c:v>252</c:v>
                </c:pt>
                <c:pt idx="251">
                  <c:v>253</c:v>
                </c:pt>
                <c:pt idx="252">
                  <c:v>254</c:v>
                </c:pt>
                <c:pt idx="253">
                  <c:v>255</c:v>
                </c:pt>
                <c:pt idx="254">
                  <c:v>256</c:v>
                </c:pt>
                <c:pt idx="255">
                  <c:v>257</c:v>
                </c:pt>
                <c:pt idx="256">
                  <c:v>258</c:v>
                </c:pt>
                <c:pt idx="257">
                  <c:v>259</c:v>
                </c:pt>
                <c:pt idx="258">
                  <c:v>260</c:v>
                </c:pt>
                <c:pt idx="259">
                  <c:v>261</c:v>
                </c:pt>
                <c:pt idx="260">
                  <c:v>262</c:v>
                </c:pt>
                <c:pt idx="261">
                  <c:v>263</c:v>
                </c:pt>
                <c:pt idx="262">
                  <c:v>264</c:v>
                </c:pt>
                <c:pt idx="263">
                  <c:v>265</c:v>
                </c:pt>
                <c:pt idx="264">
                  <c:v>266</c:v>
                </c:pt>
                <c:pt idx="265">
                  <c:v>267</c:v>
                </c:pt>
                <c:pt idx="266">
                  <c:v>268</c:v>
                </c:pt>
                <c:pt idx="267">
                  <c:v>269</c:v>
                </c:pt>
                <c:pt idx="268">
                  <c:v>270</c:v>
                </c:pt>
                <c:pt idx="269">
                  <c:v>271</c:v>
                </c:pt>
                <c:pt idx="270">
                  <c:v>272</c:v>
                </c:pt>
                <c:pt idx="271">
                  <c:v>273</c:v>
                </c:pt>
                <c:pt idx="272">
                  <c:v>274</c:v>
                </c:pt>
                <c:pt idx="273">
                  <c:v>275</c:v>
                </c:pt>
                <c:pt idx="274">
                  <c:v>276</c:v>
                </c:pt>
                <c:pt idx="275">
                  <c:v>277</c:v>
                </c:pt>
                <c:pt idx="276">
                  <c:v>278</c:v>
                </c:pt>
                <c:pt idx="277">
                  <c:v>279</c:v>
                </c:pt>
                <c:pt idx="278">
                  <c:v>280</c:v>
                </c:pt>
                <c:pt idx="279">
                  <c:v>281</c:v>
                </c:pt>
                <c:pt idx="280">
                  <c:v>282</c:v>
                </c:pt>
                <c:pt idx="281">
                  <c:v>283</c:v>
                </c:pt>
                <c:pt idx="282">
                  <c:v>284</c:v>
                </c:pt>
                <c:pt idx="283">
                  <c:v>285</c:v>
                </c:pt>
                <c:pt idx="284">
                  <c:v>286</c:v>
                </c:pt>
                <c:pt idx="285">
                  <c:v>287</c:v>
                </c:pt>
                <c:pt idx="286">
                  <c:v>288</c:v>
                </c:pt>
                <c:pt idx="287">
                  <c:v>289</c:v>
                </c:pt>
                <c:pt idx="288">
                  <c:v>290</c:v>
                </c:pt>
                <c:pt idx="289">
                  <c:v>291</c:v>
                </c:pt>
                <c:pt idx="290">
                  <c:v>292</c:v>
                </c:pt>
                <c:pt idx="291">
                  <c:v>293</c:v>
                </c:pt>
                <c:pt idx="292">
                  <c:v>294</c:v>
                </c:pt>
                <c:pt idx="293">
                  <c:v>295</c:v>
                </c:pt>
                <c:pt idx="294">
                  <c:v>296</c:v>
                </c:pt>
                <c:pt idx="295">
                  <c:v>297</c:v>
                </c:pt>
                <c:pt idx="296">
                  <c:v>298</c:v>
                </c:pt>
                <c:pt idx="297">
                  <c:v>299</c:v>
                </c:pt>
                <c:pt idx="298">
                  <c:v>300</c:v>
                </c:pt>
                <c:pt idx="299">
                  <c:v>301</c:v>
                </c:pt>
                <c:pt idx="300">
                  <c:v>302</c:v>
                </c:pt>
                <c:pt idx="301">
                  <c:v>303</c:v>
                </c:pt>
                <c:pt idx="302">
                  <c:v>304</c:v>
                </c:pt>
                <c:pt idx="303">
                  <c:v>305</c:v>
                </c:pt>
                <c:pt idx="304">
                  <c:v>306</c:v>
                </c:pt>
                <c:pt idx="305">
                  <c:v>307</c:v>
                </c:pt>
                <c:pt idx="306">
                  <c:v>308</c:v>
                </c:pt>
                <c:pt idx="307">
                  <c:v>309</c:v>
                </c:pt>
                <c:pt idx="308">
                  <c:v>310</c:v>
                </c:pt>
                <c:pt idx="309">
                  <c:v>311</c:v>
                </c:pt>
                <c:pt idx="310">
                  <c:v>312</c:v>
                </c:pt>
                <c:pt idx="311">
                  <c:v>313</c:v>
                </c:pt>
                <c:pt idx="312">
                  <c:v>314</c:v>
                </c:pt>
                <c:pt idx="313">
                  <c:v>315</c:v>
                </c:pt>
                <c:pt idx="314">
                  <c:v>316</c:v>
                </c:pt>
                <c:pt idx="315">
                  <c:v>317</c:v>
                </c:pt>
                <c:pt idx="316">
                  <c:v>318</c:v>
                </c:pt>
                <c:pt idx="317">
                  <c:v>319</c:v>
                </c:pt>
                <c:pt idx="318">
                  <c:v>320</c:v>
                </c:pt>
                <c:pt idx="319">
                  <c:v>321</c:v>
                </c:pt>
                <c:pt idx="320">
                  <c:v>322</c:v>
                </c:pt>
                <c:pt idx="321">
                  <c:v>323</c:v>
                </c:pt>
                <c:pt idx="322">
                  <c:v>324</c:v>
                </c:pt>
                <c:pt idx="323">
                  <c:v>325</c:v>
                </c:pt>
                <c:pt idx="324">
                  <c:v>326</c:v>
                </c:pt>
                <c:pt idx="325">
                  <c:v>327</c:v>
                </c:pt>
                <c:pt idx="326">
                  <c:v>328</c:v>
                </c:pt>
                <c:pt idx="327">
                  <c:v>329</c:v>
                </c:pt>
                <c:pt idx="328">
                  <c:v>330</c:v>
                </c:pt>
                <c:pt idx="329">
                  <c:v>331</c:v>
                </c:pt>
                <c:pt idx="330">
                  <c:v>332</c:v>
                </c:pt>
                <c:pt idx="331">
                  <c:v>333</c:v>
                </c:pt>
                <c:pt idx="332">
                  <c:v>334</c:v>
                </c:pt>
                <c:pt idx="333">
                  <c:v>335</c:v>
                </c:pt>
                <c:pt idx="334">
                  <c:v>336</c:v>
                </c:pt>
                <c:pt idx="335">
                  <c:v>337</c:v>
                </c:pt>
                <c:pt idx="336">
                  <c:v>338</c:v>
                </c:pt>
                <c:pt idx="337">
                  <c:v>339</c:v>
                </c:pt>
                <c:pt idx="338">
                  <c:v>340</c:v>
                </c:pt>
                <c:pt idx="339">
                  <c:v>341</c:v>
                </c:pt>
                <c:pt idx="340">
                  <c:v>342</c:v>
                </c:pt>
                <c:pt idx="341">
                  <c:v>343</c:v>
                </c:pt>
                <c:pt idx="342">
                  <c:v>344</c:v>
                </c:pt>
                <c:pt idx="343">
                  <c:v>345</c:v>
                </c:pt>
                <c:pt idx="344">
                  <c:v>346</c:v>
                </c:pt>
                <c:pt idx="345">
                  <c:v>347</c:v>
                </c:pt>
                <c:pt idx="346">
                  <c:v>348</c:v>
                </c:pt>
                <c:pt idx="347">
                  <c:v>349</c:v>
                </c:pt>
                <c:pt idx="348">
                  <c:v>350</c:v>
                </c:pt>
                <c:pt idx="349">
                  <c:v>351</c:v>
                </c:pt>
                <c:pt idx="350">
                  <c:v>352</c:v>
                </c:pt>
                <c:pt idx="351">
                  <c:v>353</c:v>
                </c:pt>
                <c:pt idx="352">
                  <c:v>354</c:v>
                </c:pt>
                <c:pt idx="353">
                  <c:v>355</c:v>
                </c:pt>
                <c:pt idx="354">
                  <c:v>356</c:v>
                </c:pt>
                <c:pt idx="355">
                  <c:v>357</c:v>
                </c:pt>
                <c:pt idx="356">
                  <c:v>358</c:v>
                </c:pt>
                <c:pt idx="357">
                  <c:v>359</c:v>
                </c:pt>
                <c:pt idx="358">
                  <c:v>360</c:v>
                </c:pt>
                <c:pt idx="359">
                  <c:v>361</c:v>
                </c:pt>
                <c:pt idx="360">
                  <c:v>362</c:v>
                </c:pt>
                <c:pt idx="361">
                  <c:v>363</c:v>
                </c:pt>
                <c:pt idx="362">
                  <c:v>364</c:v>
                </c:pt>
                <c:pt idx="363">
                  <c:v>365</c:v>
                </c:pt>
                <c:pt idx="364">
                  <c:v>366</c:v>
                </c:pt>
                <c:pt idx="365">
                  <c:v>367</c:v>
                </c:pt>
                <c:pt idx="366">
                  <c:v>368</c:v>
                </c:pt>
                <c:pt idx="367">
                  <c:v>369</c:v>
                </c:pt>
                <c:pt idx="368">
                  <c:v>370</c:v>
                </c:pt>
                <c:pt idx="369">
                  <c:v>371</c:v>
                </c:pt>
                <c:pt idx="370">
                  <c:v>372</c:v>
                </c:pt>
                <c:pt idx="371">
                  <c:v>373</c:v>
                </c:pt>
                <c:pt idx="372">
                  <c:v>374</c:v>
                </c:pt>
                <c:pt idx="373">
                  <c:v>375</c:v>
                </c:pt>
                <c:pt idx="374">
                  <c:v>376</c:v>
                </c:pt>
                <c:pt idx="375">
                  <c:v>377</c:v>
                </c:pt>
                <c:pt idx="376">
                  <c:v>378</c:v>
                </c:pt>
                <c:pt idx="377">
                  <c:v>379</c:v>
                </c:pt>
                <c:pt idx="378">
                  <c:v>380</c:v>
                </c:pt>
                <c:pt idx="379">
                  <c:v>381</c:v>
                </c:pt>
                <c:pt idx="380">
                  <c:v>382</c:v>
                </c:pt>
                <c:pt idx="381">
                  <c:v>383</c:v>
                </c:pt>
                <c:pt idx="382">
                  <c:v>384</c:v>
                </c:pt>
                <c:pt idx="383">
                  <c:v>385</c:v>
                </c:pt>
                <c:pt idx="384">
                  <c:v>386</c:v>
                </c:pt>
                <c:pt idx="385">
                  <c:v>387</c:v>
                </c:pt>
                <c:pt idx="386">
                  <c:v>388</c:v>
                </c:pt>
                <c:pt idx="387">
                  <c:v>389</c:v>
                </c:pt>
                <c:pt idx="388">
                  <c:v>390</c:v>
                </c:pt>
                <c:pt idx="389">
                  <c:v>391</c:v>
                </c:pt>
                <c:pt idx="390">
                  <c:v>392</c:v>
                </c:pt>
                <c:pt idx="391">
                  <c:v>393</c:v>
                </c:pt>
                <c:pt idx="392">
                  <c:v>394</c:v>
                </c:pt>
                <c:pt idx="393">
                  <c:v>395</c:v>
                </c:pt>
                <c:pt idx="394">
                  <c:v>396</c:v>
                </c:pt>
                <c:pt idx="395">
                  <c:v>397</c:v>
                </c:pt>
                <c:pt idx="396">
                  <c:v>398</c:v>
                </c:pt>
                <c:pt idx="397">
                  <c:v>399</c:v>
                </c:pt>
                <c:pt idx="398">
                  <c:v>400</c:v>
                </c:pt>
                <c:pt idx="399">
                  <c:v>401</c:v>
                </c:pt>
                <c:pt idx="400">
                  <c:v>402</c:v>
                </c:pt>
                <c:pt idx="401">
                  <c:v>403</c:v>
                </c:pt>
                <c:pt idx="402">
                  <c:v>404</c:v>
                </c:pt>
                <c:pt idx="403">
                  <c:v>405</c:v>
                </c:pt>
                <c:pt idx="404">
                  <c:v>406</c:v>
                </c:pt>
                <c:pt idx="405">
                  <c:v>407</c:v>
                </c:pt>
                <c:pt idx="406">
                  <c:v>408</c:v>
                </c:pt>
                <c:pt idx="407">
                  <c:v>409</c:v>
                </c:pt>
                <c:pt idx="408">
                  <c:v>410</c:v>
                </c:pt>
                <c:pt idx="409">
                  <c:v>411</c:v>
                </c:pt>
                <c:pt idx="410">
                  <c:v>412</c:v>
                </c:pt>
                <c:pt idx="411">
                  <c:v>413</c:v>
                </c:pt>
                <c:pt idx="412">
                  <c:v>414</c:v>
                </c:pt>
                <c:pt idx="413">
                  <c:v>415</c:v>
                </c:pt>
                <c:pt idx="414">
                  <c:v>416</c:v>
                </c:pt>
                <c:pt idx="415">
                  <c:v>417</c:v>
                </c:pt>
                <c:pt idx="416">
                  <c:v>418</c:v>
                </c:pt>
                <c:pt idx="417">
                  <c:v>419</c:v>
                </c:pt>
                <c:pt idx="418">
                  <c:v>420</c:v>
                </c:pt>
                <c:pt idx="419">
                  <c:v>421</c:v>
                </c:pt>
                <c:pt idx="420">
                  <c:v>422</c:v>
                </c:pt>
                <c:pt idx="421">
                  <c:v>423</c:v>
                </c:pt>
                <c:pt idx="422">
                  <c:v>424</c:v>
                </c:pt>
                <c:pt idx="423">
                  <c:v>425</c:v>
                </c:pt>
                <c:pt idx="424">
                  <c:v>426</c:v>
                </c:pt>
                <c:pt idx="425">
                  <c:v>427</c:v>
                </c:pt>
                <c:pt idx="426">
                  <c:v>428</c:v>
                </c:pt>
                <c:pt idx="427">
                  <c:v>429</c:v>
                </c:pt>
                <c:pt idx="428">
                  <c:v>430</c:v>
                </c:pt>
                <c:pt idx="429">
                  <c:v>431</c:v>
                </c:pt>
                <c:pt idx="430">
                  <c:v>432</c:v>
                </c:pt>
                <c:pt idx="431">
                  <c:v>433</c:v>
                </c:pt>
                <c:pt idx="432">
                  <c:v>434</c:v>
                </c:pt>
                <c:pt idx="433">
                  <c:v>435</c:v>
                </c:pt>
                <c:pt idx="434">
                  <c:v>436</c:v>
                </c:pt>
                <c:pt idx="435">
                  <c:v>437</c:v>
                </c:pt>
                <c:pt idx="436">
                  <c:v>438</c:v>
                </c:pt>
                <c:pt idx="437">
                  <c:v>439</c:v>
                </c:pt>
                <c:pt idx="438">
                  <c:v>440</c:v>
                </c:pt>
                <c:pt idx="439">
                  <c:v>441</c:v>
                </c:pt>
                <c:pt idx="440">
                  <c:v>442</c:v>
                </c:pt>
                <c:pt idx="441">
                  <c:v>443</c:v>
                </c:pt>
                <c:pt idx="442">
                  <c:v>444</c:v>
                </c:pt>
                <c:pt idx="443">
                  <c:v>445</c:v>
                </c:pt>
                <c:pt idx="444">
                  <c:v>446</c:v>
                </c:pt>
                <c:pt idx="445">
                  <c:v>447</c:v>
                </c:pt>
                <c:pt idx="446">
                  <c:v>448</c:v>
                </c:pt>
                <c:pt idx="447">
                  <c:v>449</c:v>
                </c:pt>
                <c:pt idx="448">
                  <c:v>450</c:v>
                </c:pt>
                <c:pt idx="449">
                  <c:v>451</c:v>
                </c:pt>
                <c:pt idx="450">
                  <c:v>452</c:v>
                </c:pt>
                <c:pt idx="451">
                  <c:v>453</c:v>
                </c:pt>
                <c:pt idx="452">
                  <c:v>454</c:v>
                </c:pt>
                <c:pt idx="453">
                  <c:v>455</c:v>
                </c:pt>
                <c:pt idx="454">
                  <c:v>456</c:v>
                </c:pt>
                <c:pt idx="455">
                  <c:v>457</c:v>
                </c:pt>
                <c:pt idx="456">
                  <c:v>458</c:v>
                </c:pt>
                <c:pt idx="457">
                  <c:v>459</c:v>
                </c:pt>
                <c:pt idx="458">
                  <c:v>460</c:v>
                </c:pt>
                <c:pt idx="459">
                  <c:v>461</c:v>
                </c:pt>
                <c:pt idx="460">
                  <c:v>462</c:v>
                </c:pt>
                <c:pt idx="461">
                  <c:v>463</c:v>
                </c:pt>
                <c:pt idx="462">
                  <c:v>464</c:v>
                </c:pt>
                <c:pt idx="463">
                  <c:v>465</c:v>
                </c:pt>
                <c:pt idx="464">
                  <c:v>466</c:v>
                </c:pt>
                <c:pt idx="465">
                  <c:v>467</c:v>
                </c:pt>
                <c:pt idx="466">
                  <c:v>468</c:v>
                </c:pt>
                <c:pt idx="467">
                  <c:v>469</c:v>
                </c:pt>
                <c:pt idx="468">
                  <c:v>470</c:v>
                </c:pt>
                <c:pt idx="469">
                  <c:v>471</c:v>
                </c:pt>
                <c:pt idx="470">
                  <c:v>472</c:v>
                </c:pt>
                <c:pt idx="471">
                  <c:v>473</c:v>
                </c:pt>
                <c:pt idx="472">
                  <c:v>474</c:v>
                </c:pt>
                <c:pt idx="473">
                  <c:v>475</c:v>
                </c:pt>
                <c:pt idx="474">
                  <c:v>476</c:v>
                </c:pt>
                <c:pt idx="475">
                  <c:v>477</c:v>
                </c:pt>
                <c:pt idx="476">
                  <c:v>478</c:v>
                </c:pt>
                <c:pt idx="477">
                  <c:v>479</c:v>
                </c:pt>
                <c:pt idx="478">
                  <c:v>480</c:v>
                </c:pt>
                <c:pt idx="479">
                  <c:v>481</c:v>
                </c:pt>
                <c:pt idx="480">
                  <c:v>482</c:v>
                </c:pt>
                <c:pt idx="481">
                  <c:v>483</c:v>
                </c:pt>
                <c:pt idx="482">
                  <c:v>484</c:v>
                </c:pt>
                <c:pt idx="483">
                  <c:v>485</c:v>
                </c:pt>
                <c:pt idx="484">
                  <c:v>486</c:v>
                </c:pt>
                <c:pt idx="485">
                  <c:v>487</c:v>
                </c:pt>
                <c:pt idx="486">
                  <c:v>488</c:v>
                </c:pt>
                <c:pt idx="487">
                  <c:v>489</c:v>
                </c:pt>
                <c:pt idx="488">
                  <c:v>490</c:v>
                </c:pt>
                <c:pt idx="489">
                  <c:v>491</c:v>
                </c:pt>
                <c:pt idx="490">
                  <c:v>492</c:v>
                </c:pt>
                <c:pt idx="491">
                  <c:v>493</c:v>
                </c:pt>
                <c:pt idx="492">
                  <c:v>494</c:v>
                </c:pt>
                <c:pt idx="493">
                  <c:v>495</c:v>
                </c:pt>
                <c:pt idx="494">
                  <c:v>496</c:v>
                </c:pt>
                <c:pt idx="495">
                  <c:v>497</c:v>
                </c:pt>
                <c:pt idx="496">
                  <c:v>498</c:v>
                </c:pt>
                <c:pt idx="497">
                  <c:v>499</c:v>
                </c:pt>
                <c:pt idx="498">
                  <c:v>500</c:v>
                </c:pt>
                <c:pt idx="499">
                  <c:v>501</c:v>
                </c:pt>
                <c:pt idx="500">
                  <c:v>502</c:v>
                </c:pt>
                <c:pt idx="501">
                  <c:v>503</c:v>
                </c:pt>
                <c:pt idx="502">
                  <c:v>504</c:v>
                </c:pt>
                <c:pt idx="503">
                  <c:v>505</c:v>
                </c:pt>
                <c:pt idx="504">
                  <c:v>506</c:v>
                </c:pt>
                <c:pt idx="505">
                  <c:v>507</c:v>
                </c:pt>
                <c:pt idx="506">
                  <c:v>508</c:v>
                </c:pt>
                <c:pt idx="507">
                  <c:v>509</c:v>
                </c:pt>
                <c:pt idx="508">
                  <c:v>510</c:v>
                </c:pt>
                <c:pt idx="509">
                  <c:v>511</c:v>
                </c:pt>
                <c:pt idx="510">
                  <c:v>512</c:v>
                </c:pt>
                <c:pt idx="511">
                  <c:v>513</c:v>
                </c:pt>
                <c:pt idx="512">
                  <c:v>514</c:v>
                </c:pt>
                <c:pt idx="513">
                  <c:v>515</c:v>
                </c:pt>
                <c:pt idx="514">
                  <c:v>516</c:v>
                </c:pt>
                <c:pt idx="515">
                  <c:v>517</c:v>
                </c:pt>
                <c:pt idx="516">
                  <c:v>518</c:v>
                </c:pt>
                <c:pt idx="517">
                  <c:v>519</c:v>
                </c:pt>
                <c:pt idx="518">
                  <c:v>520</c:v>
                </c:pt>
                <c:pt idx="519">
                  <c:v>521</c:v>
                </c:pt>
                <c:pt idx="520">
                  <c:v>522</c:v>
                </c:pt>
                <c:pt idx="521">
                  <c:v>523</c:v>
                </c:pt>
                <c:pt idx="522">
                  <c:v>524</c:v>
                </c:pt>
                <c:pt idx="523">
                  <c:v>525</c:v>
                </c:pt>
                <c:pt idx="524">
                  <c:v>526</c:v>
                </c:pt>
                <c:pt idx="525">
                  <c:v>527</c:v>
                </c:pt>
                <c:pt idx="526">
                  <c:v>528</c:v>
                </c:pt>
                <c:pt idx="527">
                  <c:v>529</c:v>
                </c:pt>
                <c:pt idx="528">
                  <c:v>530</c:v>
                </c:pt>
                <c:pt idx="529">
                  <c:v>531</c:v>
                </c:pt>
                <c:pt idx="530">
                  <c:v>532</c:v>
                </c:pt>
                <c:pt idx="531">
                  <c:v>533</c:v>
                </c:pt>
                <c:pt idx="532">
                  <c:v>534</c:v>
                </c:pt>
                <c:pt idx="533">
                  <c:v>535</c:v>
                </c:pt>
                <c:pt idx="534">
                  <c:v>536</c:v>
                </c:pt>
                <c:pt idx="535">
                  <c:v>537</c:v>
                </c:pt>
                <c:pt idx="536">
                  <c:v>538</c:v>
                </c:pt>
                <c:pt idx="537">
                  <c:v>539</c:v>
                </c:pt>
                <c:pt idx="538">
                  <c:v>540</c:v>
                </c:pt>
                <c:pt idx="539">
                  <c:v>541</c:v>
                </c:pt>
                <c:pt idx="540">
                  <c:v>542</c:v>
                </c:pt>
                <c:pt idx="541">
                  <c:v>543</c:v>
                </c:pt>
                <c:pt idx="542">
                  <c:v>544</c:v>
                </c:pt>
                <c:pt idx="543">
                  <c:v>545</c:v>
                </c:pt>
                <c:pt idx="544">
                  <c:v>546</c:v>
                </c:pt>
                <c:pt idx="545">
                  <c:v>547</c:v>
                </c:pt>
                <c:pt idx="546">
                  <c:v>548</c:v>
                </c:pt>
                <c:pt idx="547">
                  <c:v>549</c:v>
                </c:pt>
                <c:pt idx="548">
                  <c:v>550</c:v>
                </c:pt>
                <c:pt idx="549">
                  <c:v>551</c:v>
                </c:pt>
                <c:pt idx="550">
                  <c:v>552</c:v>
                </c:pt>
                <c:pt idx="551">
                  <c:v>553</c:v>
                </c:pt>
                <c:pt idx="552">
                  <c:v>554</c:v>
                </c:pt>
                <c:pt idx="553">
                  <c:v>555</c:v>
                </c:pt>
                <c:pt idx="554">
                  <c:v>556</c:v>
                </c:pt>
                <c:pt idx="555">
                  <c:v>557</c:v>
                </c:pt>
                <c:pt idx="556">
                  <c:v>558</c:v>
                </c:pt>
                <c:pt idx="557">
                  <c:v>559</c:v>
                </c:pt>
                <c:pt idx="558">
                  <c:v>560</c:v>
                </c:pt>
                <c:pt idx="559">
                  <c:v>561</c:v>
                </c:pt>
                <c:pt idx="560">
                  <c:v>562</c:v>
                </c:pt>
                <c:pt idx="561">
                  <c:v>563</c:v>
                </c:pt>
                <c:pt idx="562">
                  <c:v>564</c:v>
                </c:pt>
                <c:pt idx="563">
                  <c:v>565</c:v>
                </c:pt>
                <c:pt idx="564">
                  <c:v>566</c:v>
                </c:pt>
                <c:pt idx="565">
                  <c:v>567</c:v>
                </c:pt>
                <c:pt idx="566">
                  <c:v>568</c:v>
                </c:pt>
                <c:pt idx="567">
                  <c:v>569</c:v>
                </c:pt>
                <c:pt idx="568">
                  <c:v>570</c:v>
                </c:pt>
                <c:pt idx="569">
                  <c:v>571</c:v>
                </c:pt>
                <c:pt idx="570">
                  <c:v>572</c:v>
                </c:pt>
                <c:pt idx="571">
                  <c:v>573</c:v>
                </c:pt>
                <c:pt idx="572">
                  <c:v>574</c:v>
                </c:pt>
                <c:pt idx="573">
                  <c:v>575</c:v>
                </c:pt>
                <c:pt idx="574">
                  <c:v>576</c:v>
                </c:pt>
                <c:pt idx="575">
                  <c:v>577</c:v>
                </c:pt>
                <c:pt idx="576">
                  <c:v>578</c:v>
                </c:pt>
                <c:pt idx="577">
                  <c:v>579</c:v>
                </c:pt>
                <c:pt idx="578">
                  <c:v>580</c:v>
                </c:pt>
                <c:pt idx="579">
                  <c:v>581</c:v>
                </c:pt>
                <c:pt idx="580">
                  <c:v>582</c:v>
                </c:pt>
                <c:pt idx="581">
                  <c:v>583</c:v>
                </c:pt>
                <c:pt idx="582">
                  <c:v>584</c:v>
                </c:pt>
                <c:pt idx="583">
                  <c:v>585</c:v>
                </c:pt>
                <c:pt idx="584">
                  <c:v>586</c:v>
                </c:pt>
                <c:pt idx="585">
                  <c:v>587</c:v>
                </c:pt>
                <c:pt idx="586">
                  <c:v>588</c:v>
                </c:pt>
                <c:pt idx="587">
                  <c:v>589</c:v>
                </c:pt>
                <c:pt idx="588">
                  <c:v>590</c:v>
                </c:pt>
                <c:pt idx="589">
                  <c:v>591</c:v>
                </c:pt>
                <c:pt idx="590">
                  <c:v>592</c:v>
                </c:pt>
                <c:pt idx="591">
                  <c:v>593</c:v>
                </c:pt>
                <c:pt idx="592">
                  <c:v>594</c:v>
                </c:pt>
                <c:pt idx="593">
                  <c:v>595</c:v>
                </c:pt>
                <c:pt idx="594">
                  <c:v>596</c:v>
                </c:pt>
                <c:pt idx="595">
                  <c:v>597</c:v>
                </c:pt>
                <c:pt idx="596">
                  <c:v>598</c:v>
                </c:pt>
                <c:pt idx="597">
                  <c:v>599</c:v>
                </c:pt>
                <c:pt idx="598">
                  <c:v>600</c:v>
                </c:pt>
                <c:pt idx="599">
                  <c:v>601</c:v>
                </c:pt>
                <c:pt idx="600">
                  <c:v>602</c:v>
                </c:pt>
                <c:pt idx="601">
                  <c:v>603</c:v>
                </c:pt>
                <c:pt idx="602">
                  <c:v>604</c:v>
                </c:pt>
                <c:pt idx="603">
                  <c:v>605</c:v>
                </c:pt>
                <c:pt idx="604">
                  <c:v>606</c:v>
                </c:pt>
                <c:pt idx="605">
                  <c:v>607</c:v>
                </c:pt>
                <c:pt idx="606">
                  <c:v>608</c:v>
                </c:pt>
                <c:pt idx="607">
                  <c:v>609</c:v>
                </c:pt>
                <c:pt idx="608">
                  <c:v>610</c:v>
                </c:pt>
                <c:pt idx="609">
                  <c:v>611</c:v>
                </c:pt>
                <c:pt idx="610">
                  <c:v>612</c:v>
                </c:pt>
                <c:pt idx="611">
                  <c:v>613</c:v>
                </c:pt>
                <c:pt idx="612">
                  <c:v>614</c:v>
                </c:pt>
                <c:pt idx="613">
                  <c:v>615</c:v>
                </c:pt>
                <c:pt idx="614">
                  <c:v>616</c:v>
                </c:pt>
                <c:pt idx="615">
                  <c:v>617</c:v>
                </c:pt>
                <c:pt idx="616">
                  <c:v>618</c:v>
                </c:pt>
                <c:pt idx="617">
                  <c:v>619</c:v>
                </c:pt>
                <c:pt idx="618">
                  <c:v>620</c:v>
                </c:pt>
                <c:pt idx="619">
                  <c:v>621</c:v>
                </c:pt>
                <c:pt idx="620">
                  <c:v>622</c:v>
                </c:pt>
                <c:pt idx="621">
                  <c:v>623</c:v>
                </c:pt>
                <c:pt idx="622">
                  <c:v>624</c:v>
                </c:pt>
                <c:pt idx="623">
                  <c:v>625</c:v>
                </c:pt>
                <c:pt idx="624">
                  <c:v>626</c:v>
                </c:pt>
                <c:pt idx="625">
                  <c:v>627</c:v>
                </c:pt>
                <c:pt idx="626">
                  <c:v>628</c:v>
                </c:pt>
                <c:pt idx="627">
                  <c:v>629</c:v>
                </c:pt>
                <c:pt idx="628">
                  <c:v>630</c:v>
                </c:pt>
                <c:pt idx="629">
                  <c:v>631</c:v>
                </c:pt>
                <c:pt idx="630">
                  <c:v>632</c:v>
                </c:pt>
                <c:pt idx="631">
                  <c:v>633</c:v>
                </c:pt>
                <c:pt idx="632">
                  <c:v>634</c:v>
                </c:pt>
                <c:pt idx="633">
                  <c:v>635</c:v>
                </c:pt>
                <c:pt idx="634">
                  <c:v>636</c:v>
                </c:pt>
                <c:pt idx="635">
                  <c:v>637</c:v>
                </c:pt>
                <c:pt idx="636">
                  <c:v>638</c:v>
                </c:pt>
                <c:pt idx="637">
                  <c:v>639</c:v>
                </c:pt>
                <c:pt idx="638">
                  <c:v>640</c:v>
                </c:pt>
                <c:pt idx="639">
                  <c:v>641</c:v>
                </c:pt>
                <c:pt idx="640">
                  <c:v>642</c:v>
                </c:pt>
                <c:pt idx="641">
                  <c:v>643</c:v>
                </c:pt>
                <c:pt idx="642">
                  <c:v>644</c:v>
                </c:pt>
                <c:pt idx="643">
                  <c:v>645</c:v>
                </c:pt>
                <c:pt idx="644">
                  <c:v>646</c:v>
                </c:pt>
                <c:pt idx="645">
                  <c:v>647</c:v>
                </c:pt>
                <c:pt idx="646">
                  <c:v>648</c:v>
                </c:pt>
                <c:pt idx="647">
                  <c:v>649</c:v>
                </c:pt>
                <c:pt idx="648">
                  <c:v>650</c:v>
                </c:pt>
                <c:pt idx="649">
                  <c:v>651</c:v>
                </c:pt>
                <c:pt idx="650">
                  <c:v>652</c:v>
                </c:pt>
                <c:pt idx="651">
                  <c:v>653</c:v>
                </c:pt>
                <c:pt idx="652">
                  <c:v>654</c:v>
                </c:pt>
                <c:pt idx="653">
                  <c:v>655</c:v>
                </c:pt>
                <c:pt idx="654">
                  <c:v>656</c:v>
                </c:pt>
                <c:pt idx="655">
                  <c:v>657</c:v>
                </c:pt>
                <c:pt idx="656">
                  <c:v>658</c:v>
                </c:pt>
                <c:pt idx="657">
                  <c:v>659</c:v>
                </c:pt>
                <c:pt idx="658">
                  <c:v>660</c:v>
                </c:pt>
                <c:pt idx="659">
                  <c:v>661</c:v>
                </c:pt>
                <c:pt idx="660">
                  <c:v>662</c:v>
                </c:pt>
                <c:pt idx="661">
                  <c:v>663</c:v>
                </c:pt>
                <c:pt idx="662">
                  <c:v>664</c:v>
                </c:pt>
                <c:pt idx="663">
                  <c:v>665</c:v>
                </c:pt>
                <c:pt idx="664">
                  <c:v>666</c:v>
                </c:pt>
                <c:pt idx="665">
                  <c:v>667</c:v>
                </c:pt>
                <c:pt idx="666">
                  <c:v>668</c:v>
                </c:pt>
                <c:pt idx="667">
                  <c:v>669</c:v>
                </c:pt>
                <c:pt idx="668">
                  <c:v>670</c:v>
                </c:pt>
                <c:pt idx="669">
                  <c:v>671</c:v>
                </c:pt>
                <c:pt idx="670">
                  <c:v>672</c:v>
                </c:pt>
                <c:pt idx="671">
                  <c:v>673</c:v>
                </c:pt>
                <c:pt idx="672">
                  <c:v>674</c:v>
                </c:pt>
                <c:pt idx="673">
                  <c:v>675</c:v>
                </c:pt>
                <c:pt idx="674">
                  <c:v>676</c:v>
                </c:pt>
                <c:pt idx="675">
                  <c:v>677</c:v>
                </c:pt>
                <c:pt idx="676">
                  <c:v>678</c:v>
                </c:pt>
                <c:pt idx="677">
                  <c:v>679</c:v>
                </c:pt>
                <c:pt idx="678">
                  <c:v>680</c:v>
                </c:pt>
                <c:pt idx="679">
                  <c:v>681</c:v>
                </c:pt>
                <c:pt idx="680">
                  <c:v>682</c:v>
                </c:pt>
                <c:pt idx="681">
                  <c:v>683</c:v>
                </c:pt>
                <c:pt idx="682">
                  <c:v>684</c:v>
                </c:pt>
                <c:pt idx="683">
                  <c:v>685</c:v>
                </c:pt>
                <c:pt idx="684">
                  <c:v>686</c:v>
                </c:pt>
                <c:pt idx="685">
                  <c:v>687</c:v>
                </c:pt>
                <c:pt idx="686">
                  <c:v>688</c:v>
                </c:pt>
                <c:pt idx="687">
                  <c:v>689</c:v>
                </c:pt>
                <c:pt idx="688">
                  <c:v>690</c:v>
                </c:pt>
                <c:pt idx="689">
                  <c:v>691</c:v>
                </c:pt>
                <c:pt idx="690">
                  <c:v>692</c:v>
                </c:pt>
                <c:pt idx="691">
                  <c:v>693</c:v>
                </c:pt>
                <c:pt idx="692">
                  <c:v>694</c:v>
                </c:pt>
                <c:pt idx="693">
                  <c:v>695</c:v>
                </c:pt>
                <c:pt idx="694">
                  <c:v>696</c:v>
                </c:pt>
                <c:pt idx="695">
                  <c:v>697</c:v>
                </c:pt>
                <c:pt idx="696">
                  <c:v>698</c:v>
                </c:pt>
                <c:pt idx="697">
                  <c:v>699</c:v>
                </c:pt>
                <c:pt idx="698">
                  <c:v>700</c:v>
                </c:pt>
                <c:pt idx="699">
                  <c:v>701</c:v>
                </c:pt>
                <c:pt idx="700">
                  <c:v>702</c:v>
                </c:pt>
                <c:pt idx="701">
                  <c:v>703</c:v>
                </c:pt>
                <c:pt idx="702">
                  <c:v>704</c:v>
                </c:pt>
                <c:pt idx="703">
                  <c:v>705</c:v>
                </c:pt>
                <c:pt idx="704">
                  <c:v>706</c:v>
                </c:pt>
                <c:pt idx="705">
                  <c:v>707</c:v>
                </c:pt>
                <c:pt idx="706">
                  <c:v>708</c:v>
                </c:pt>
                <c:pt idx="707">
                  <c:v>709</c:v>
                </c:pt>
                <c:pt idx="708">
                  <c:v>710</c:v>
                </c:pt>
                <c:pt idx="709">
                  <c:v>711</c:v>
                </c:pt>
                <c:pt idx="710">
                  <c:v>712</c:v>
                </c:pt>
                <c:pt idx="711">
                  <c:v>713</c:v>
                </c:pt>
                <c:pt idx="712">
                  <c:v>714</c:v>
                </c:pt>
                <c:pt idx="713">
                  <c:v>715</c:v>
                </c:pt>
                <c:pt idx="714">
                  <c:v>716</c:v>
                </c:pt>
                <c:pt idx="715">
                  <c:v>717</c:v>
                </c:pt>
                <c:pt idx="716">
                  <c:v>718</c:v>
                </c:pt>
                <c:pt idx="717">
                  <c:v>719</c:v>
                </c:pt>
                <c:pt idx="718">
                  <c:v>720</c:v>
                </c:pt>
                <c:pt idx="719">
                  <c:v>721</c:v>
                </c:pt>
                <c:pt idx="720">
                  <c:v>722</c:v>
                </c:pt>
                <c:pt idx="721">
                  <c:v>723</c:v>
                </c:pt>
                <c:pt idx="722">
                  <c:v>724</c:v>
                </c:pt>
                <c:pt idx="723">
                  <c:v>725</c:v>
                </c:pt>
                <c:pt idx="724">
                  <c:v>726</c:v>
                </c:pt>
                <c:pt idx="725">
                  <c:v>727</c:v>
                </c:pt>
                <c:pt idx="726">
                  <c:v>728</c:v>
                </c:pt>
                <c:pt idx="727">
                  <c:v>729</c:v>
                </c:pt>
                <c:pt idx="728">
                  <c:v>730</c:v>
                </c:pt>
                <c:pt idx="729">
                  <c:v>731</c:v>
                </c:pt>
                <c:pt idx="730">
                  <c:v>732</c:v>
                </c:pt>
                <c:pt idx="731">
                  <c:v>733</c:v>
                </c:pt>
                <c:pt idx="732">
                  <c:v>734</c:v>
                </c:pt>
                <c:pt idx="733">
                  <c:v>735</c:v>
                </c:pt>
                <c:pt idx="734">
                  <c:v>736</c:v>
                </c:pt>
                <c:pt idx="735">
                  <c:v>737</c:v>
                </c:pt>
                <c:pt idx="736">
                  <c:v>738</c:v>
                </c:pt>
                <c:pt idx="737">
                  <c:v>739</c:v>
                </c:pt>
                <c:pt idx="738">
                  <c:v>740</c:v>
                </c:pt>
                <c:pt idx="739">
                  <c:v>741</c:v>
                </c:pt>
                <c:pt idx="740">
                  <c:v>742</c:v>
                </c:pt>
                <c:pt idx="741">
                  <c:v>743</c:v>
                </c:pt>
                <c:pt idx="742">
                  <c:v>744</c:v>
                </c:pt>
                <c:pt idx="743">
                  <c:v>745</c:v>
                </c:pt>
                <c:pt idx="744">
                  <c:v>746</c:v>
                </c:pt>
                <c:pt idx="745">
                  <c:v>747</c:v>
                </c:pt>
                <c:pt idx="746">
                  <c:v>748</c:v>
                </c:pt>
                <c:pt idx="747">
                  <c:v>749</c:v>
                </c:pt>
                <c:pt idx="748">
                  <c:v>750</c:v>
                </c:pt>
                <c:pt idx="749">
                  <c:v>751</c:v>
                </c:pt>
                <c:pt idx="750">
                  <c:v>752</c:v>
                </c:pt>
                <c:pt idx="751">
                  <c:v>753</c:v>
                </c:pt>
                <c:pt idx="752">
                  <c:v>754</c:v>
                </c:pt>
                <c:pt idx="753">
                  <c:v>755</c:v>
                </c:pt>
                <c:pt idx="754">
                  <c:v>756</c:v>
                </c:pt>
                <c:pt idx="755">
                  <c:v>757</c:v>
                </c:pt>
                <c:pt idx="756">
                  <c:v>758</c:v>
                </c:pt>
                <c:pt idx="757">
                  <c:v>759</c:v>
                </c:pt>
                <c:pt idx="758">
                  <c:v>760</c:v>
                </c:pt>
                <c:pt idx="759">
                  <c:v>761</c:v>
                </c:pt>
                <c:pt idx="760">
                  <c:v>762</c:v>
                </c:pt>
                <c:pt idx="761">
                  <c:v>763</c:v>
                </c:pt>
                <c:pt idx="762">
                  <c:v>764</c:v>
                </c:pt>
                <c:pt idx="763">
                  <c:v>765</c:v>
                </c:pt>
                <c:pt idx="764">
                  <c:v>766</c:v>
                </c:pt>
                <c:pt idx="765">
                  <c:v>767</c:v>
                </c:pt>
                <c:pt idx="766">
                  <c:v>768</c:v>
                </c:pt>
                <c:pt idx="767">
                  <c:v>769</c:v>
                </c:pt>
                <c:pt idx="768">
                  <c:v>770</c:v>
                </c:pt>
                <c:pt idx="769">
                  <c:v>771</c:v>
                </c:pt>
                <c:pt idx="770">
                  <c:v>772</c:v>
                </c:pt>
                <c:pt idx="771">
                  <c:v>773</c:v>
                </c:pt>
                <c:pt idx="772">
                  <c:v>774</c:v>
                </c:pt>
                <c:pt idx="773">
                  <c:v>775</c:v>
                </c:pt>
                <c:pt idx="774">
                  <c:v>776</c:v>
                </c:pt>
                <c:pt idx="775">
                  <c:v>777</c:v>
                </c:pt>
                <c:pt idx="776">
                  <c:v>778</c:v>
                </c:pt>
                <c:pt idx="777">
                  <c:v>779</c:v>
                </c:pt>
                <c:pt idx="778">
                  <c:v>780</c:v>
                </c:pt>
                <c:pt idx="779">
                  <c:v>781</c:v>
                </c:pt>
                <c:pt idx="780">
                  <c:v>782</c:v>
                </c:pt>
                <c:pt idx="781">
                  <c:v>783</c:v>
                </c:pt>
                <c:pt idx="782">
                  <c:v>784</c:v>
                </c:pt>
                <c:pt idx="783">
                  <c:v>785</c:v>
                </c:pt>
                <c:pt idx="784">
                  <c:v>786</c:v>
                </c:pt>
                <c:pt idx="785">
                  <c:v>787</c:v>
                </c:pt>
                <c:pt idx="786">
                  <c:v>788</c:v>
                </c:pt>
                <c:pt idx="787">
                  <c:v>789</c:v>
                </c:pt>
                <c:pt idx="788">
                  <c:v>790</c:v>
                </c:pt>
                <c:pt idx="789">
                  <c:v>791</c:v>
                </c:pt>
                <c:pt idx="790">
                  <c:v>792</c:v>
                </c:pt>
                <c:pt idx="791">
                  <c:v>793</c:v>
                </c:pt>
                <c:pt idx="792">
                  <c:v>794</c:v>
                </c:pt>
                <c:pt idx="793">
                  <c:v>795</c:v>
                </c:pt>
                <c:pt idx="794">
                  <c:v>796</c:v>
                </c:pt>
                <c:pt idx="795">
                  <c:v>797</c:v>
                </c:pt>
                <c:pt idx="796">
                  <c:v>798</c:v>
                </c:pt>
                <c:pt idx="797">
                  <c:v>799</c:v>
                </c:pt>
                <c:pt idx="798">
                  <c:v>800</c:v>
                </c:pt>
                <c:pt idx="799">
                  <c:v>801</c:v>
                </c:pt>
                <c:pt idx="800">
                  <c:v>802</c:v>
                </c:pt>
                <c:pt idx="801">
                  <c:v>803</c:v>
                </c:pt>
                <c:pt idx="802">
                  <c:v>804</c:v>
                </c:pt>
                <c:pt idx="803">
                  <c:v>805</c:v>
                </c:pt>
                <c:pt idx="804">
                  <c:v>806</c:v>
                </c:pt>
                <c:pt idx="805">
                  <c:v>807</c:v>
                </c:pt>
                <c:pt idx="806">
                  <c:v>808</c:v>
                </c:pt>
                <c:pt idx="807">
                  <c:v>809</c:v>
                </c:pt>
                <c:pt idx="808">
                  <c:v>810</c:v>
                </c:pt>
                <c:pt idx="809">
                  <c:v>811</c:v>
                </c:pt>
                <c:pt idx="810">
                  <c:v>812</c:v>
                </c:pt>
                <c:pt idx="811">
                  <c:v>813</c:v>
                </c:pt>
                <c:pt idx="812">
                  <c:v>814</c:v>
                </c:pt>
                <c:pt idx="813">
                  <c:v>815</c:v>
                </c:pt>
                <c:pt idx="814">
                  <c:v>816</c:v>
                </c:pt>
                <c:pt idx="815">
                  <c:v>817</c:v>
                </c:pt>
                <c:pt idx="816">
                  <c:v>818</c:v>
                </c:pt>
                <c:pt idx="817">
                  <c:v>819</c:v>
                </c:pt>
                <c:pt idx="818">
                  <c:v>820</c:v>
                </c:pt>
                <c:pt idx="819">
                  <c:v>821</c:v>
                </c:pt>
                <c:pt idx="820">
                  <c:v>822</c:v>
                </c:pt>
                <c:pt idx="821">
                  <c:v>823</c:v>
                </c:pt>
                <c:pt idx="822">
                  <c:v>824</c:v>
                </c:pt>
                <c:pt idx="823">
                  <c:v>825</c:v>
                </c:pt>
                <c:pt idx="824">
                  <c:v>826</c:v>
                </c:pt>
                <c:pt idx="825">
                  <c:v>827</c:v>
                </c:pt>
                <c:pt idx="826">
                  <c:v>828</c:v>
                </c:pt>
                <c:pt idx="827">
                  <c:v>829</c:v>
                </c:pt>
                <c:pt idx="828">
                  <c:v>830</c:v>
                </c:pt>
                <c:pt idx="829">
                  <c:v>831</c:v>
                </c:pt>
                <c:pt idx="830">
                  <c:v>832</c:v>
                </c:pt>
                <c:pt idx="831">
                  <c:v>833</c:v>
                </c:pt>
                <c:pt idx="832">
                  <c:v>834</c:v>
                </c:pt>
                <c:pt idx="833">
                  <c:v>835</c:v>
                </c:pt>
                <c:pt idx="834">
                  <c:v>836</c:v>
                </c:pt>
                <c:pt idx="835">
                  <c:v>837</c:v>
                </c:pt>
                <c:pt idx="836">
                  <c:v>838</c:v>
                </c:pt>
                <c:pt idx="837">
                  <c:v>839</c:v>
                </c:pt>
                <c:pt idx="838">
                  <c:v>840</c:v>
                </c:pt>
                <c:pt idx="839">
                  <c:v>841</c:v>
                </c:pt>
                <c:pt idx="840">
                  <c:v>842</c:v>
                </c:pt>
                <c:pt idx="841">
                  <c:v>843</c:v>
                </c:pt>
                <c:pt idx="842">
                  <c:v>844</c:v>
                </c:pt>
                <c:pt idx="843">
                  <c:v>845</c:v>
                </c:pt>
                <c:pt idx="844">
                  <c:v>846</c:v>
                </c:pt>
                <c:pt idx="845">
                  <c:v>847</c:v>
                </c:pt>
                <c:pt idx="846">
                  <c:v>848</c:v>
                </c:pt>
                <c:pt idx="847">
                  <c:v>849</c:v>
                </c:pt>
                <c:pt idx="848">
                  <c:v>850</c:v>
                </c:pt>
                <c:pt idx="849">
                  <c:v>851</c:v>
                </c:pt>
                <c:pt idx="850">
                  <c:v>852</c:v>
                </c:pt>
                <c:pt idx="851">
                  <c:v>853</c:v>
                </c:pt>
                <c:pt idx="852">
                  <c:v>854</c:v>
                </c:pt>
                <c:pt idx="853">
                  <c:v>855</c:v>
                </c:pt>
                <c:pt idx="854">
                  <c:v>856</c:v>
                </c:pt>
                <c:pt idx="855">
                  <c:v>857</c:v>
                </c:pt>
                <c:pt idx="856">
                  <c:v>858</c:v>
                </c:pt>
                <c:pt idx="857">
                  <c:v>859</c:v>
                </c:pt>
                <c:pt idx="858">
                  <c:v>860</c:v>
                </c:pt>
                <c:pt idx="859">
                  <c:v>861</c:v>
                </c:pt>
                <c:pt idx="860">
                  <c:v>862</c:v>
                </c:pt>
                <c:pt idx="861">
                  <c:v>863</c:v>
                </c:pt>
                <c:pt idx="862">
                  <c:v>864</c:v>
                </c:pt>
                <c:pt idx="863">
                  <c:v>865</c:v>
                </c:pt>
                <c:pt idx="864">
                  <c:v>866</c:v>
                </c:pt>
                <c:pt idx="865">
                  <c:v>867</c:v>
                </c:pt>
                <c:pt idx="866">
                  <c:v>868</c:v>
                </c:pt>
                <c:pt idx="867">
                  <c:v>869</c:v>
                </c:pt>
                <c:pt idx="868">
                  <c:v>870</c:v>
                </c:pt>
                <c:pt idx="869">
                  <c:v>871</c:v>
                </c:pt>
                <c:pt idx="870">
                  <c:v>872</c:v>
                </c:pt>
                <c:pt idx="871">
                  <c:v>873</c:v>
                </c:pt>
                <c:pt idx="872">
                  <c:v>874</c:v>
                </c:pt>
                <c:pt idx="873">
                  <c:v>875</c:v>
                </c:pt>
                <c:pt idx="874">
                  <c:v>876</c:v>
                </c:pt>
                <c:pt idx="875">
                  <c:v>877</c:v>
                </c:pt>
                <c:pt idx="876">
                  <c:v>878</c:v>
                </c:pt>
                <c:pt idx="877">
                  <c:v>879</c:v>
                </c:pt>
                <c:pt idx="878">
                  <c:v>880</c:v>
                </c:pt>
                <c:pt idx="879">
                  <c:v>881</c:v>
                </c:pt>
                <c:pt idx="880">
                  <c:v>882</c:v>
                </c:pt>
                <c:pt idx="881">
                  <c:v>883</c:v>
                </c:pt>
                <c:pt idx="882">
                  <c:v>884</c:v>
                </c:pt>
                <c:pt idx="883">
                  <c:v>885</c:v>
                </c:pt>
                <c:pt idx="884">
                  <c:v>886</c:v>
                </c:pt>
                <c:pt idx="885">
                  <c:v>887</c:v>
                </c:pt>
                <c:pt idx="886">
                  <c:v>888</c:v>
                </c:pt>
                <c:pt idx="887">
                  <c:v>889</c:v>
                </c:pt>
                <c:pt idx="888">
                  <c:v>890</c:v>
                </c:pt>
                <c:pt idx="889">
                  <c:v>891</c:v>
                </c:pt>
                <c:pt idx="890">
                  <c:v>892</c:v>
                </c:pt>
                <c:pt idx="891">
                  <c:v>893</c:v>
                </c:pt>
                <c:pt idx="892">
                  <c:v>894</c:v>
                </c:pt>
                <c:pt idx="893">
                  <c:v>895</c:v>
                </c:pt>
                <c:pt idx="894">
                  <c:v>896</c:v>
                </c:pt>
                <c:pt idx="895">
                  <c:v>897</c:v>
                </c:pt>
                <c:pt idx="896">
                  <c:v>898</c:v>
                </c:pt>
                <c:pt idx="897">
                  <c:v>899</c:v>
                </c:pt>
                <c:pt idx="898">
                  <c:v>900</c:v>
                </c:pt>
                <c:pt idx="899">
                  <c:v>901</c:v>
                </c:pt>
                <c:pt idx="900">
                  <c:v>902</c:v>
                </c:pt>
                <c:pt idx="901">
                  <c:v>903</c:v>
                </c:pt>
                <c:pt idx="902">
                  <c:v>904</c:v>
                </c:pt>
                <c:pt idx="903">
                  <c:v>905</c:v>
                </c:pt>
                <c:pt idx="904">
                  <c:v>906</c:v>
                </c:pt>
                <c:pt idx="905">
                  <c:v>907</c:v>
                </c:pt>
                <c:pt idx="906">
                  <c:v>908</c:v>
                </c:pt>
                <c:pt idx="907">
                  <c:v>909</c:v>
                </c:pt>
                <c:pt idx="908">
                  <c:v>910</c:v>
                </c:pt>
                <c:pt idx="909">
                  <c:v>911</c:v>
                </c:pt>
                <c:pt idx="910">
                  <c:v>912</c:v>
                </c:pt>
                <c:pt idx="911">
                  <c:v>913</c:v>
                </c:pt>
                <c:pt idx="912">
                  <c:v>914</c:v>
                </c:pt>
                <c:pt idx="913">
                  <c:v>915</c:v>
                </c:pt>
                <c:pt idx="914">
                  <c:v>916</c:v>
                </c:pt>
                <c:pt idx="915">
                  <c:v>917</c:v>
                </c:pt>
                <c:pt idx="916">
                  <c:v>918</c:v>
                </c:pt>
                <c:pt idx="917">
                  <c:v>919</c:v>
                </c:pt>
                <c:pt idx="918">
                  <c:v>920</c:v>
                </c:pt>
                <c:pt idx="919">
                  <c:v>921</c:v>
                </c:pt>
                <c:pt idx="920">
                  <c:v>922</c:v>
                </c:pt>
                <c:pt idx="921">
                  <c:v>923</c:v>
                </c:pt>
                <c:pt idx="922">
                  <c:v>924</c:v>
                </c:pt>
                <c:pt idx="923">
                  <c:v>925</c:v>
                </c:pt>
                <c:pt idx="924">
                  <c:v>926</c:v>
                </c:pt>
                <c:pt idx="925">
                  <c:v>927</c:v>
                </c:pt>
                <c:pt idx="926">
                  <c:v>928</c:v>
                </c:pt>
                <c:pt idx="927">
                  <c:v>929</c:v>
                </c:pt>
                <c:pt idx="928">
                  <c:v>930</c:v>
                </c:pt>
                <c:pt idx="929">
                  <c:v>931</c:v>
                </c:pt>
                <c:pt idx="930">
                  <c:v>932</c:v>
                </c:pt>
                <c:pt idx="931">
                  <c:v>933</c:v>
                </c:pt>
                <c:pt idx="932">
                  <c:v>934</c:v>
                </c:pt>
                <c:pt idx="933">
                  <c:v>935</c:v>
                </c:pt>
                <c:pt idx="934">
                  <c:v>936</c:v>
                </c:pt>
                <c:pt idx="935">
                  <c:v>937</c:v>
                </c:pt>
                <c:pt idx="936">
                  <c:v>938</c:v>
                </c:pt>
                <c:pt idx="937">
                  <c:v>939</c:v>
                </c:pt>
                <c:pt idx="938">
                  <c:v>940</c:v>
                </c:pt>
                <c:pt idx="939">
                  <c:v>941</c:v>
                </c:pt>
                <c:pt idx="940">
                  <c:v>942</c:v>
                </c:pt>
                <c:pt idx="941">
                  <c:v>943</c:v>
                </c:pt>
                <c:pt idx="942">
                  <c:v>944</c:v>
                </c:pt>
                <c:pt idx="943">
                  <c:v>945</c:v>
                </c:pt>
                <c:pt idx="944">
                  <c:v>946</c:v>
                </c:pt>
                <c:pt idx="945">
                  <c:v>947</c:v>
                </c:pt>
                <c:pt idx="946">
                  <c:v>948</c:v>
                </c:pt>
                <c:pt idx="947">
                  <c:v>949</c:v>
                </c:pt>
                <c:pt idx="948">
                  <c:v>950</c:v>
                </c:pt>
                <c:pt idx="949">
                  <c:v>951</c:v>
                </c:pt>
                <c:pt idx="950">
                  <c:v>952</c:v>
                </c:pt>
                <c:pt idx="951">
                  <c:v>953</c:v>
                </c:pt>
                <c:pt idx="952">
                  <c:v>954</c:v>
                </c:pt>
                <c:pt idx="953">
                  <c:v>955</c:v>
                </c:pt>
                <c:pt idx="954">
                  <c:v>956</c:v>
                </c:pt>
                <c:pt idx="955">
                  <c:v>957</c:v>
                </c:pt>
                <c:pt idx="956">
                  <c:v>958</c:v>
                </c:pt>
                <c:pt idx="957">
                  <c:v>959</c:v>
                </c:pt>
                <c:pt idx="958">
                  <c:v>960</c:v>
                </c:pt>
                <c:pt idx="959">
                  <c:v>961</c:v>
                </c:pt>
                <c:pt idx="960">
                  <c:v>962</c:v>
                </c:pt>
                <c:pt idx="961">
                  <c:v>963</c:v>
                </c:pt>
                <c:pt idx="962">
                  <c:v>964</c:v>
                </c:pt>
                <c:pt idx="963">
                  <c:v>965</c:v>
                </c:pt>
                <c:pt idx="964">
                  <c:v>966</c:v>
                </c:pt>
                <c:pt idx="965">
                  <c:v>967</c:v>
                </c:pt>
                <c:pt idx="966">
                  <c:v>968</c:v>
                </c:pt>
                <c:pt idx="967">
                  <c:v>969</c:v>
                </c:pt>
                <c:pt idx="968">
                  <c:v>970</c:v>
                </c:pt>
                <c:pt idx="969">
                  <c:v>971</c:v>
                </c:pt>
                <c:pt idx="970">
                  <c:v>972</c:v>
                </c:pt>
                <c:pt idx="971">
                  <c:v>973</c:v>
                </c:pt>
                <c:pt idx="972">
                  <c:v>974</c:v>
                </c:pt>
                <c:pt idx="973">
                  <c:v>975</c:v>
                </c:pt>
                <c:pt idx="974">
                  <c:v>976</c:v>
                </c:pt>
                <c:pt idx="975">
                  <c:v>977</c:v>
                </c:pt>
                <c:pt idx="976">
                  <c:v>978</c:v>
                </c:pt>
                <c:pt idx="977">
                  <c:v>979</c:v>
                </c:pt>
                <c:pt idx="978">
                  <c:v>980</c:v>
                </c:pt>
                <c:pt idx="979">
                  <c:v>981</c:v>
                </c:pt>
                <c:pt idx="980">
                  <c:v>982</c:v>
                </c:pt>
                <c:pt idx="981">
                  <c:v>983</c:v>
                </c:pt>
                <c:pt idx="982">
                  <c:v>984</c:v>
                </c:pt>
                <c:pt idx="983">
                  <c:v>985</c:v>
                </c:pt>
                <c:pt idx="984">
                  <c:v>986</c:v>
                </c:pt>
                <c:pt idx="985">
                  <c:v>987</c:v>
                </c:pt>
                <c:pt idx="986">
                  <c:v>988</c:v>
                </c:pt>
                <c:pt idx="987">
                  <c:v>989</c:v>
                </c:pt>
                <c:pt idx="988">
                  <c:v>990</c:v>
                </c:pt>
                <c:pt idx="989">
                  <c:v>991</c:v>
                </c:pt>
                <c:pt idx="990">
                  <c:v>992</c:v>
                </c:pt>
                <c:pt idx="991">
                  <c:v>993</c:v>
                </c:pt>
                <c:pt idx="992">
                  <c:v>994</c:v>
                </c:pt>
                <c:pt idx="993">
                  <c:v>995</c:v>
                </c:pt>
                <c:pt idx="994">
                  <c:v>996</c:v>
                </c:pt>
                <c:pt idx="995">
                  <c:v>997</c:v>
                </c:pt>
                <c:pt idx="996">
                  <c:v>998</c:v>
                </c:pt>
                <c:pt idx="997">
                  <c:v>999</c:v>
                </c:pt>
                <c:pt idx="998">
                  <c:v>1000</c:v>
                </c:pt>
                <c:pt idx="999">
                  <c:v>1001</c:v>
                </c:pt>
                <c:pt idx="1000">
                  <c:v>1002</c:v>
                </c:pt>
                <c:pt idx="1001">
                  <c:v>1003</c:v>
                </c:pt>
                <c:pt idx="1002">
                  <c:v>1004</c:v>
                </c:pt>
                <c:pt idx="1003">
                  <c:v>1005</c:v>
                </c:pt>
                <c:pt idx="1004">
                  <c:v>1006</c:v>
                </c:pt>
                <c:pt idx="1005">
                  <c:v>1007</c:v>
                </c:pt>
                <c:pt idx="1006">
                  <c:v>1008</c:v>
                </c:pt>
                <c:pt idx="1007">
                  <c:v>1009</c:v>
                </c:pt>
                <c:pt idx="1008">
                  <c:v>1010</c:v>
                </c:pt>
                <c:pt idx="1009">
                  <c:v>1011</c:v>
                </c:pt>
                <c:pt idx="1010">
                  <c:v>1012</c:v>
                </c:pt>
                <c:pt idx="1011">
                  <c:v>1013</c:v>
                </c:pt>
                <c:pt idx="1012">
                  <c:v>1014</c:v>
                </c:pt>
                <c:pt idx="1013">
                  <c:v>1015</c:v>
                </c:pt>
                <c:pt idx="1014">
                  <c:v>1016</c:v>
                </c:pt>
                <c:pt idx="1015">
                  <c:v>1017</c:v>
                </c:pt>
                <c:pt idx="1016">
                  <c:v>1018</c:v>
                </c:pt>
                <c:pt idx="1017">
                  <c:v>1019</c:v>
                </c:pt>
                <c:pt idx="1018">
                  <c:v>1020</c:v>
                </c:pt>
                <c:pt idx="1019">
                  <c:v>1021</c:v>
                </c:pt>
                <c:pt idx="1020">
                  <c:v>1022</c:v>
                </c:pt>
                <c:pt idx="1021">
                  <c:v>1023</c:v>
                </c:pt>
                <c:pt idx="1022">
                  <c:v>1024</c:v>
                </c:pt>
                <c:pt idx="1023">
                  <c:v>1025</c:v>
                </c:pt>
                <c:pt idx="1024">
                  <c:v>1026</c:v>
                </c:pt>
                <c:pt idx="1025">
                  <c:v>1027</c:v>
                </c:pt>
                <c:pt idx="1026">
                  <c:v>1028</c:v>
                </c:pt>
                <c:pt idx="1027">
                  <c:v>1029</c:v>
                </c:pt>
                <c:pt idx="1028">
                  <c:v>1030</c:v>
                </c:pt>
                <c:pt idx="1029">
                  <c:v>1031</c:v>
                </c:pt>
                <c:pt idx="1030">
                  <c:v>1032</c:v>
                </c:pt>
                <c:pt idx="1031">
                  <c:v>1033</c:v>
                </c:pt>
                <c:pt idx="1032">
                  <c:v>1034</c:v>
                </c:pt>
                <c:pt idx="1033">
                  <c:v>1035</c:v>
                </c:pt>
                <c:pt idx="1034">
                  <c:v>1036</c:v>
                </c:pt>
                <c:pt idx="1035">
                  <c:v>1037</c:v>
                </c:pt>
                <c:pt idx="1036">
                  <c:v>1038</c:v>
                </c:pt>
                <c:pt idx="1037">
                  <c:v>1039</c:v>
                </c:pt>
                <c:pt idx="1038">
                  <c:v>1040</c:v>
                </c:pt>
                <c:pt idx="1039">
                  <c:v>1041</c:v>
                </c:pt>
                <c:pt idx="1040">
                  <c:v>1042</c:v>
                </c:pt>
                <c:pt idx="1041">
                  <c:v>1043</c:v>
                </c:pt>
                <c:pt idx="1042">
                  <c:v>1044</c:v>
                </c:pt>
                <c:pt idx="1043">
                  <c:v>1045</c:v>
                </c:pt>
                <c:pt idx="1044">
                  <c:v>1046</c:v>
                </c:pt>
                <c:pt idx="1045">
                  <c:v>1047</c:v>
                </c:pt>
                <c:pt idx="1046">
                  <c:v>1048</c:v>
                </c:pt>
                <c:pt idx="1047">
                  <c:v>1049</c:v>
                </c:pt>
                <c:pt idx="1048">
                  <c:v>1050</c:v>
                </c:pt>
                <c:pt idx="1049">
                  <c:v>1051</c:v>
                </c:pt>
                <c:pt idx="1050">
                  <c:v>1052</c:v>
                </c:pt>
                <c:pt idx="1051">
                  <c:v>1053</c:v>
                </c:pt>
                <c:pt idx="1052">
                  <c:v>1054</c:v>
                </c:pt>
                <c:pt idx="1053">
                  <c:v>1055</c:v>
                </c:pt>
                <c:pt idx="1054">
                  <c:v>1056</c:v>
                </c:pt>
                <c:pt idx="1055">
                  <c:v>1057</c:v>
                </c:pt>
                <c:pt idx="1056">
                  <c:v>1058</c:v>
                </c:pt>
                <c:pt idx="1057">
                  <c:v>1059</c:v>
                </c:pt>
                <c:pt idx="1058">
                  <c:v>1060</c:v>
                </c:pt>
                <c:pt idx="1059">
                  <c:v>1061</c:v>
                </c:pt>
                <c:pt idx="1060">
                  <c:v>1062</c:v>
                </c:pt>
                <c:pt idx="1061">
                  <c:v>1063</c:v>
                </c:pt>
                <c:pt idx="1062">
                  <c:v>1064</c:v>
                </c:pt>
                <c:pt idx="1063">
                  <c:v>1065</c:v>
                </c:pt>
                <c:pt idx="1064">
                  <c:v>1066</c:v>
                </c:pt>
                <c:pt idx="1065">
                  <c:v>1067</c:v>
                </c:pt>
                <c:pt idx="1066">
                  <c:v>1068</c:v>
                </c:pt>
                <c:pt idx="1067">
                  <c:v>1069</c:v>
                </c:pt>
                <c:pt idx="1068">
                  <c:v>1070</c:v>
                </c:pt>
                <c:pt idx="1069">
                  <c:v>1071</c:v>
                </c:pt>
                <c:pt idx="1070">
                  <c:v>1072</c:v>
                </c:pt>
                <c:pt idx="1071">
                  <c:v>1073</c:v>
                </c:pt>
                <c:pt idx="1072">
                  <c:v>1074</c:v>
                </c:pt>
                <c:pt idx="1073">
                  <c:v>1075</c:v>
                </c:pt>
                <c:pt idx="1074">
                  <c:v>1076</c:v>
                </c:pt>
                <c:pt idx="1075">
                  <c:v>1077</c:v>
                </c:pt>
                <c:pt idx="1076">
                  <c:v>1078</c:v>
                </c:pt>
                <c:pt idx="1077">
                  <c:v>1079</c:v>
                </c:pt>
                <c:pt idx="1078">
                  <c:v>1080</c:v>
                </c:pt>
                <c:pt idx="1079">
                  <c:v>1081</c:v>
                </c:pt>
                <c:pt idx="1080">
                  <c:v>1082</c:v>
                </c:pt>
                <c:pt idx="1081">
                  <c:v>1083</c:v>
                </c:pt>
                <c:pt idx="1082">
                  <c:v>1084</c:v>
                </c:pt>
                <c:pt idx="1083">
                  <c:v>1085</c:v>
                </c:pt>
                <c:pt idx="1084">
                  <c:v>1086</c:v>
                </c:pt>
                <c:pt idx="1085">
                  <c:v>1087</c:v>
                </c:pt>
                <c:pt idx="1086">
                  <c:v>1088</c:v>
                </c:pt>
                <c:pt idx="1087">
                  <c:v>1089</c:v>
                </c:pt>
                <c:pt idx="1088">
                  <c:v>1090</c:v>
                </c:pt>
                <c:pt idx="1089">
                  <c:v>1091</c:v>
                </c:pt>
                <c:pt idx="1090">
                  <c:v>1092</c:v>
                </c:pt>
                <c:pt idx="1091">
                  <c:v>1093</c:v>
                </c:pt>
                <c:pt idx="1092">
                  <c:v>1094</c:v>
                </c:pt>
                <c:pt idx="1093">
                  <c:v>1095</c:v>
                </c:pt>
                <c:pt idx="1094">
                  <c:v>1096</c:v>
                </c:pt>
                <c:pt idx="1095">
                  <c:v>1097</c:v>
                </c:pt>
                <c:pt idx="1096">
                  <c:v>1098</c:v>
                </c:pt>
                <c:pt idx="1097">
                  <c:v>1099</c:v>
                </c:pt>
                <c:pt idx="1098">
                  <c:v>1100</c:v>
                </c:pt>
                <c:pt idx="1099">
                  <c:v>1101</c:v>
                </c:pt>
                <c:pt idx="1100">
                  <c:v>1102</c:v>
                </c:pt>
                <c:pt idx="1101">
                  <c:v>1103</c:v>
                </c:pt>
                <c:pt idx="1102">
                  <c:v>1104</c:v>
                </c:pt>
                <c:pt idx="1103">
                  <c:v>1105</c:v>
                </c:pt>
                <c:pt idx="1104">
                  <c:v>1106</c:v>
                </c:pt>
                <c:pt idx="1105">
                  <c:v>1107</c:v>
                </c:pt>
                <c:pt idx="1106">
                  <c:v>1108</c:v>
                </c:pt>
                <c:pt idx="1107">
                  <c:v>1109</c:v>
                </c:pt>
                <c:pt idx="1108">
                  <c:v>1110</c:v>
                </c:pt>
                <c:pt idx="1109">
                  <c:v>1111</c:v>
                </c:pt>
                <c:pt idx="1110">
                  <c:v>1112</c:v>
                </c:pt>
                <c:pt idx="1111">
                  <c:v>1113</c:v>
                </c:pt>
                <c:pt idx="1112">
                  <c:v>1114</c:v>
                </c:pt>
                <c:pt idx="1113">
                  <c:v>1115</c:v>
                </c:pt>
                <c:pt idx="1114">
                  <c:v>1116</c:v>
                </c:pt>
                <c:pt idx="1115">
                  <c:v>1117</c:v>
                </c:pt>
                <c:pt idx="1116">
                  <c:v>1118</c:v>
                </c:pt>
                <c:pt idx="1117">
                  <c:v>1119</c:v>
                </c:pt>
                <c:pt idx="1118">
                  <c:v>1120</c:v>
                </c:pt>
                <c:pt idx="1119">
                  <c:v>1121</c:v>
                </c:pt>
                <c:pt idx="1120">
                  <c:v>1122</c:v>
                </c:pt>
                <c:pt idx="1121">
                  <c:v>1123</c:v>
                </c:pt>
                <c:pt idx="1122">
                  <c:v>1124</c:v>
                </c:pt>
                <c:pt idx="1123">
                  <c:v>1125</c:v>
                </c:pt>
                <c:pt idx="1124">
                  <c:v>1126</c:v>
                </c:pt>
                <c:pt idx="1125">
                  <c:v>1127</c:v>
                </c:pt>
                <c:pt idx="1126">
                  <c:v>1128</c:v>
                </c:pt>
                <c:pt idx="1127">
                  <c:v>1129</c:v>
                </c:pt>
                <c:pt idx="1128">
                  <c:v>1130</c:v>
                </c:pt>
                <c:pt idx="1129">
                  <c:v>1131</c:v>
                </c:pt>
                <c:pt idx="1130">
                  <c:v>1132</c:v>
                </c:pt>
                <c:pt idx="1131">
                  <c:v>1133</c:v>
                </c:pt>
                <c:pt idx="1132">
                  <c:v>1134</c:v>
                </c:pt>
                <c:pt idx="1133">
                  <c:v>1135</c:v>
                </c:pt>
                <c:pt idx="1134">
                  <c:v>1136</c:v>
                </c:pt>
                <c:pt idx="1135">
                  <c:v>1137</c:v>
                </c:pt>
                <c:pt idx="1136">
                  <c:v>1138</c:v>
                </c:pt>
                <c:pt idx="1137">
                  <c:v>1139</c:v>
                </c:pt>
                <c:pt idx="1138">
                  <c:v>1140</c:v>
                </c:pt>
                <c:pt idx="1139">
                  <c:v>1141</c:v>
                </c:pt>
                <c:pt idx="1140">
                  <c:v>1142</c:v>
                </c:pt>
                <c:pt idx="1141">
                  <c:v>1143</c:v>
                </c:pt>
                <c:pt idx="1142">
                  <c:v>1144</c:v>
                </c:pt>
                <c:pt idx="1143">
                  <c:v>1145</c:v>
                </c:pt>
                <c:pt idx="1144">
                  <c:v>1146</c:v>
                </c:pt>
                <c:pt idx="1145">
                  <c:v>1147</c:v>
                </c:pt>
                <c:pt idx="1146">
                  <c:v>1148</c:v>
                </c:pt>
                <c:pt idx="1147">
                  <c:v>1149</c:v>
                </c:pt>
                <c:pt idx="1148">
                  <c:v>1150</c:v>
                </c:pt>
                <c:pt idx="1149">
                  <c:v>1151</c:v>
                </c:pt>
                <c:pt idx="1150">
                  <c:v>1152</c:v>
                </c:pt>
                <c:pt idx="1151">
                  <c:v>1153</c:v>
                </c:pt>
                <c:pt idx="1152">
                  <c:v>1154</c:v>
                </c:pt>
                <c:pt idx="1153">
                  <c:v>1155</c:v>
                </c:pt>
                <c:pt idx="1154">
                  <c:v>1156</c:v>
                </c:pt>
                <c:pt idx="1155">
                  <c:v>1157</c:v>
                </c:pt>
                <c:pt idx="1156">
                  <c:v>1158</c:v>
                </c:pt>
                <c:pt idx="1157">
                  <c:v>1159</c:v>
                </c:pt>
                <c:pt idx="1158">
                  <c:v>1160</c:v>
                </c:pt>
                <c:pt idx="1159">
                  <c:v>1161</c:v>
                </c:pt>
                <c:pt idx="1160">
                  <c:v>1162</c:v>
                </c:pt>
                <c:pt idx="1161">
                  <c:v>1163</c:v>
                </c:pt>
                <c:pt idx="1162">
                  <c:v>1164</c:v>
                </c:pt>
                <c:pt idx="1163">
                  <c:v>1165</c:v>
                </c:pt>
                <c:pt idx="1164">
                  <c:v>1166</c:v>
                </c:pt>
                <c:pt idx="1165">
                  <c:v>1167</c:v>
                </c:pt>
                <c:pt idx="1166">
                  <c:v>1168</c:v>
                </c:pt>
                <c:pt idx="1167">
                  <c:v>1169</c:v>
                </c:pt>
                <c:pt idx="1168">
                  <c:v>1170</c:v>
                </c:pt>
                <c:pt idx="1169">
                  <c:v>1171</c:v>
                </c:pt>
                <c:pt idx="1170">
                  <c:v>1172</c:v>
                </c:pt>
                <c:pt idx="1171">
                  <c:v>1173</c:v>
                </c:pt>
                <c:pt idx="1172">
                  <c:v>1174</c:v>
                </c:pt>
                <c:pt idx="1173">
                  <c:v>1175</c:v>
                </c:pt>
                <c:pt idx="1174">
                  <c:v>1176</c:v>
                </c:pt>
                <c:pt idx="1175">
                  <c:v>1177</c:v>
                </c:pt>
                <c:pt idx="1176">
                  <c:v>1178</c:v>
                </c:pt>
                <c:pt idx="1177">
                  <c:v>1179</c:v>
                </c:pt>
                <c:pt idx="1178">
                  <c:v>1180</c:v>
                </c:pt>
                <c:pt idx="1179">
                  <c:v>1181</c:v>
                </c:pt>
                <c:pt idx="1180">
                  <c:v>1182</c:v>
                </c:pt>
                <c:pt idx="1181">
                  <c:v>1183</c:v>
                </c:pt>
                <c:pt idx="1182">
                  <c:v>1184</c:v>
                </c:pt>
                <c:pt idx="1183">
                  <c:v>1185</c:v>
                </c:pt>
                <c:pt idx="1184">
                  <c:v>1186</c:v>
                </c:pt>
                <c:pt idx="1185">
                  <c:v>1187</c:v>
                </c:pt>
                <c:pt idx="1186">
                  <c:v>1188</c:v>
                </c:pt>
                <c:pt idx="1187">
                  <c:v>1189</c:v>
                </c:pt>
                <c:pt idx="1188">
                  <c:v>1190</c:v>
                </c:pt>
                <c:pt idx="1189">
                  <c:v>1191</c:v>
                </c:pt>
                <c:pt idx="1190">
                  <c:v>1192</c:v>
                </c:pt>
                <c:pt idx="1191">
                  <c:v>1193</c:v>
                </c:pt>
                <c:pt idx="1192">
                  <c:v>1194</c:v>
                </c:pt>
                <c:pt idx="1193">
                  <c:v>1195</c:v>
                </c:pt>
                <c:pt idx="1194">
                  <c:v>1196</c:v>
                </c:pt>
                <c:pt idx="1195">
                  <c:v>1197</c:v>
                </c:pt>
                <c:pt idx="1196">
                  <c:v>1198</c:v>
                </c:pt>
                <c:pt idx="1197">
                  <c:v>1199</c:v>
                </c:pt>
                <c:pt idx="1198">
                  <c:v>1200</c:v>
                </c:pt>
                <c:pt idx="1199">
                  <c:v>1201</c:v>
                </c:pt>
                <c:pt idx="1200">
                  <c:v>1202</c:v>
                </c:pt>
                <c:pt idx="1201">
                  <c:v>1203</c:v>
                </c:pt>
                <c:pt idx="1202">
                  <c:v>1204</c:v>
                </c:pt>
                <c:pt idx="1203">
                  <c:v>1205</c:v>
                </c:pt>
                <c:pt idx="1204">
                  <c:v>1206</c:v>
                </c:pt>
                <c:pt idx="1205">
                  <c:v>1207</c:v>
                </c:pt>
                <c:pt idx="1206">
                  <c:v>1208</c:v>
                </c:pt>
                <c:pt idx="1207">
                  <c:v>1209</c:v>
                </c:pt>
                <c:pt idx="1208">
                  <c:v>1210</c:v>
                </c:pt>
                <c:pt idx="1209">
                  <c:v>1211</c:v>
                </c:pt>
                <c:pt idx="1210">
                  <c:v>1212</c:v>
                </c:pt>
                <c:pt idx="1211">
                  <c:v>1213</c:v>
                </c:pt>
                <c:pt idx="1212">
                  <c:v>1214</c:v>
                </c:pt>
                <c:pt idx="1213">
                  <c:v>1215</c:v>
                </c:pt>
                <c:pt idx="1214">
                  <c:v>1216</c:v>
                </c:pt>
                <c:pt idx="1215">
                  <c:v>1217</c:v>
                </c:pt>
                <c:pt idx="1216">
                  <c:v>1218</c:v>
                </c:pt>
                <c:pt idx="1217">
                  <c:v>1219</c:v>
                </c:pt>
                <c:pt idx="1218">
                  <c:v>1220</c:v>
                </c:pt>
                <c:pt idx="1219">
                  <c:v>1221</c:v>
                </c:pt>
                <c:pt idx="1220">
                  <c:v>1222</c:v>
                </c:pt>
                <c:pt idx="1221">
                  <c:v>1223</c:v>
                </c:pt>
                <c:pt idx="1222">
                  <c:v>1224</c:v>
                </c:pt>
                <c:pt idx="1223">
                  <c:v>1225</c:v>
                </c:pt>
                <c:pt idx="1224">
                  <c:v>1226</c:v>
                </c:pt>
                <c:pt idx="1225">
                  <c:v>1227</c:v>
                </c:pt>
                <c:pt idx="1226">
                  <c:v>1228</c:v>
                </c:pt>
                <c:pt idx="1227">
                  <c:v>1229</c:v>
                </c:pt>
                <c:pt idx="1228">
                  <c:v>1230</c:v>
                </c:pt>
                <c:pt idx="1229">
                  <c:v>1231</c:v>
                </c:pt>
                <c:pt idx="1230">
                  <c:v>1232</c:v>
                </c:pt>
                <c:pt idx="1231">
                  <c:v>1233</c:v>
                </c:pt>
                <c:pt idx="1232">
                  <c:v>1234</c:v>
                </c:pt>
                <c:pt idx="1233">
                  <c:v>1235</c:v>
                </c:pt>
                <c:pt idx="1234">
                  <c:v>1236</c:v>
                </c:pt>
                <c:pt idx="1235">
                  <c:v>1237</c:v>
                </c:pt>
                <c:pt idx="1236">
                  <c:v>1238</c:v>
                </c:pt>
                <c:pt idx="1237">
                  <c:v>1239</c:v>
                </c:pt>
                <c:pt idx="1238">
                  <c:v>1240</c:v>
                </c:pt>
                <c:pt idx="1239">
                  <c:v>1241</c:v>
                </c:pt>
                <c:pt idx="1240">
                  <c:v>1242</c:v>
                </c:pt>
                <c:pt idx="1241">
                  <c:v>1243</c:v>
                </c:pt>
                <c:pt idx="1242">
                  <c:v>1244</c:v>
                </c:pt>
                <c:pt idx="1243">
                  <c:v>1245</c:v>
                </c:pt>
                <c:pt idx="1244">
                  <c:v>1246</c:v>
                </c:pt>
                <c:pt idx="1245">
                  <c:v>1247</c:v>
                </c:pt>
                <c:pt idx="1246">
                  <c:v>1248</c:v>
                </c:pt>
                <c:pt idx="1247">
                  <c:v>1249</c:v>
                </c:pt>
                <c:pt idx="1248">
                  <c:v>1250</c:v>
                </c:pt>
                <c:pt idx="1249">
                  <c:v>1251</c:v>
                </c:pt>
                <c:pt idx="1250">
                  <c:v>1252</c:v>
                </c:pt>
                <c:pt idx="1251">
                  <c:v>1253</c:v>
                </c:pt>
                <c:pt idx="1252">
                  <c:v>1254</c:v>
                </c:pt>
                <c:pt idx="1253">
                  <c:v>1255</c:v>
                </c:pt>
                <c:pt idx="1254">
                  <c:v>1256</c:v>
                </c:pt>
                <c:pt idx="1255">
                  <c:v>1257</c:v>
                </c:pt>
                <c:pt idx="1256">
                  <c:v>1258</c:v>
                </c:pt>
                <c:pt idx="1257">
                  <c:v>1259</c:v>
                </c:pt>
                <c:pt idx="1258">
                  <c:v>1260</c:v>
                </c:pt>
                <c:pt idx="1259">
                  <c:v>1261</c:v>
                </c:pt>
                <c:pt idx="1260">
                  <c:v>1262</c:v>
                </c:pt>
                <c:pt idx="1261">
                  <c:v>1263</c:v>
                </c:pt>
                <c:pt idx="1262">
                  <c:v>1264</c:v>
                </c:pt>
                <c:pt idx="1263">
                  <c:v>1265</c:v>
                </c:pt>
                <c:pt idx="1264">
                  <c:v>1266</c:v>
                </c:pt>
                <c:pt idx="1265">
                  <c:v>1267</c:v>
                </c:pt>
                <c:pt idx="1266">
                  <c:v>1268</c:v>
                </c:pt>
                <c:pt idx="1267">
                  <c:v>1269</c:v>
                </c:pt>
                <c:pt idx="1268">
                  <c:v>1270</c:v>
                </c:pt>
                <c:pt idx="1269">
                  <c:v>1271</c:v>
                </c:pt>
                <c:pt idx="1270">
                  <c:v>1272</c:v>
                </c:pt>
                <c:pt idx="1271">
                  <c:v>1273</c:v>
                </c:pt>
                <c:pt idx="1272">
                  <c:v>1274</c:v>
                </c:pt>
                <c:pt idx="1273">
                  <c:v>1275</c:v>
                </c:pt>
                <c:pt idx="1274">
                  <c:v>1276</c:v>
                </c:pt>
                <c:pt idx="1275">
                  <c:v>1277</c:v>
                </c:pt>
                <c:pt idx="1276">
                  <c:v>1278</c:v>
                </c:pt>
                <c:pt idx="1277">
                  <c:v>1279</c:v>
                </c:pt>
                <c:pt idx="1278">
                  <c:v>1280</c:v>
                </c:pt>
                <c:pt idx="1279">
                  <c:v>1281</c:v>
                </c:pt>
                <c:pt idx="1280">
                  <c:v>1282</c:v>
                </c:pt>
                <c:pt idx="1281">
                  <c:v>1283</c:v>
                </c:pt>
                <c:pt idx="1282">
                  <c:v>1284</c:v>
                </c:pt>
                <c:pt idx="1283">
                  <c:v>1285</c:v>
                </c:pt>
                <c:pt idx="1284">
                  <c:v>1286</c:v>
                </c:pt>
                <c:pt idx="1285">
                  <c:v>1287</c:v>
                </c:pt>
                <c:pt idx="1286">
                  <c:v>1288</c:v>
                </c:pt>
                <c:pt idx="1287">
                  <c:v>1289</c:v>
                </c:pt>
                <c:pt idx="1288">
                  <c:v>1290</c:v>
                </c:pt>
                <c:pt idx="1289">
                  <c:v>1291</c:v>
                </c:pt>
                <c:pt idx="1290">
                  <c:v>1292</c:v>
                </c:pt>
                <c:pt idx="1291">
                  <c:v>1293</c:v>
                </c:pt>
                <c:pt idx="1292">
                  <c:v>1294</c:v>
                </c:pt>
                <c:pt idx="1293">
                  <c:v>1295</c:v>
                </c:pt>
                <c:pt idx="1294">
                  <c:v>1296</c:v>
                </c:pt>
                <c:pt idx="1295">
                  <c:v>1297</c:v>
                </c:pt>
                <c:pt idx="1296">
                  <c:v>1298</c:v>
                </c:pt>
                <c:pt idx="1297">
                  <c:v>1299</c:v>
                </c:pt>
                <c:pt idx="1298">
                  <c:v>1300</c:v>
                </c:pt>
                <c:pt idx="1299">
                  <c:v>1301</c:v>
                </c:pt>
                <c:pt idx="1300">
                  <c:v>1302</c:v>
                </c:pt>
                <c:pt idx="1301">
                  <c:v>1303</c:v>
                </c:pt>
                <c:pt idx="1302">
                  <c:v>1304</c:v>
                </c:pt>
                <c:pt idx="1303">
                  <c:v>1305</c:v>
                </c:pt>
                <c:pt idx="1304">
                  <c:v>1306</c:v>
                </c:pt>
                <c:pt idx="1305">
                  <c:v>1307</c:v>
                </c:pt>
                <c:pt idx="1306">
                  <c:v>1308</c:v>
                </c:pt>
                <c:pt idx="1307">
                  <c:v>1309</c:v>
                </c:pt>
                <c:pt idx="1308">
                  <c:v>1310</c:v>
                </c:pt>
                <c:pt idx="1309">
                  <c:v>1311</c:v>
                </c:pt>
                <c:pt idx="1310">
                  <c:v>1312</c:v>
                </c:pt>
                <c:pt idx="1311">
                  <c:v>1313</c:v>
                </c:pt>
                <c:pt idx="1312">
                  <c:v>1314</c:v>
                </c:pt>
                <c:pt idx="1313">
                  <c:v>1315</c:v>
                </c:pt>
                <c:pt idx="1314">
                  <c:v>1316</c:v>
                </c:pt>
                <c:pt idx="1315">
                  <c:v>1317</c:v>
                </c:pt>
                <c:pt idx="1316">
                  <c:v>1318</c:v>
                </c:pt>
                <c:pt idx="1317">
                  <c:v>1319</c:v>
                </c:pt>
                <c:pt idx="1318">
                  <c:v>1320</c:v>
                </c:pt>
                <c:pt idx="1319">
                  <c:v>1321</c:v>
                </c:pt>
                <c:pt idx="1320">
                  <c:v>1322</c:v>
                </c:pt>
                <c:pt idx="1321">
                  <c:v>1323</c:v>
                </c:pt>
                <c:pt idx="1322">
                  <c:v>1324</c:v>
                </c:pt>
                <c:pt idx="1323">
                  <c:v>1325</c:v>
                </c:pt>
                <c:pt idx="1324">
                  <c:v>1326</c:v>
                </c:pt>
                <c:pt idx="1325">
                  <c:v>1327</c:v>
                </c:pt>
                <c:pt idx="1326">
                  <c:v>1328</c:v>
                </c:pt>
                <c:pt idx="1327">
                  <c:v>1329</c:v>
                </c:pt>
                <c:pt idx="1328">
                  <c:v>1330</c:v>
                </c:pt>
                <c:pt idx="1329">
                  <c:v>1331</c:v>
                </c:pt>
                <c:pt idx="1330">
                  <c:v>1332</c:v>
                </c:pt>
                <c:pt idx="1331">
                  <c:v>1333</c:v>
                </c:pt>
                <c:pt idx="1332">
                  <c:v>1334</c:v>
                </c:pt>
                <c:pt idx="1333">
                  <c:v>1335</c:v>
                </c:pt>
                <c:pt idx="1334">
                  <c:v>1336</c:v>
                </c:pt>
                <c:pt idx="1335">
                  <c:v>1337</c:v>
                </c:pt>
                <c:pt idx="1336">
                  <c:v>1338</c:v>
                </c:pt>
                <c:pt idx="1337">
                  <c:v>1339</c:v>
                </c:pt>
                <c:pt idx="1338">
                  <c:v>1340</c:v>
                </c:pt>
                <c:pt idx="1339">
                  <c:v>1341</c:v>
                </c:pt>
                <c:pt idx="1340">
                  <c:v>1342</c:v>
                </c:pt>
                <c:pt idx="1341">
                  <c:v>1343</c:v>
                </c:pt>
                <c:pt idx="1342">
                  <c:v>1344</c:v>
                </c:pt>
                <c:pt idx="1343">
                  <c:v>1345</c:v>
                </c:pt>
                <c:pt idx="1344">
                  <c:v>1346</c:v>
                </c:pt>
                <c:pt idx="1345">
                  <c:v>1347</c:v>
                </c:pt>
                <c:pt idx="1346">
                  <c:v>1348</c:v>
                </c:pt>
                <c:pt idx="1347">
                  <c:v>1349</c:v>
                </c:pt>
                <c:pt idx="1348">
                  <c:v>1350</c:v>
                </c:pt>
                <c:pt idx="1349">
                  <c:v>1351</c:v>
                </c:pt>
                <c:pt idx="1350">
                  <c:v>1352</c:v>
                </c:pt>
                <c:pt idx="1351">
                  <c:v>1353</c:v>
                </c:pt>
                <c:pt idx="1352">
                  <c:v>1354</c:v>
                </c:pt>
                <c:pt idx="1353">
                  <c:v>1355</c:v>
                </c:pt>
                <c:pt idx="1354">
                  <c:v>1356</c:v>
                </c:pt>
                <c:pt idx="1355">
                  <c:v>1357</c:v>
                </c:pt>
                <c:pt idx="1356">
                  <c:v>1358</c:v>
                </c:pt>
                <c:pt idx="1357">
                  <c:v>1359</c:v>
                </c:pt>
                <c:pt idx="1358">
                  <c:v>1360</c:v>
                </c:pt>
                <c:pt idx="1359">
                  <c:v>1361</c:v>
                </c:pt>
                <c:pt idx="1360">
                  <c:v>1362</c:v>
                </c:pt>
                <c:pt idx="1361">
                  <c:v>1363</c:v>
                </c:pt>
                <c:pt idx="1362">
                  <c:v>1364</c:v>
                </c:pt>
                <c:pt idx="1363">
                  <c:v>1365</c:v>
                </c:pt>
                <c:pt idx="1364">
                  <c:v>1366</c:v>
                </c:pt>
                <c:pt idx="1365">
                  <c:v>1367</c:v>
                </c:pt>
                <c:pt idx="1366">
                  <c:v>1368</c:v>
                </c:pt>
                <c:pt idx="1367">
                  <c:v>1369</c:v>
                </c:pt>
                <c:pt idx="1368">
                  <c:v>1370</c:v>
                </c:pt>
                <c:pt idx="1369">
                  <c:v>1371</c:v>
                </c:pt>
                <c:pt idx="1370">
                  <c:v>1372</c:v>
                </c:pt>
                <c:pt idx="1371">
                  <c:v>1373</c:v>
                </c:pt>
                <c:pt idx="1372">
                  <c:v>1374</c:v>
                </c:pt>
                <c:pt idx="1373">
                  <c:v>1375</c:v>
                </c:pt>
                <c:pt idx="1374">
                  <c:v>1376</c:v>
                </c:pt>
                <c:pt idx="1375">
                  <c:v>1377</c:v>
                </c:pt>
                <c:pt idx="1376">
                  <c:v>1378</c:v>
                </c:pt>
                <c:pt idx="1377">
                  <c:v>1379</c:v>
                </c:pt>
                <c:pt idx="1378">
                  <c:v>1380</c:v>
                </c:pt>
                <c:pt idx="1379">
                  <c:v>1381</c:v>
                </c:pt>
                <c:pt idx="1380">
                  <c:v>1382</c:v>
                </c:pt>
                <c:pt idx="1381">
                  <c:v>1383</c:v>
                </c:pt>
                <c:pt idx="1382">
                  <c:v>1384</c:v>
                </c:pt>
                <c:pt idx="1383">
                  <c:v>1385</c:v>
                </c:pt>
                <c:pt idx="1384">
                  <c:v>1386</c:v>
                </c:pt>
                <c:pt idx="1385">
                  <c:v>1387</c:v>
                </c:pt>
                <c:pt idx="1386">
                  <c:v>1388</c:v>
                </c:pt>
                <c:pt idx="1387">
                  <c:v>1389</c:v>
                </c:pt>
                <c:pt idx="1388">
                  <c:v>1390</c:v>
                </c:pt>
                <c:pt idx="1389">
                  <c:v>1391</c:v>
                </c:pt>
                <c:pt idx="1390">
                  <c:v>1392</c:v>
                </c:pt>
                <c:pt idx="1391">
                  <c:v>1393</c:v>
                </c:pt>
                <c:pt idx="1392">
                  <c:v>1394</c:v>
                </c:pt>
                <c:pt idx="1393">
                  <c:v>1395</c:v>
                </c:pt>
                <c:pt idx="1394">
                  <c:v>1396</c:v>
                </c:pt>
                <c:pt idx="1395">
                  <c:v>1397</c:v>
                </c:pt>
                <c:pt idx="1396">
                  <c:v>1398</c:v>
                </c:pt>
                <c:pt idx="1397">
                  <c:v>1399</c:v>
                </c:pt>
                <c:pt idx="1398">
                  <c:v>1400</c:v>
                </c:pt>
                <c:pt idx="1399">
                  <c:v>1401</c:v>
                </c:pt>
                <c:pt idx="1400">
                  <c:v>1402</c:v>
                </c:pt>
                <c:pt idx="1401">
                  <c:v>1403</c:v>
                </c:pt>
                <c:pt idx="1402">
                  <c:v>1404</c:v>
                </c:pt>
                <c:pt idx="1403">
                  <c:v>1405</c:v>
                </c:pt>
                <c:pt idx="1404">
                  <c:v>1406</c:v>
                </c:pt>
                <c:pt idx="1405">
                  <c:v>1407</c:v>
                </c:pt>
                <c:pt idx="1406">
                  <c:v>1408</c:v>
                </c:pt>
                <c:pt idx="1407">
                  <c:v>1409</c:v>
                </c:pt>
                <c:pt idx="1408">
                  <c:v>1410</c:v>
                </c:pt>
                <c:pt idx="1409">
                  <c:v>1411</c:v>
                </c:pt>
                <c:pt idx="1410">
                  <c:v>1412</c:v>
                </c:pt>
                <c:pt idx="1411">
                  <c:v>1413</c:v>
                </c:pt>
                <c:pt idx="1412">
                  <c:v>1414</c:v>
                </c:pt>
                <c:pt idx="1413">
                  <c:v>1415</c:v>
                </c:pt>
                <c:pt idx="1414">
                  <c:v>1416</c:v>
                </c:pt>
                <c:pt idx="1415">
                  <c:v>1417</c:v>
                </c:pt>
                <c:pt idx="1416">
                  <c:v>1418</c:v>
                </c:pt>
                <c:pt idx="1417">
                  <c:v>1419</c:v>
                </c:pt>
                <c:pt idx="1418">
                  <c:v>1420</c:v>
                </c:pt>
                <c:pt idx="1419">
                  <c:v>1421</c:v>
                </c:pt>
                <c:pt idx="1420">
                  <c:v>1422</c:v>
                </c:pt>
                <c:pt idx="1421">
                  <c:v>1423</c:v>
                </c:pt>
                <c:pt idx="1422">
                  <c:v>1424</c:v>
                </c:pt>
                <c:pt idx="1423">
                  <c:v>1425</c:v>
                </c:pt>
                <c:pt idx="1424">
                  <c:v>1426</c:v>
                </c:pt>
                <c:pt idx="1425">
                  <c:v>1427</c:v>
                </c:pt>
                <c:pt idx="1426">
                  <c:v>1428</c:v>
                </c:pt>
                <c:pt idx="1427">
                  <c:v>1429</c:v>
                </c:pt>
                <c:pt idx="1428">
                  <c:v>1430</c:v>
                </c:pt>
                <c:pt idx="1429">
                  <c:v>1431</c:v>
                </c:pt>
                <c:pt idx="1430">
                  <c:v>1432</c:v>
                </c:pt>
                <c:pt idx="1431">
                  <c:v>1433</c:v>
                </c:pt>
                <c:pt idx="1432">
                  <c:v>1434</c:v>
                </c:pt>
                <c:pt idx="1433">
                  <c:v>1435</c:v>
                </c:pt>
                <c:pt idx="1434">
                  <c:v>1436</c:v>
                </c:pt>
                <c:pt idx="1435">
                  <c:v>1437</c:v>
                </c:pt>
                <c:pt idx="1436">
                  <c:v>1438</c:v>
                </c:pt>
                <c:pt idx="1437">
                  <c:v>1439</c:v>
                </c:pt>
                <c:pt idx="1438">
                  <c:v>1440</c:v>
                </c:pt>
                <c:pt idx="1439">
                  <c:v>1441</c:v>
                </c:pt>
                <c:pt idx="1440">
                  <c:v>1442</c:v>
                </c:pt>
                <c:pt idx="1441">
                  <c:v>1443</c:v>
                </c:pt>
                <c:pt idx="1442">
                  <c:v>1444</c:v>
                </c:pt>
                <c:pt idx="1443">
                  <c:v>1445</c:v>
                </c:pt>
                <c:pt idx="1444">
                  <c:v>1446</c:v>
                </c:pt>
                <c:pt idx="1445">
                  <c:v>1447</c:v>
                </c:pt>
                <c:pt idx="1446">
                  <c:v>1448</c:v>
                </c:pt>
                <c:pt idx="1447">
                  <c:v>1449</c:v>
                </c:pt>
                <c:pt idx="1448">
                  <c:v>1450</c:v>
                </c:pt>
                <c:pt idx="1449">
                  <c:v>1451</c:v>
                </c:pt>
                <c:pt idx="1450">
                  <c:v>1452</c:v>
                </c:pt>
                <c:pt idx="1451">
                  <c:v>1453</c:v>
                </c:pt>
                <c:pt idx="1452">
                  <c:v>1454</c:v>
                </c:pt>
                <c:pt idx="1453">
                  <c:v>1455</c:v>
                </c:pt>
                <c:pt idx="1454">
                  <c:v>1456</c:v>
                </c:pt>
                <c:pt idx="1455">
                  <c:v>1457</c:v>
                </c:pt>
                <c:pt idx="1456">
                  <c:v>1458</c:v>
                </c:pt>
                <c:pt idx="1457">
                  <c:v>1459</c:v>
                </c:pt>
                <c:pt idx="1458">
                  <c:v>1460</c:v>
                </c:pt>
                <c:pt idx="1459">
                  <c:v>1461</c:v>
                </c:pt>
                <c:pt idx="1460">
                  <c:v>1462</c:v>
                </c:pt>
                <c:pt idx="1461">
                  <c:v>1463</c:v>
                </c:pt>
                <c:pt idx="1462">
                  <c:v>1464</c:v>
                </c:pt>
                <c:pt idx="1463">
                  <c:v>1465</c:v>
                </c:pt>
                <c:pt idx="1464">
                  <c:v>1466</c:v>
                </c:pt>
                <c:pt idx="1465">
                  <c:v>1467</c:v>
                </c:pt>
                <c:pt idx="1466">
                  <c:v>1468</c:v>
                </c:pt>
                <c:pt idx="1467">
                  <c:v>1469</c:v>
                </c:pt>
                <c:pt idx="1468">
                  <c:v>1470</c:v>
                </c:pt>
                <c:pt idx="1469">
                  <c:v>1471</c:v>
                </c:pt>
                <c:pt idx="1470">
                  <c:v>1472</c:v>
                </c:pt>
                <c:pt idx="1471">
                  <c:v>1473</c:v>
                </c:pt>
                <c:pt idx="1472">
                  <c:v>1474</c:v>
                </c:pt>
                <c:pt idx="1473">
                  <c:v>1475</c:v>
                </c:pt>
                <c:pt idx="1474">
                  <c:v>1476</c:v>
                </c:pt>
                <c:pt idx="1475">
                  <c:v>1477</c:v>
                </c:pt>
                <c:pt idx="1476">
                  <c:v>1478</c:v>
                </c:pt>
                <c:pt idx="1477">
                  <c:v>1479</c:v>
                </c:pt>
                <c:pt idx="1478">
                  <c:v>1480</c:v>
                </c:pt>
                <c:pt idx="1479">
                  <c:v>1481</c:v>
                </c:pt>
                <c:pt idx="1480">
                  <c:v>1482</c:v>
                </c:pt>
                <c:pt idx="1481">
                  <c:v>1483</c:v>
                </c:pt>
                <c:pt idx="1482">
                  <c:v>1484</c:v>
                </c:pt>
                <c:pt idx="1483">
                  <c:v>1485</c:v>
                </c:pt>
                <c:pt idx="1484">
                  <c:v>1486</c:v>
                </c:pt>
                <c:pt idx="1485">
                  <c:v>1487</c:v>
                </c:pt>
                <c:pt idx="1486">
                  <c:v>1488</c:v>
                </c:pt>
                <c:pt idx="1487">
                  <c:v>1489</c:v>
                </c:pt>
                <c:pt idx="1488">
                  <c:v>1490</c:v>
                </c:pt>
                <c:pt idx="1489">
                  <c:v>1491</c:v>
                </c:pt>
                <c:pt idx="1490">
                  <c:v>1492</c:v>
                </c:pt>
                <c:pt idx="1491">
                  <c:v>1493</c:v>
                </c:pt>
                <c:pt idx="1492">
                  <c:v>1494</c:v>
                </c:pt>
                <c:pt idx="1493">
                  <c:v>1495</c:v>
                </c:pt>
                <c:pt idx="1494">
                  <c:v>1496</c:v>
                </c:pt>
                <c:pt idx="1495">
                  <c:v>1497</c:v>
                </c:pt>
                <c:pt idx="1496">
                  <c:v>1498</c:v>
                </c:pt>
                <c:pt idx="1497">
                  <c:v>1499</c:v>
                </c:pt>
                <c:pt idx="1498">
                  <c:v>1500</c:v>
                </c:pt>
                <c:pt idx="1499">
                  <c:v>1501</c:v>
                </c:pt>
                <c:pt idx="1500">
                  <c:v>1502</c:v>
                </c:pt>
                <c:pt idx="1501">
                  <c:v>1503</c:v>
                </c:pt>
                <c:pt idx="1502">
                  <c:v>1504</c:v>
                </c:pt>
                <c:pt idx="1503">
                  <c:v>1505</c:v>
                </c:pt>
                <c:pt idx="1504">
                  <c:v>1506</c:v>
                </c:pt>
                <c:pt idx="1505">
                  <c:v>1507</c:v>
                </c:pt>
                <c:pt idx="1506">
                  <c:v>1508</c:v>
                </c:pt>
                <c:pt idx="1507">
                  <c:v>1509</c:v>
                </c:pt>
                <c:pt idx="1508">
                  <c:v>1510</c:v>
                </c:pt>
                <c:pt idx="1509">
                  <c:v>1511</c:v>
                </c:pt>
                <c:pt idx="1510">
                  <c:v>1512</c:v>
                </c:pt>
                <c:pt idx="1511">
                  <c:v>1513</c:v>
                </c:pt>
                <c:pt idx="1512">
                  <c:v>1514</c:v>
                </c:pt>
                <c:pt idx="1513">
                  <c:v>1515</c:v>
                </c:pt>
                <c:pt idx="1514">
                  <c:v>1516</c:v>
                </c:pt>
                <c:pt idx="1515">
                  <c:v>1517</c:v>
                </c:pt>
                <c:pt idx="1516">
                  <c:v>1518</c:v>
                </c:pt>
                <c:pt idx="1517">
                  <c:v>1519</c:v>
                </c:pt>
                <c:pt idx="1518">
                  <c:v>1520</c:v>
                </c:pt>
                <c:pt idx="1519">
                  <c:v>1521</c:v>
                </c:pt>
                <c:pt idx="1520">
                  <c:v>1522</c:v>
                </c:pt>
                <c:pt idx="1521">
                  <c:v>1523</c:v>
                </c:pt>
                <c:pt idx="1522">
                  <c:v>1524</c:v>
                </c:pt>
                <c:pt idx="1523">
                  <c:v>1525</c:v>
                </c:pt>
                <c:pt idx="1524">
                  <c:v>1526</c:v>
                </c:pt>
                <c:pt idx="1525">
                  <c:v>1527</c:v>
                </c:pt>
                <c:pt idx="1526">
                  <c:v>1528</c:v>
                </c:pt>
                <c:pt idx="1527">
                  <c:v>1529</c:v>
                </c:pt>
                <c:pt idx="1528">
                  <c:v>1530</c:v>
                </c:pt>
                <c:pt idx="1529">
                  <c:v>1531</c:v>
                </c:pt>
                <c:pt idx="1530">
                  <c:v>1532</c:v>
                </c:pt>
                <c:pt idx="1531">
                  <c:v>1533</c:v>
                </c:pt>
                <c:pt idx="1532">
                  <c:v>1534</c:v>
                </c:pt>
                <c:pt idx="1533">
                  <c:v>1535</c:v>
                </c:pt>
                <c:pt idx="1534">
                  <c:v>1536</c:v>
                </c:pt>
                <c:pt idx="1535">
                  <c:v>1537</c:v>
                </c:pt>
                <c:pt idx="1536">
                  <c:v>1538</c:v>
                </c:pt>
                <c:pt idx="1537">
                  <c:v>1539</c:v>
                </c:pt>
                <c:pt idx="1538">
                  <c:v>1540</c:v>
                </c:pt>
                <c:pt idx="1539">
                  <c:v>1541</c:v>
                </c:pt>
                <c:pt idx="1540">
                  <c:v>1542</c:v>
                </c:pt>
                <c:pt idx="1541">
                  <c:v>1543</c:v>
                </c:pt>
                <c:pt idx="1542">
                  <c:v>1544</c:v>
                </c:pt>
                <c:pt idx="1543">
                  <c:v>1545</c:v>
                </c:pt>
                <c:pt idx="1544">
                  <c:v>1546</c:v>
                </c:pt>
                <c:pt idx="1545">
                  <c:v>1547</c:v>
                </c:pt>
                <c:pt idx="1546">
                  <c:v>1548</c:v>
                </c:pt>
                <c:pt idx="1547">
                  <c:v>1549</c:v>
                </c:pt>
                <c:pt idx="1548">
                  <c:v>1550</c:v>
                </c:pt>
                <c:pt idx="1549">
                  <c:v>1551</c:v>
                </c:pt>
                <c:pt idx="1550">
                  <c:v>1552</c:v>
                </c:pt>
                <c:pt idx="1551">
                  <c:v>1553</c:v>
                </c:pt>
                <c:pt idx="1552">
                  <c:v>1554</c:v>
                </c:pt>
                <c:pt idx="1553">
                  <c:v>1555</c:v>
                </c:pt>
                <c:pt idx="1554">
                  <c:v>1556</c:v>
                </c:pt>
                <c:pt idx="1555">
                  <c:v>1557</c:v>
                </c:pt>
                <c:pt idx="1556">
                  <c:v>1558</c:v>
                </c:pt>
                <c:pt idx="1557">
                  <c:v>1559</c:v>
                </c:pt>
                <c:pt idx="1558">
                  <c:v>1560</c:v>
                </c:pt>
                <c:pt idx="1559">
                  <c:v>1561</c:v>
                </c:pt>
                <c:pt idx="1560">
                  <c:v>1562</c:v>
                </c:pt>
                <c:pt idx="1561">
                  <c:v>1563</c:v>
                </c:pt>
                <c:pt idx="1562">
                  <c:v>1564</c:v>
                </c:pt>
                <c:pt idx="1563">
                  <c:v>1565</c:v>
                </c:pt>
                <c:pt idx="1564">
                  <c:v>1566</c:v>
                </c:pt>
                <c:pt idx="1565">
                  <c:v>1567</c:v>
                </c:pt>
                <c:pt idx="1566">
                  <c:v>1568</c:v>
                </c:pt>
                <c:pt idx="1567">
                  <c:v>1569</c:v>
                </c:pt>
                <c:pt idx="1568">
                  <c:v>1570</c:v>
                </c:pt>
                <c:pt idx="1569">
                  <c:v>1571</c:v>
                </c:pt>
                <c:pt idx="1570">
                  <c:v>1572</c:v>
                </c:pt>
                <c:pt idx="1571">
                  <c:v>1573</c:v>
                </c:pt>
                <c:pt idx="1572">
                  <c:v>1574</c:v>
                </c:pt>
                <c:pt idx="1573">
                  <c:v>1575</c:v>
                </c:pt>
                <c:pt idx="1574">
                  <c:v>1576</c:v>
                </c:pt>
                <c:pt idx="1575">
                  <c:v>1577</c:v>
                </c:pt>
                <c:pt idx="1576">
                  <c:v>1578</c:v>
                </c:pt>
                <c:pt idx="1577">
                  <c:v>1579</c:v>
                </c:pt>
                <c:pt idx="1578">
                  <c:v>1580</c:v>
                </c:pt>
                <c:pt idx="1579">
                  <c:v>1581</c:v>
                </c:pt>
                <c:pt idx="1580">
                  <c:v>1582</c:v>
                </c:pt>
                <c:pt idx="1581">
                  <c:v>1583</c:v>
                </c:pt>
                <c:pt idx="1582">
                  <c:v>1584</c:v>
                </c:pt>
                <c:pt idx="1583">
                  <c:v>1585</c:v>
                </c:pt>
                <c:pt idx="1584">
                  <c:v>1586</c:v>
                </c:pt>
                <c:pt idx="1585">
                  <c:v>1587</c:v>
                </c:pt>
                <c:pt idx="1586">
                  <c:v>1588</c:v>
                </c:pt>
                <c:pt idx="1587">
                  <c:v>1589</c:v>
                </c:pt>
                <c:pt idx="1588">
                  <c:v>1590</c:v>
                </c:pt>
                <c:pt idx="1589">
                  <c:v>1591</c:v>
                </c:pt>
                <c:pt idx="1590">
                  <c:v>1592</c:v>
                </c:pt>
                <c:pt idx="1591">
                  <c:v>1593</c:v>
                </c:pt>
                <c:pt idx="1592">
                  <c:v>1594</c:v>
                </c:pt>
                <c:pt idx="1593">
                  <c:v>1595</c:v>
                </c:pt>
                <c:pt idx="1594">
                  <c:v>1596</c:v>
                </c:pt>
                <c:pt idx="1595">
                  <c:v>1597</c:v>
                </c:pt>
                <c:pt idx="1596">
                  <c:v>1598</c:v>
                </c:pt>
                <c:pt idx="1597">
                  <c:v>1599</c:v>
                </c:pt>
                <c:pt idx="1598">
                  <c:v>1600</c:v>
                </c:pt>
                <c:pt idx="1599">
                  <c:v>1601</c:v>
                </c:pt>
                <c:pt idx="1600">
                  <c:v>1602</c:v>
                </c:pt>
                <c:pt idx="1601">
                  <c:v>1603</c:v>
                </c:pt>
                <c:pt idx="1602">
                  <c:v>1604</c:v>
                </c:pt>
                <c:pt idx="1603">
                  <c:v>1605</c:v>
                </c:pt>
                <c:pt idx="1604">
                  <c:v>1606</c:v>
                </c:pt>
                <c:pt idx="1605">
                  <c:v>1607</c:v>
                </c:pt>
                <c:pt idx="1606">
                  <c:v>1608</c:v>
                </c:pt>
                <c:pt idx="1607">
                  <c:v>1609</c:v>
                </c:pt>
                <c:pt idx="1608">
                  <c:v>1610</c:v>
                </c:pt>
                <c:pt idx="1609">
                  <c:v>1611</c:v>
                </c:pt>
                <c:pt idx="1610">
                  <c:v>1612</c:v>
                </c:pt>
                <c:pt idx="1611">
                  <c:v>1613</c:v>
                </c:pt>
                <c:pt idx="1612">
                  <c:v>1614</c:v>
                </c:pt>
                <c:pt idx="1613">
                  <c:v>1615</c:v>
                </c:pt>
                <c:pt idx="1614">
                  <c:v>1616</c:v>
                </c:pt>
                <c:pt idx="1615">
                  <c:v>1617</c:v>
                </c:pt>
                <c:pt idx="1616">
                  <c:v>1618</c:v>
                </c:pt>
                <c:pt idx="1617">
                  <c:v>1619</c:v>
                </c:pt>
                <c:pt idx="1618">
                  <c:v>1620</c:v>
                </c:pt>
                <c:pt idx="1619">
                  <c:v>1621</c:v>
                </c:pt>
                <c:pt idx="1620">
                  <c:v>1622</c:v>
                </c:pt>
                <c:pt idx="1621">
                  <c:v>1623</c:v>
                </c:pt>
                <c:pt idx="1622">
                  <c:v>1624</c:v>
                </c:pt>
                <c:pt idx="1623">
                  <c:v>1625</c:v>
                </c:pt>
                <c:pt idx="1624">
                  <c:v>1626</c:v>
                </c:pt>
                <c:pt idx="1625">
                  <c:v>1627</c:v>
                </c:pt>
                <c:pt idx="1626">
                  <c:v>1628</c:v>
                </c:pt>
                <c:pt idx="1627">
                  <c:v>1629</c:v>
                </c:pt>
                <c:pt idx="1628">
                  <c:v>1630</c:v>
                </c:pt>
                <c:pt idx="1629">
                  <c:v>1631</c:v>
                </c:pt>
                <c:pt idx="1630">
                  <c:v>1632</c:v>
                </c:pt>
                <c:pt idx="1631">
                  <c:v>1633</c:v>
                </c:pt>
                <c:pt idx="1632">
                  <c:v>1634</c:v>
                </c:pt>
                <c:pt idx="1633">
                  <c:v>1635</c:v>
                </c:pt>
                <c:pt idx="1634">
                  <c:v>1636</c:v>
                </c:pt>
                <c:pt idx="1635">
                  <c:v>1637</c:v>
                </c:pt>
                <c:pt idx="1636">
                  <c:v>1638</c:v>
                </c:pt>
                <c:pt idx="1637">
                  <c:v>1639</c:v>
                </c:pt>
                <c:pt idx="1638">
                  <c:v>1640</c:v>
                </c:pt>
                <c:pt idx="1639">
                  <c:v>1641</c:v>
                </c:pt>
                <c:pt idx="1640">
                  <c:v>1642</c:v>
                </c:pt>
                <c:pt idx="1641">
                  <c:v>1643</c:v>
                </c:pt>
                <c:pt idx="1642">
                  <c:v>1644</c:v>
                </c:pt>
                <c:pt idx="1643">
                  <c:v>1645</c:v>
                </c:pt>
                <c:pt idx="1644">
                  <c:v>1646</c:v>
                </c:pt>
                <c:pt idx="1645">
                  <c:v>1647</c:v>
                </c:pt>
                <c:pt idx="1646">
                  <c:v>1648</c:v>
                </c:pt>
                <c:pt idx="1647">
                  <c:v>1649</c:v>
                </c:pt>
                <c:pt idx="1648">
                  <c:v>1650</c:v>
                </c:pt>
                <c:pt idx="1649">
                  <c:v>1651</c:v>
                </c:pt>
                <c:pt idx="1650">
                  <c:v>1652</c:v>
                </c:pt>
                <c:pt idx="1651">
                  <c:v>1653</c:v>
                </c:pt>
                <c:pt idx="1652">
                  <c:v>1654</c:v>
                </c:pt>
                <c:pt idx="1653">
                  <c:v>1655</c:v>
                </c:pt>
                <c:pt idx="1654">
                  <c:v>1656</c:v>
                </c:pt>
                <c:pt idx="1655">
                  <c:v>1657</c:v>
                </c:pt>
                <c:pt idx="1656">
                  <c:v>1658</c:v>
                </c:pt>
                <c:pt idx="1657">
                  <c:v>1659</c:v>
                </c:pt>
                <c:pt idx="1658">
                  <c:v>1660</c:v>
                </c:pt>
                <c:pt idx="1659">
                  <c:v>1661</c:v>
                </c:pt>
                <c:pt idx="1660">
                  <c:v>1662</c:v>
                </c:pt>
                <c:pt idx="1661">
                  <c:v>1663</c:v>
                </c:pt>
                <c:pt idx="1662">
                  <c:v>1664</c:v>
                </c:pt>
                <c:pt idx="1663">
                  <c:v>1665</c:v>
                </c:pt>
                <c:pt idx="1664">
                  <c:v>1666</c:v>
                </c:pt>
                <c:pt idx="1665">
                  <c:v>1667</c:v>
                </c:pt>
                <c:pt idx="1666">
                  <c:v>1668</c:v>
                </c:pt>
                <c:pt idx="1667">
                  <c:v>1669</c:v>
                </c:pt>
                <c:pt idx="1668">
                  <c:v>1670</c:v>
                </c:pt>
                <c:pt idx="1669">
                  <c:v>1671</c:v>
                </c:pt>
                <c:pt idx="1670">
                  <c:v>1672</c:v>
                </c:pt>
                <c:pt idx="1671">
                  <c:v>1673</c:v>
                </c:pt>
                <c:pt idx="1672">
                  <c:v>1674</c:v>
                </c:pt>
                <c:pt idx="1673">
                  <c:v>1675</c:v>
                </c:pt>
                <c:pt idx="1674">
                  <c:v>1676</c:v>
                </c:pt>
                <c:pt idx="1675">
                  <c:v>1677</c:v>
                </c:pt>
                <c:pt idx="1676">
                  <c:v>1678</c:v>
                </c:pt>
                <c:pt idx="1677">
                  <c:v>1679</c:v>
                </c:pt>
                <c:pt idx="1678">
                  <c:v>1680</c:v>
                </c:pt>
                <c:pt idx="1679">
                  <c:v>1681</c:v>
                </c:pt>
                <c:pt idx="1680">
                  <c:v>1682</c:v>
                </c:pt>
                <c:pt idx="1681">
                  <c:v>1683</c:v>
                </c:pt>
                <c:pt idx="1682">
                  <c:v>1684</c:v>
                </c:pt>
                <c:pt idx="1683">
                  <c:v>1685</c:v>
                </c:pt>
                <c:pt idx="1684">
                  <c:v>1686</c:v>
                </c:pt>
                <c:pt idx="1685">
                  <c:v>1687</c:v>
                </c:pt>
                <c:pt idx="1686">
                  <c:v>1688</c:v>
                </c:pt>
                <c:pt idx="1687">
                  <c:v>1689</c:v>
                </c:pt>
                <c:pt idx="1688">
                  <c:v>1690</c:v>
                </c:pt>
                <c:pt idx="1689">
                  <c:v>1691</c:v>
                </c:pt>
                <c:pt idx="1690">
                  <c:v>1692</c:v>
                </c:pt>
                <c:pt idx="1691">
                  <c:v>1693</c:v>
                </c:pt>
                <c:pt idx="1692">
                  <c:v>1694</c:v>
                </c:pt>
                <c:pt idx="1693">
                  <c:v>1695</c:v>
                </c:pt>
                <c:pt idx="1694">
                  <c:v>1696</c:v>
                </c:pt>
                <c:pt idx="1695">
                  <c:v>1697</c:v>
                </c:pt>
                <c:pt idx="1696">
                  <c:v>1698</c:v>
                </c:pt>
                <c:pt idx="1697">
                  <c:v>1699</c:v>
                </c:pt>
                <c:pt idx="1698">
                  <c:v>1700</c:v>
                </c:pt>
                <c:pt idx="1699">
                  <c:v>1701</c:v>
                </c:pt>
                <c:pt idx="1700">
                  <c:v>1702</c:v>
                </c:pt>
                <c:pt idx="1701">
                  <c:v>1703</c:v>
                </c:pt>
                <c:pt idx="1702">
                  <c:v>1704</c:v>
                </c:pt>
                <c:pt idx="1703">
                  <c:v>1705</c:v>
                </c:pt>
                <c:pt idx="1704">
                  <c:v>1706</c:v>
                </c:pt>
                <c:pt idx="1705">
                  <c:v>1707</c:v>
                </c:pt>
                <c:pt idx="1706">
                  <c:v>1708</c:v>
                </c:pt>
                <c:pt idx="1707">
                  <c:v>1709</c:v>
                </c:pt>
                <c:pt idx="1708">
                  <c:v>1710</c:v>
                </c:pt>
                <c:pt idx="1709">
                  <c:v>1711</c:v>
                </c:pt>
                <c:pt idx="1710">
                  <c:v>1712</c:v>
                </c:pt>
                <c:pt idx="1711">
                  <c:v>1713</c:v>
                </c:pt>
                <c:pt idx="1712">
                  <c:v>1714</c:v>
                </c:pt>
                <c:pt idx="1713">
                  <c:v>1715</c:v>
                </c:pt>
                <c:pt idx="1714">
                  <c:v>1716</c:v>
                </c:pt>
                <c:pt idx="1715">
                  <c:v>1717</c:v>
                </c:pt>
                <c:pt idx="1716">
                  <c:v>1718</c:v>
                </c:pt>
                <c:pt idx="1717">
                  <c:v>1719</c:v>
                </c:pt>
                <c:pt idx="1718">
                  <c:v>1720</c:v>
                </c:pt>
                <c:pt idx="1719">
                  <c:v>1721</c:v>
                </c:pt>
                <c:pt idx="1720">
                  <c:v>1722</c:v>
                </c:pt>
                <c:pt idx="1721">
                  <c:v>1723</c:v>
                </c:pt>
                <c:pt idx="1722">
                  <c:v>1724</c:v>
                </c:pt>
                <c:pt idx="1723">
                  <c:v>1725</c:v>
                </c:pt>
                <c:pt idx="1724">
                  <c:v>1726</c:v>
                </c:pt>
                <c:pt idx="1725">
                  <c:v>1727</c:v>
                </c:pt>
                <c:pt idx="1726">
                  <c:v>1728</c:v>
                </c:pt>
                <c:pt idx="1727">
                  <c:v>1729</c:v>
                </c:pt>
                <c:pt idx="1728">
                  <c:v>1730</c:v>
                </c:pt>
                <c:pt idx="1729">
                  <c:v>1731</c:v>
                </c:pt>
                <c:pt idx="1730">
                  <c:v>1732</c:v>
                </c:pt>
                <c:pt idx="1731">
                  <c:v>1733</c:v>
                </c:pt>
                <c:pt idx="1732">
                  <c:v>1734</c:v>
                </c:pt>
                <c:pt idx="1733">
                  <c:v>1735</c:v>
                </c:pt>
                <c:pt idx="1734">
                  <c:v>1736</c:v>
                </c:pt>
                <c:pt idx="1735">
                  <c:v>1737</c:v>
                </c:pt>
                <c:pt idx="1736">
                  <c:v>1738</c:v>
                </c:pt>
                <c:pt idx="1737">
                  <c:v>1739</c:v>
                </c:pt>
                <c:pt idx="1738">
                  <c:v>1740</c:v>
                </c:pt>
                <c:pt idx="1739">
                  <c:v>1741</c:v>
                </c:pt>
                <c:pt idx="1740">
                  <c:v>1742</c:v>
                </c:pt>
                <c:pt idx="1741">
                  <c:v>1743</c:v>
                </c:pt>
                <c:pt idx="1742">
                  <c:v>1744</c:v>
                </c:pt>
                <c:pt idx="1743">
                  <c:v>1745</c:v>
                </c:pt>
                <c:pt idx="1744">
                  <c:v>1746</c:v>
                </c:pt>
                <c:pt idx="1745">
                  <c:v>1747</c:v>
                </c:pt>
                <c:pt idx="1746">
                  <c:v>1748</c:v>
                </c:pt>
                <c:pt idx="1747">
                  <c:v>1749</c:v>
                </c:pt>
                <c:pt idx="1748">
                  <c:v>1750</c:v>
                </c:pt>
                <c:pt idx="1749">
                  <c:v>1751</c:v>
                </c:pt>
                <c:pt idx="1750">
                  <c:v>1752</c:v>
                </c:pt>
                <c:pt idx="1751">
                  <c:v>1753</c:v>
                </c:pt>
                <c:pt idx="1752">
                  <c:v>1754</c:v>
                </c:pt>
                <c:pt idx="1753">
                  <c:v>1755</c:v>
                </c:pt>
                <c:pt idx="1754">
                  <c:v>1756</c:v>
                </c:pt>
                <c:pt idx="1755">
                  <c:v>1757</c:v>
                </c:pt>
                <c:pt idx="1756">
                  <c:v>1758</c:v>
                </c:pt>
                <c:pt idx="1757">
                  <c:v>1759</c:v>
                </c:pt>
                <c:pt idx="1758">
                  <c:v>1760</c:v>
                </c:pt>
                <c:pt idx="1759">
                  <c:v>1761</c:v>
                </c:pt>
                <c:pt idx="1760">
                  <c:v>1762</c:v>
                </c:pt>
                <c:pt idx="1761">
                  <c:v>1763</c:v>
                </c:pt>
                <c:pt idx="1762">
                  <c:v>1764</c:v>
                </c:pt>
                <c:pt idx="1763">
                  <c:v>1765</c:v>
                </c:pt>
                <c:pt idx="1764">
                  <c:v>1766</c:v>
                </c:pt>
                <c:pt idx="1765">
                  <c:v>1767</c:v>
                </c:pt>
                <c:pt idx="1766">
                  <c:v>1768</c:v>
                </c:pt>
                <c:pt idx="1767">
                  <c:v>1769</c:v>
                </c:pt>
                <c:pt idx="1768">
                  <c:v>1770</c:v>
                </c:pt>
                <c:pt idx="1769">
                  <c:v>1771</c:v>
                </c:pt>
                <c:pt idx="1770">
                  <c:v>1772</c:v>
                </c:pt>
                <c:pt idx="1771">
                  <c:v>1773</c:v>
                </c:pt>
                <c:pt idx="1772">
                  <c:v>1774</c:v>
                </c:pt>
                <c:pt idx="1773">
                  <c:v>1775</c:v>
                </c:pt>
                <c:pt idx="1774">
                  <c:v>1776</c:v>
                </c:pt>
                <c:pt idx="1775">
                  <c:v>1777</c:v>
                </c:pt>
                <c:pt idx="1776">
                  <c:v>1778</c:v>
                </c:pt>
                <c:pt idx="1777">
                  <c:v>1779</c:v>
                </c:pt>
                <c:pt idx="1778">
                  <c:v>1780</c:v>
                </c:pt>
                <c:pt idx="1779">
                  <c:v>1781</c:v>
                </c:pt>
                <c:pt idx="1780">
                  <c:v>1782</c:v>
                </c:pt>
                <c:pt idx="1781">
                  <c:v>1783</c:v>
                </c:pt>
                <c:pt idx="1782">
                  <c:v>1784</c:v>
                </c:pt>
                <c:pt idx="1783">
                  <c:v>1785</c:v>
                </c:pt>
                <c:pt idx="1784">
                  <c:v>1786</c:v>
                </c:pt>
                <c:pt idx="1785">
                  <c:v>1787</c:v>
                </c:pt>
                <c:pt idx="1786">
                  <c:v>1788</c:v>
                </c:pt>
                <c:pt idx="1787">
                  <c:v>1789</c:v>
                </c:pt>
                <c:pt idx="1788">
                  <c:v>1790</c:v>
                </c:pt>
                <c:pt idx="1789">
                  <c:v>1791</c:v>
                </c:pt>
                <c:pt idx="1790">
                  <c:v>1792</c:v>
                </c:pt>
                <c:pt idx="1791">
                  <c:v>1793</c:v>
                </c:pt>
                <c:pt idx="1792">
                  <c:v>1794</c:v>
                </c:pt>
                <c:pt idx="1793">
                  <c:v>1795</c:v>
                </c:pt>
                <c:pt idx="1794">
                  <c:v>1796</c:v>
                </c:pt>
                <c:pt idx="1795">
                  <c:v>1797</c:v>
                </c:pt>
                <c:pt idx="1796">
                  <c:v>1798</c:v>
                </c:pt>
                <c:pt idx="1797">
                  <c:v>1799</c:v>
                </c:pt>
                <c:pt idx="1798">
                  <c:v>1800</c:v>
                </c:pt>
                <c:pt idx="1799">
                  <c:v>1801</c:v>
                </c:pt>
                <c:pt idx="1800">
                  <c:v>1802</c:v>
                </c:pt>
                <c:pt idx="1801">
                  <c:v>1803</c:v>
                </c:pt>
                <c:pt idx="1802">
                  <c:v>1804</c:v>
                </c:pt>
                <c:pt idx="1803">
                  <c:v>1805</c:v>
                </c:pt>
                <c:pt idx="1804">
                  <c:v>1806</c:v>
                </c:pt>
                <c:pt idx="1805">
                  <c:v>1807</c:v>
                </c:pt>
                <c:pt idx="1806">
                  <c:v>1808</c:v>
                </c:pt>
                <c:pt idx="1807">
                  <c:v>1809</c:v>
                </c:pt>
                <c:pt idx="1808">
                  <c:v>1810</c:v>
                </c:pt>
                <c:pt idx="1809">
                  <c:v>1811</c:v>
                </c:pt>
                <c:pt idx="1810">
                  <c:v>1812</c:v>
                </c:pt>
                <c:pt idx="1811">
                  <c:v>1813</c:v>
                </c:pt>
                <c:pt idx="1812">
                  <c:v>1814</c:v>
                </c:pt>
                <c:pt idx="1813">
                  <c:v>1815</c:v>
                </c:pt>
                <c:pt idx="1814">
                  <c:v>1816</c:v>
                </c:pt>
                <c:pt idx="1815">
                  <c:v>1817</c:v>
                </c:pt>
                <c:pt idx="1816">
                  <c:v>1818</c:v>
                </c:pt>
                <c:pt idx="1817">
                  <c:v>1819</c:v>
                </c:pt>
                <c:pt idx="1818">
                  <c:v>1820</c:v>
                </c:pt>
                <c:pt idx="1819">
                  <c:v>1821</c:v>
                </c:pt>
                <c:pt idx="1820">
                  <c:v>1822</c:v>
                </c:pt>
                <c:pt idx="1821">
                  <c:v>1823</c:v>
                </c:pt>
                <c:pt idx="1822">
                  <c:v>1824</c:v>
                </c:pt>
                <c:pt idx="1823">
                  <c:v>1825</c:v>
                </c:pt>
                <c:pt idx="1824">
                  <c:v>1826</c:v>
                </c:pt>
                <c:pt idx="1825">
                  <c:v>1827</c:v>
                </c:pt>
                <c:pt idx="1826">
                  <c:v>1828</c:v>
                </c:pt>
                <c:pt idx="1827">
                  <c:v>1829</c:v>
                </c:pt>
                <c:pt idx="1828">
                  <c:v>1830</c:v>
                </c:pt>
                <c:pt idx="1829">
                  <c:v>1831</c:v>
                </c:pt>
                <c:pt idx="1830">
                  <c:v>1832</c:v>
                </c:pt>
                <c:pt idx="1831">
                  <c:v>1833</c:v>
                </c:pt>
                <c:pt idx="1832">
                  <c:v>1834</c:v>
                </c:pt>
                <c:pt idx="1833">
                  <c:v>1835</c:v>
                </c:pt>
                <c:pt idx="1834">
                  <c:v>1836</c:v>
                </c:pt>
                <c:pt idx="1835">
                  <c:v>1837</c:v>
                </c:pt>
                <c:pt idx="1836">
                  <c:v>1838</c:v>
                </c:pt>
                <c:pt idx="1837">
                  <c:v>1839</c:v>
                </c:pt>
                <c:pt idx="1838">
                  <c:v>1840</c:v>
                </c:pt>
                <c:pt idx="1839">
                  <c:v>1841</c:v>
                </c:pt>
                <c:pt idx="1840">
                  <c:v>1842</c:v>
                </c:pt>
                <c:pt idx="1841">
                  <c:v>1843</c:v>
                </c:pt>
                <c:pt idx="1842">
                  <c:v>1844</c:v>
                </c:pt>
                <c:pt idx="1843">
                  <c:v>1845</c:v>
                </c:pt>
                <c:pt idx="1844">
                  <c:v>1846</c:v>
                </c:pt>
                <c:pt idx="1845">
                  <c:v>1847</c:v>
                </c:pt>
                <c:pt idx="1846">
                  <c:v>1848</c:v>
                </c:pt>
                <c:pt idx="1847">
                  <c:v>1849</c:v>
                </c:pt>
                <c:pt idx="1848">
                  <c:v>1850</c:v>
                </c:pt>
                <c:pt idx="1849">
                  <c:v>1851</c:v>
                </c:pt>
                <c:pt idx="1850">
                  <c:v>1852</c:v>
                </c:pt>
                <c:pt idx="1851">
                  <c:v>1853</c:v>
                </c:pt>
                <c:pt idx="1852">
                  <c:v>1854</c:v>
                </c:pt>
                <c:pt idx="1853">
                  <c:v>1855</c:v>
                </c:pt>
                <c:pt idx="1854">
                  <c:v>1856</c:v>
                </c:pt>
                <c:pt idx="1855">
                  <c:v>1857</c:v>
                </c:pt>
                <c:pt idx="1856">
                  <c:v>1858</c:v>
                </c:pt>
                <c:pt idx="1857">
                  <c:v>1859</c:v>
                </c:pt>
                <c:pt idx="1858">
                  <c:v>1860</c:v>
                </c:pt>
                <c:pt idx="1859">
                  <c:v>1861</c:v>
                </c:pt>
                <c:pt idx="1860">
                  <c:v>1862</c:v>
                </c:pt>
                <c:pt idx="1861">
                  <c:v>1863</c:v>
                </c:pt>
                <c:pt idx="1862">
                  <c:v>1864</c:v>
                </c:pt>
                <c:pt idx="1863">
                  <c:v>1865</c:v>
                </c:pt>
                <c:pt idx="1864">
                  <c:v>1866</c:v>
                </c:pt>
                <c:pt idx="1865">
                  <c:v>1867</c:v>
                </c:pt>
                <c:pt idx="1866">
                  <c:v>1868</c:v>
                </c:pt>
                <c:pt idx="1867">
                  <c:v>1869</c:v>
                </c:pt>
                <c:pt idx="1868">
                  <c:v>1870</c:v>
                </c:pt>
                <c:pt idx="1869">
                  <c:v>1871</c:v>
                </c:pt>
                <c:pt idx="1870">
                  <c:v>1872</c:v>
                </c:pt>
                <c:pt idx="1871">
                  <c:v>1873</c:v>
                </c:pt>
                <c:pt idx="1872">
                  <c:v>1874</c:v>
                </c:pt>
                <c:pt idx="1873">
                  <c:v>1875</c:v>
                </c:pt>
                <c:pt idx="1874">
                  <c:v>1876</c:v>
                </c:pt>
                <c:pt idx="1875">
                  <c:v>1877</c:v>
                </c:pt>
                <c:pt idx="1876">
                  <c:v>1878</c:v>
                </c:pt>
                <c:pt idx="1877">
                  <c:v>1879</c:v>
                </c:pt>
                <c:pt idx="1878">
                  <c:v>1880</c:v>
                </c:pt>
                <c:pt idx="1879">
                  <c:v>1881</c:v>
                </c:pt>
                <c:pt idx="1880">
                  <c:v>1882</c:v>
                </c:pt>
                <c:pt idx="1881">
                  <c:v>1883</c:v>
                </c:pt>
                <c:pt idx="1882">
                  <c:v>1884</c:v>
                </c:pt>
                <c:pt idx="1883">
                  <c:v>1885</c:v>
                </c:pt>
                <c:pt idx="1884">
                  <c:v>1886</c:v>
                </c:pt>
                <c:pt idx="1885">
                  <c:v>1887</c:v>
                </c:pt>
                <c:pt idx="1886">
                  <c:v>1888</c:v>
                </c:pt>
                <c:pt idx="1887">
                  <c:v>1889</c:v>
                </c:pt>
                <c:pt idx="1888">
                  <c:v>1890</c:v>
                </c:pt>
                <c:pt idx="1889">
                  <c:v>1891</c:v>
                </c:pt>
                <c:pt idx="1890">
                  <c:v>1892</c:v>
                </c:pt>
                <c:pt idx="1891">
                  <c:v>1893</c:v>
                </c:pt>
                <c:pt idx="1892">
                  <c:v>1894</c:v>
                </c:pt>
                <c:pt idx="1893">
                  <c:v>1895</c:v>
                </c:pt>
                <c:pt idx="1894">
                  <c:v>1896</c:v>
                </c:pt>
                <c:pt idx="1895">
                  <c:v>1897</c:v>
                </c:pt>
                <c:pt idx="1896">
                  <c:v>1898</c:v>
                </c:pt>
                <c:pt idx="1897">
                  <c:v>1899</c:v>
                </c:pt>
                <c:pt idx="1898">
                  <c:v>1900</c:v>
                </c:pt>
                <c:pt idx="1899">
                  <c:v>1901</c:v>
                </c:pt>
                <c:pt idx="1900">
                  <c:v>1902</c:v>
                </c:pt>
                <c:pt idx="1901">
                  <c:v>1903</c:v>
                </c:pt>
                <c:pt idx="1902">
                  <c:v>1904</c:v>
                </c:pt>
                <c:pt idx="1903">
                  <c:v>1905</c:v>
                </c:pt>
                <c:pt idx="1904">
                  <c:v>1906</c:v>
                </c:pt>
                <c:pt idx="1905">
                  <c:v>1907</c:v>
                </c:pt>
                <c:pt idx="1906">
                  <c:v>1908</c:v>
                </c:pt>
                <c:pt idx="1907">
                  <c:v>1909</c:v>
                </c:pt>
                <c:pt idx="1908">
                  <c:v>1910</c:v>
                </c:pt>
                <c:pt idx="1909">
                  <c:v>1911</c:v>
                </c:pt>
                <c:pt idx="1910">
                  <c:v>1912</c:v>
                </c:pt>
                <c:pt idx="1911">
                  <c:v>1913</c:v>
                </c:pt>
                <c:pt idx="1912">
                  <c:v>1914</c:v>
                </c:pt>
                <c:pt idx="1913">
                  <c:v>1915</c:v>
                </c:pt>
                <c:pt idx="1914">
                  <c:v>1916</c:v>
                </c:pt>
                <c:pt idx="1915">
                  <c:v>1917</c:v>
                </c:pt>
                <c:pt idx="1916">
                  <c:v>1918</c:v>
                </c:pt>
                <c:pt idx="1917">
                  <c:v>1919</c:v>
                </c:pt>
                <c:pt idx="1918">
                  <c:v>1920</c:v>
                </c:pt>
                <c:pt idx="1919">
                  <c:v>1921</c:v>
                </c:pt>
                <c:pt idx="1920">
                  <c:v>1922</c:v>
                </c:pt>
                <c:pt idx="1921">
                  <c:v>1923</c:v>
                </c:pt>
                <c:pt idx="1922">
                  <c:v>1924</c:v>
                </c:pt>
                <c:pt idx="1923">
                  <c:v>1925</c:v>
                </c:pt>
                <c:pt idx="1924">
                  <c:v>1926</c:v>
                </c:pt>
                <c:pt idx="1925">
                  <c:v>1927</c:v>
                </c:pt>
                <c:pt idx="1926">
                  <c:v>1928</c:v>
                </c:pt>
                <c:pt idx="1927">
                  <c:v>1929</c:v>
                </c:pt>
                <c:pt idx="1928">
                  <c:v>1930</c:v>
                </c:pt>
                <c:pt idx="1929">
                  <c:v>1931</c:v>
                </c:pt>
                <c:pt idx="1930">
                  <c:v>1932</c:v>
                </c:pt>
                <c:pt idx="1931">
                  <c:v>1933</c:v>
                </c:pt>
                <c:pt idx="1932">
                  <c:v>1934</c:v>
                </c:pt>
                <c:pt idx="1933">
                  <c:v>1935</c:v>
                </c:pt>
                <c:pt idx="1934">
                  <c:v>1936</c:v>
                </c:pt>
                <c:pt idx="1935">
                  <c:v>1937</c:v>
                </c:pt>
                <c:pt idx="1936">
                  <c:v>1938</c:v>
                </c:pt>
                <c:pt idx="1937">
                  <c:v>1939</c:v>
                </c:pt>
                <c:pt idx="1938">
                  <c:v>1940</c:v>
                </c:pt>
                <c:pt idx="1939">
                  <c:v>1941</c:v>
                </c:pt>
                <c:pt idx="1940">
                  <c:v>1942</c:v>
                </c:pt>
                <c:pt idx="1941">
                  <c:v>1943</c:v>
                </c:pt>
                <c:pt idx="1942">
                  <c:v>1944</c:v>
                </c:pt>
                <c:pt idx="1943">
                  <c:v>1945</c:v>
                </c:pt>
                <c:pt idx="1944">
                  <c:v>1946</c:v>
                </c:pt>
                <c:pt idx="1945">
                  <c:v>1947</c:v>
                </c:pt>
                <c:pt idx="1946">
                  <c:v>1948</c:v>
                </c:pt>
                <c:pt idx="1947">
                  <c:v>1949</c:v>
                </c:pt>
                <c:pt idx="1948">
                  <c:v>1950</c:v>
                </c:pt>
                <c:pt idx="1949">
                  <c:v>1951</c:v>
                </c:pt>
                <c:pt idx="1950">
                  <c:v>1952</c:v>
                </c:pt>
                <c:pt idx="1951">
                  <c:v>1953</c:v>
                </c:pt>
                <c:pt idx="1952">
                  <c:v>1954</c:v>
                </c:pt>
                <c:pt idx="1953">
                  <c:v>1955</c:v>
                </c:pt>
                <c:pt idx="1954">
                  <c:v>1956</c:v>
                </c:pt>
                <c:pt idx="1955">
                  <c:v>1957</c:v>
                </c:pt>
                <c:pt idx="1956">
                  <c:v>1958</c:v>
                </c:pt>
                <c:pt idx="1957">
                  <c:v>1959</c:v>
                </c:pt>
                <c:pt idx="1958">
                  <c:v>1960</c:v>
                </c:pt>
                <c:pt idx="1959">
                  <c:v>1961</c:v>
                </c:pt>
                <c:pt idx="1960">
                  <c:v>1962</c:v>
                </c:pt>
                <c:pt idx="1961">
                  <c:v>1963</c:v>
                </c:pt>
                <c:pt idx="1962">
                  <c:v>1964</c:v>
                </c:pt>
                <c:pt idx="1963">
                  <c:v>1965</c:v>
                </c:pt>
                <c:pt idx="1964">
                  <c:v>1966</c:v>
                </c:pt>
                <c:pt idx="1965">
                  <c:v>1967</c:v>
                </c:pt>
                <c:pt idx="1966">
                  <c:v>1968</c:v>
                </c:pt>
                <c:pt idx="1967">
                  <c:v>1969</c:v>
                </c:pt>
                <c:pt idx="1968">
                  <c:v>1970</c:v>
                </c:pt>
                <c:pt idx="1969">
                  <c:v>1971</c:v>
                </c:pt>
                <c:pt idx="1970">
                  <c:v>1972</c:v>
                </c:pt>
                <c:pt idx="1971">
                  <c:v>1973</c:v>
                </c:pt>
                <c:pt idx="1972">
                  <c:v>1974</c:v>
                </c:pt>
                <c:pt idx="1973">
                  <c:v>1975</c:v>
                </c:pt>
                <c:pt idx="1974">
                  <c:v>1976</c:v>
                </c:pt>
                <c:pt idx="1975">
                  <c:v>1977</c:v>
                </c:pt>
                <c:pt idx="1976">
                  <c:v>1978</c:v>
                </c:pt>
                <c:pt idx="1977">
                  <c:v>1979</c:v>
                </c:pt>
                <c:pt idx="1978">
                  <c:v>1980</c:v>
                </c:pt>
                <c:pt idx="1979">
                  <c:v>1981</c:v>
                </c:pt>
                <c:pt idx="1980">
                  <c:v>1982</c:v>
                </c:pt>
                <c:pt idx="1981">
                  <c:v>1983</c:v>
                </c:pt>
                <c:pt idx="1982">
                  <c:v>1984</c:v>
                </c:pt>
                <c:pt idx="1983">
                  <c:v>1985</c:v>
                </c:pt>
                <c:pt idx="1984">
                  <c:v>1986</c:v>
                </c:pt>
                <c:pt idx="1985">
                  <c:v>1987</c:v>
                </c:pt>
                <c:pt idx="1986">
                  <c:v>1988</c:v>
                </c:pt>
                <c:pt idx="1987">
                  <c:v>1989</c:v>
                </c:pt>
                <c:pt idx="1988">
                  <c:v>1990</c:v>
                </c:pt>
                <c:pt idx="1989">
                  <c:v>1991</c:v>
                </c:pt>
                <c:pt idx="1990">
                  <c:v>1992</c:v>
                </c:pt>
                <c:pt idx="1991">
                  <c:v>1993</c:v>
                </c:pt>
                <c:pt idx="1992">
                  <c:v>1994</c:v>
                </c:pt>
                <c:pt idx="1993">
                  <c:v>1995</c:v>
                </c:pt>
                <c:pt idx="1994">
                  <c:v>1996</c:v>
                </c:pt>
                <c:pt idx="1995">
                  <c:v>1997</c:v>
                </c:pt>
                <c:pt idx="1996">
                  <c:v>1998</c:v>
                </c:pt>
                <c:pt idx="1997">
                  <c:v>1999</c:v>
                </c:pt>
                <c:pt idx="1998">
                  <c:v>2000</c:v>
                </c:pt>
                <c:pt idx="1999">
                  <c:v>2001</c:v>
                </c:pt>
                <c:pt idx="2000">
                  <c:v>2002</c:v>
                </c:pt>
                <c:pt idx="2001">
                  <c:v>2003</c:v>
                </c:pt>
                <c:pt idx="2002">
                  <c:v>2004</c:v>
                </c:pt>
                <c:pt idx="2003">
                  <c:v>2005</c:v>
                </c:pt>
                <c:pt idx="2004">
                  <c:v>2006</c:v>
                </c:pt>
                <c:pt idx="2005">
                  <c:v>2007</c:v>
                </c:pt>
                <c:pt idx="2006">
                  <c:v>2008</c:v>
                </c:pt>
                <c:pt idx="2007">
                  <c:v>2009</c:v>
                </c:pt>
                <c:pt idx="2008">
                  <c:v>2010</c:v>
                </c:pt>
                <c:pt idx="2009">
                  <c:v>2011</c:v>
                </c:pt>
                <c:pt idx="2010">
                  <c:v>2012</c:v>
                </c:pt>
                <c:pt idx="2011">
                  <c:v>2013</c:v>
                </c:pt>
                <c:pt idx="2012">
                  <c:v>2014</c:v>
                </c:pt>
                <c:pt idx="2013">
                  <c:v>2015</c:v>
                </c:pt>
                <c:pt idx="2014">
                  <c:v>2016</c:v>
                </c:pt>
                <c:pt idx="2015">
                  <c:v>2017</c:v>
                </c:pt>
                <c:pt idx="2016">
                  <c:v>2018</c:v>
                </c:pt>
                <c:pt idx="2017">
                  <c:v>2019</c:v>
                </c:pt>
                <c:pt idx="2018">
                  <c:v>2020</c:v>
                </c:pt>
                <c:pt idx="2019">
                  <c:v>2021</c:v>
                </c:pt>
                <c:pt idx="2020">
                  <c:v>2022</c:v>
                </c:pt>
                <c:pt idx="2021">
                  <c:v>2023</c:v>
                </c:pt>
                <c:pt idx="2022">
                  <c:v>2024</c:v>
                </c:pt>
                <c:pt idx="2023">
                  <c:v>2025</c:v>
                </c:pt>
                <c:pt idx="2024">
                  <c:v>2026</c:v>
                </c:pt>
                <c:pt idx="2025">
                  <c:v>2027</c:v>
                </c:pt>
                <c:pt idx="2026">
                  <c:v>2028</c:v>
                </c:pt>
                <c:pt idx="2027">
                  <c:v>2029</c:v>
                </c:pt>
                <c:pt idx="2028">
                  <c:v>2030</c:v>
                </c:pt>
                <c:pt idx="2029">
                  <c:v>2031</c:v>
                </c:pt>
                <c:pt idx="2030">
                  <c:v>2032</c:v>
                </c:pt>
                <c:pt idx="2031">
                  <c:v>2033</c:v>
                </c:pt>
                <c:pt idx="2032">
                  <c:v>2034</c:v>
                </c:pt>
                <c:pt idx="2033">
                  <c:v>2035</c:v>
                </c:pt>
                <c:pt idx="2034">
                  <c:v>2036</c:v>
                </c:pt>
                <c:pt idx="2035">
                  <c:v>2037</c:v>
                </c:pt>
                <c:pt idx="2036">
                  <c:v>2038</c:v>
                </c:pt>
                <c:pt idx="2037">
                  <c:v>2039</c:v>
                </c:pt>
                <c:pt idx="2038">
                  <c:v>2040</c:v>
                </c:pt>
                <c:pt idx="2039">
                  <c:v>2041</c:v>
                </c:pt>
                <c:pt idx="2040">
                  <c:v>2042</c:v>
                </c:pt>
                <c:pt idx="2041">
                  <c:v>2043</c:v>
                </c:pt>
                <c:pt idx="2042">
                  <c:v>2044</c:v>
                </c:pt>
                <c:pt idx="2043">
                  <c:v>2045</c:v>
                </c:pt>
                <c:pt idx="2044">
                  <c:v>2046</c:v>
                </c:pt>
                <c:pt idx="2045">
                  <c:v>2047</c:v>
                </c:pt>
                <c:pt idx="2046">
                  <c:v>2048</c:v>
                </c:pt>
                <c:pt idx="2047">
                  <c:v>2049</c:v>
                </c:pt>
                <c:pt idx="2048">
                  <c:v>2050</c:v>
                </c:pt>
                <c:pt idx="2049">
                  <c:v>2051</c:v>
                </c:pt>
                <c:pt idx="2050">
                  <c:v>2052</c:v>
                </c:pt>
                <c:pt idx="2051">
                  <c:v>2053</c:v>
                </c:pt>
                <c:pt idx="2052">
                  <c:v>2054</c:v>
                </c:pt>
                <c:pt idx="2053">
                  <c:v>2055</c:v>
                </c:pt>
                <c:pt idx="2054">
                  <c:v>2056</c:v>
                </c:pt>
                <c:pt idx="2055">
                  <c:v>2057</c:v>
                </c:pt>
                <c:pt idx="2056">
                  <c:v>2058</c:v>
                </c:pt>
                <c:pt idx="2057">
                  <c:v>2059</c:v>
                </c:pt>
                <c:pt idx="2058">
                  <c:v>2060</c:v>
                </c:pt>
                <c:pt idx="2059">
                  <c:v>2061</c:v>
                </c:pt>
                <c:pt idx="2060">
                  <c:v>2062</c:v>
                </c:pt>
                <c:pt idx="2061">
                  <c:v>2063</c:v>
                </c:pt>
                <c:pt idx="2062">
                  <c:v>2064</c:v>
                </c:pt>
                <c:pt idx="2063">
                  <c:v>2065</c:v>
                </c:pt>
                <c:pt idx="2064">
                  <c:v>2066</c:v>
                </c:pt>
                <c:pt idx="2065">
                  <c:v>2067</c:v>
                </c:pt>
                <c:pt idx="2066">
                  <c:v>2068</c:v>
                </c:pt>
                <c:pt idx="2067">
                  <c:v>2069</c:v>
                </c:pt>
                <c:pt idx="2068">
                  <c:v>2070</c:v>
                </c:pt>
                <c:pt idx="2069">
                  <c:v>2071</c:v>
                </c:pt>
                <c:pt idx="2070">
                  <c:v>2072</c:v>
                </c:pt>
                <c:pt idx="2071">
                  <c:v>2073</c:v>
                </c:pt>
                <c:pt idx="2072">
                  <c:v>2074</c:v>
                </c:pt>
                <c:pt idx="2073">
                  <c:v>2075</c:v>
                </c:pt>
                <c:pt idx="2074">
                  <c:v>2076</c:v>
                </c:pt>
                <c:pt idx="2075">
                  <c:v>2077</c:v>
                </c:pt>
                <c:pt idx="2076">
                  <c:v>2078</c:v>
                </c:pt>
                <c:pt idx="2077">
                  <c:v>2079</c:v>
                </c:pt>
                <c:pt idx="2078">
                  <c:v>2080</c:v>
                </c:pt>
                <c:pt idx="2079">
                  <c:v>2081</c:v>
                </c:pt>
                <c:pt idx="2080">
                  <c:v>2082</c:v>
                </c:pt>
                <c:pt idx="2081">
                  <c:v>2083</c:v>
                </c:pt>
                <c:pt idx="2082">
                  <c:v>2084</c:v>
                </c:pt>
                <c:pt idx="2083">
                  <c:v>2085</c:v>
                </c:pt>
                <c:pt idx="2084">
                  <c:v>2086</c:v>
                </c:pt>
                <c:pt idx="2085">
                  <c:v>2087</c:v>
                </c:pt>
                <c:pt idx="2086">
                  <c:v>2088</c:v>
                </c:pt>
                <c:pt idx="2087">
                  <c:v>2089</c:v>
                </c:pt>
                <c:pt idx="2088">
                  <c:v>2090</c:v>
                </c:pt>
                <c:pt idx="2089">
                  <c:v>2091</c:v>
                </c:pt>
                <c:pt idx="2090">
                  <c:v>2092</c:v>
                </c:pt>
                <c:pt idx="2091">
                  <c:v>2093</c:v>
                </c:pt>
                <c:pt idx="2092">
                  <c:v>2094</c:v>
                </c:pt>
                <c:pt idx="2093">
                  <c:v>2095</c:v>
                </c:pt>
                <c:pt idx="2094">
                  <c:v>2096</c:v>
                </c:pt>
                <c:pt idx="2095">
                  <c:v>2097</c:v>
                </c:pt>
                <c:pt idx="2096">
                  <c:v>2098</c:v>
                </c:pt>
                <c:pt idx="2097">
                  <c:v>2099</c:v>
                </c:pt>
                <c:pt idx="2098">
                  <c:v>2100</c:v>
                </c:pt>
                <c:pt idx="2099">
                  <c:v>2101</c:v>
                </c:pt>
                <c:pt idx="2100">
                  <c:v>2102</c:v>
                </c:pt>
                <c:pt idx="2101">
                  <c:v>2103</c:v>
                </c:pt>
                <c:pt idx="2102">
                  <c:v>2104</c:v>
                </c:pt>
                <c:pt idx="2103">
                  <c:v>2105</c:v>
                </c:pt>
                <c:pt idx="2104">
                  <c:v>2106</c:v>
                </c:pt>
                <c:pt idx="2105">
                  <c:v>2107</c:v>
                </c:pt>
                <c:pt idx="2106">
                  <c:v>2108</c:v>
                </c:pt>
                <c:pt idx="2107">
                  <c:v>2109</c:v>
                </c:pt>
                <c:pt idx="2108">
                  <c:v>2110</c:v>
                </c:pt>
                <c:pt idx="2109">
                  <c:v>2111</c:v>
                </c:pt>
                <c:pt idx="2110">
                  <c:v>2112</c:v>
                </c:pt>
                <c:pt idx="2111">
                  <c:v>2113</c:v>
                </c:pt>
                <c:pt idx="2112">
                  <c:v>2114</c:v>
                </c:pt>
                <c:pt idx="2113">
                  <c:v>2115</c:v>
                </c:pt>
                <c:pt idx="2114">
                  <c:v>2116</c:v>
                </c:pt>
                <c:pt idx="2115">
                  <c:v>2117</c:v>
                </c:pt>
                <c:pt idx="2116">
                  <c:v>2118</c:v>
                </c:pt>
                <c:pt idx="2117">
                  <c:v>2119</c:v>
                </c:pt>
                <c:pt idx="2118">
                  <c:v>2120</c:v>
                </c:pt>
                <c:pt idx="2119">
                  <c:v>2121</c:v>
                </c:pt>
                <c:pt idx="2120">
                  <c:v>2122</c:v>
                </c:pt>
                <c:pt idx="2121">
                  <c:v>2123</c:v>
                </c:pt>
                <c:pt idx="2122">
                  <c:v>2124</c:v>
                </c:pt>
                <c:pt idx="2123">
                  <c:v>2125</c:v>
                </c:pt>
                <c:pt idx="2124">
                  <c:v>2126</c:v>
                </c:pt>
                <c:pt idx="2125">
                  <c:v>2127</c:v>
                </c:pt>
                <c:pt idx="2126">
                  <c:v>2128</c:v>
                </c:pt>
                <c:pt idx="2127">
                  <c:v>2129</c:v>
                </c:pt>
                <c:pt idx="2128">
                  <c:v>2130</c:v>
                </c:pt>
                <c:pt idx="2129">
                  <c:v>2131</c:v>
                </c:pt>
                <c:pt idx="2130">
                  <c:v>2132</c:v>
                </c:pt>
                <c:pt idx="2131">
                  <c:v>2133</c:v>
                </c:pt>
                <c:pt idx="2132">
                  <c:v>2134</c:v>
                </c:pt>
                <c:pt idx="2133">
                  <c:v>2135</c:v>
                </c:pt>
                <c:pt idx="2134">
                  <c:v>2136</c:v>
                </c:pt>
                <c:pt idx="2135">
                  <c:v>2137</c:v>
                </c:pt>
                <c:pt idx="2136">
                  <c:v>2138</c:v>
                </c:pt>
                <c:pt idx="2137">
                  <c:v>2139</c:v>
                </c:pt>
                <c:pt idx="2138">
                  <c:v>2140</c:v>
                </c:pt>
                <c:pt idx="2139">
                  <c:v>2141</c:v>
                </c:pt>
                <c:pt idx="2140">
                  <c:v>2142</c:v>
                </c:pt>
                <c:pt idx="2141">
                  <c:v>2143</c:v>
                </c:pt>
                <c:pt idx="2142">
                  <c:v>2144</c:v>
                </c:pt>
                <c:pt idx="2143">
                  <c:v>2145</c:v>
                </c:pt>
                <c:pt idx="2144">
                  <c:v>2146</c:v>
                </c:pt>
                <c:pt idx="2145">
                  <c:v>2147</c:v>
                </c:pt>
                <c:pt idx="2146">
                  <c:v>2148</c:v>
                </c:pt>
                <c:pt idx="2147">
                  <c:v>2149</c:v>
                </c:pt>
                <c:pt idx="2148">
                  <c:v>2150</c:v>
                </c:pt>
                <c:pt idx="2149">
                  <c:v>2151</c:v>
                </c:pt>
                <c:pt idx="2150">
                  <c:v>2152</c:v>
                </c:pt>
                <c:pt idx="2151">
                  <c:v>2153</c:v>
                </c:pt>
                <c:pt idx="2152">
                  <c:v>2154</c:v>
                </c:pt>
                <c:pt idx="2153">
                  <c:v>2155</c:v>
                </c:pt>
                <c:pt idx="2154">
                  <c:v>2156</c:v>
                </c:pt>
                <c:pt idx="2155">
                  <c:v>2157</c:v>
                </c:pt>
                <c:pt idx="2156">
                  <c:v>2158</c:v>
                </c:pt>
                <c:pt idx="2157">
                  <c:v>2159</c:v>
                </c:pt>
                <c:pt idx="2158">
                  <c:v>2160</c:v>
                </c:pt>
                <c:pt idx="2159">
                  <c:v>2161</c:v>
                </c:pt>
                <c:pt idx="2160">
                  <c:v>2162</c:v>
                </c:pt>
                <c:pt idx="2161">
                  <c:v>2163</c:v>
                </c:pt>
                <c:pt idx="2162">
                  <c:v>2164</c:v>
                </c:pt>
                <c:pt idx="2163">
                  <c:v>2165</c:v>
                </c:pt>
                <c:pt idx="2164">
                  <c:v>2166</c:v>
                </c:pt>
                <c:pt idx="2165">
                  <c:v>2167</c:v>
                </c:pt>
                <c:pt idx="2166">
                  <c:v>2168</c:v>
                </c:pt>
                <c:pt idx="2167">
                  <c:v>2169</c:v>
                </c:pt>
                <c:pt idx="2168">
                  <c:v>2170</c:v>
                </c:pt>
                <c:pt idx="2169">
                  <c:v>2171</c:v>
                </c:pt>
                <c:pt idx="2170">
                  <c:v>2172</c:v>
                </c:pt>
                <c:pt idx="2171">
                  <c:v>2173</c:v>
                </c:pt>
                <c:pt idx="2172">
                  <c:v>2174</c:v>
                </c:pt>
                <c:pt idx="2173">
                  <c:v>2175</c:v>
                </c:pt>
                <c:pt idx="2174">
                  <c:v>2176</c:v>
                </c:pt>
                <c:pt idx="2175">
                  <c:v>2177</c:v>
                </c:pt>
                <c:pt idx="2176">
                  <c:v>2178</c:v>
                </c:pt>
                <c:pt idx="2177">
                  <c:v>2179</c:v>
                </c:pt>
                <c:pt idx="2178">
                  <c:v>2180</c:v>
                </c:pt>
                <c:pt idx="2179">
                  <c:v>2181</c:v>
                </c:pt>
                <c:pt idx="2180">
                  <c:v>2182</c:v>
                </c:pt>
                <c:pt idx="2181">
                  <c:v>2183</c:v>
                </c:pt>
                <c:pt idx="2182">
                  <c:v>2184</c:v>
                </c:pt>
                <c:pt idx="2183">
                  <c:v>2185</c:v>
                </c:pt>
                <c:pt idx="2184">
                  <c:v>2186</c:v>
                </c:pt>
                <c:pt idx="2185">
                  <c:v>2187</c:v>
                </c:pt>
                <c:pt idx="2186">
                  <c:v>2188</c:v>
                </c:pt>
                <c:pt idx="2187">
                  <c:v>2189</c:v>
                </c:pt>
                <c:pt idx="2188">
                  <c:v>2190</c:v>
                </c:pt>
                <c:pt idx="2189">
                  <c:v>2191</c:v>
                </c:pt>
                <c:pt idx="2190">
                  <c:v>2192</c:v>
                </c:pt>
                <c:pt idx="2191">
                  <c:v>2193</c:v>
                </c:pt>
                <c:pt idx="2192">
                  <c:v>2194</c:v>
                </c:pt>
                <c:pt idx="2193">
                  <c:v>2195</c:v>
                </c:pt>
                <c:pt idx="2194">
                  <c:v>2196</c:v>
                </c:pt>
                <c:pt idx="2195">
                  <c:v>2197</c:v>
                </c:pt>
                <c:pt idx="2196">
                  <c:v>2198</c:v>
                </c:pt>
                <c:pt idx="2197">
                  <c:v>2199</c:v>
                </c:pt>
                <c:pt idx="2198">
                  <c:v>2200</c:v>
                </c:pt>
                <c:pt idx="2199">
                  <c:v>2201</c:v>
                </c:pt>
                <c:pt idx="2200">
                  <c:v>2202</c:v>
                </c:pt>
                <c:pt idx="2201">
                  <c:v>2203</c:v>
                </c:pt>
                <c:pt idx="2202">
                  <c:v>2204</c:v>
                </c:pt>
                <c:pt idx="2203">
                  <c:v>2205</c:v>
                </c:pt>
                <c:pt idx="2204">
                  <c:v>2206</c:v>
                </c:pt>
                <c:pt idx="2205">
                  <c:v>2207</c:v>
                </c:pt>
                <c:pt idx="2206">
                  <c:v>2208</c:v>
                </c:pt>
                <c:pt idx="2207">
                  <c:v>2209</c:v>
                </c:pt>
                <c:pt idx="2208">
                  <c:v>2210</c:v>
                </c:pt>
                <c:pt idx="2209">
                  <c:v>2211</c:v>
                </c:pt>
                <c:pt idx="2210">
                  <c:v>2212</c:v>
                </c:pt>
                <c:pt idx="2211">
                  <c:v>2213</c:v>
                </c:pt>
                <c:pt idx="2212">
                  <c:v>2214</c:v>
                </c:pt>
                <c:pt idx="2213">
                  <c:v>2215</c:v>
                </c:pt>
                <c:pt idx="2214">
                  <c:v>2216</c:v>
                </c:pt>
                <c:pt idx="2215">
                  <c:v>2217</c:v>
                </c:pt>
                <c:pt idx="2216">
                  <c:v>2218</c:v>
                </c:pt>
                <c:pt idx="2217">
                  <c:v>2219</c:v>
                </c:pt>
                <c:pt idx="2218">
                  <c:v>2220</c:v>
                </c:pt>
                <c:pt idx="2219">
                  <c:v>2221</c:v>
                </c:pt>
                <c:pt idx="2220">
                  <c:v>2222</c:v>
                </c:pt>
                <c:pt idx="2221">
                  <c:v>2223</c:v>
                </c:pt>
                <c:pt idx="2222">
                  <c:v>2224</c:v>
                </c:pt>
                <c:pt idx="2223">
                  <c:v>2225</c:v>
                </c:pt>
                <c:pt idx="2224">
                  <c:v>2226</c:v>
                </c:pt>
                <c:pt idx="2225">
                  <c:v>2227</c:v>
                </c:pt>
                <c:pt idx="2226">
                  <c:v>2228</c:v>
                </c:pt>
                <c:pt idx="2227">
                  <c:v>2229</c:v>
                </c:pt>
                <c:pt idx="2228">
                  <c:v>2230</c:v>
                </c:pt>
                <c:pt idx="2229">
                  <c:v>2231</c:v>
                </c:pt>
                <c:pt idx="2230">
                  <c:v>2232</c:v>
                </c:pt>
                <c:pt idx="2231">
                  <c:v>2233</c:v>
                </c:pt>
                <c:pt idx="2232">
                  <c:v>2234</c:v>
                </c:pt>
                <c:pt idx="2233">
                  <c:v>2235</c:v>
                </c:pt>
                <c:pt idx="2234">
                  <c:v>2236</c:v>
                </c:pt>
                <c:pt idx="2235">
                  <c:v>2237</c:v>
                </c:pt>
                <c:pt idx="2236">
                  <c:v>2238</c:v>
                </c:pt>
                <c:pt idx="2237">
                  <c:v>2239</c:v>
                </c:pt>
                <c:pt idx="2238">
                  <c:v>2240</c:v>
                </c:pt>
                <c:pt idx="2239">
                  <c:v>2241</c:v>
                </c:pt>
                <c:pt idx="2240">
                  <c:v>2242</c:v>
                </c:pt>
                <c:pt idx="2241">
                  <c:v>2243</c:v>
                </c:pt>
                <c:pt idx="2242">
                  <c:v>2244</c:v>
                </c:pt>
                <c:pt idx="2243">
                  <c:v>2245</c:v>
                </c:pt>
                <c:pt idx="2244">
                  <c:v>2246</c:v>
                </c:pt>
                <c:pt idx="2245">
                  <c:v>2247</c:v>
                </c:pt>
                <c:pt idx="2246">
                  <c:v>2248</c:v>
                </c:pt>
                <c:pt idx="2247">
                  <c:v>2249</c:v>
                </c:pt>
                <c:pt idx="2248">
                  <c:v>2250</c:v>
                </c:pt>
                <c:pt idx="2249">
                  <c:v>2251</c:v>
                </c:pt>
                <c:pt idx="2250">
                  <c:v>2252</c:v>
                </c:pt>
                <c:pt idx="2251">
                  <c:v>2253</c:v>
                </c:pt>
                <c:pt idx="2252">
                  <c:v>2254</c:v>
                </c:pt>
                <c:pt idx="2253">
                  <c:v>2255</c:v>
                </c:pt>
                <c:pt idx="2254">
                  <c:v>2256</c:v>
                </c:pt>
                <c:pt idx="2255">
                  <c:v>2257</c:v>
                </c:pt>
                <c:pt idx="2256">
                  <c:v>2258</c:v>
                </c:pt>
                <c:pt idx="2257">
                  <c:v>2259</c:v>
                </c:pt>
                <c:pt idx="2258">
                  <c:v>2260</c:v>
                </c:pt>
                <c:pt idx="2259">
                  <c:v>2261</c:v>
                </c:pt>
                <c:pt idx="2260">
                  <c:v>2262</c:v>
                </c:pt>
                <c:pt idx="2261">
                  <c:v>2263</c:v>
                </c:pt>
                <c:pt idx="2262">
                  <c:v>2264</c:v>
                </c:pt>
                <c:pt idx="2263">
                  <c:v>2265</c:v>
                </c:pt>
                <c:pt idx="2264">
                  <c:v>2266</c:v>
                </c:pt>
                <c:pt idx="2265">
                  <c:v>2267</c:v>
                </c:pt>
                <c:pt idx="2266">
                  <c:v>2268</c:v>
                </c:pt>
                <c:pt idx="2267">
                  <c:v>2269</c:v>
                </c:pt>
                <c:pt idx="2268">
                  <c:v>2270</c:v>
                </c:pt>
                <c:pt idx="2269">
                  <c:v>2271</c:v>
                </c:pt>
                <c:pt idx="2270">
                  <c:v>2272</c:v>
                </c:pt>
                <c:pt idx="2271">
                  <c:v>2273</c:v>
                </c:pt>
                <c:pt idx="2272">
                  <c:v>2274</c:v>
                </c:pt>
                <c:pt idx="2273">
                  <c:v>2275</c:v>
                </c:pt>
                <c:pt idx="2274">
                  <c:v>2276</c:v>
                </c:pt>
                <c:pt idx="2275">
                  <c:v>2277</c:v>
                </c:pt>
                <c:pt idx="2276">
                  <c:v>2278</c:v>
                </c:pt>
                <c:pt idx="2277">
                  <c:v>2279</c:v>
                </c:pt>
                <c:pt idx="2278">
                  <c:v>2280</c:v>
                </c:pt>
                <c:pt idx="2279">
                  <c:v>2281</c:v>
                </c:pt>
                <c:pt idx="2280">
                  <c:v>2282</c:v>
                </c:pt>
                <c:pt idx="2281">
                  <c:v>2283</c:v>
                </c:pt>
                <c:pt idx="2282">
                  <c:v>2284</c:v>
                </c:pt>
                <c:pt idx="2283">
                  <c:v>2285</c:v>
                </c:pt>
                <c:pt idx="2284">
                  <c:v>2286</c:v>
                </c:pt>
                <c:pt idx="2285">
                  <c:v>2287</c:v>
                </c:pt>
                <c:pt idx="2286">
                  <c:v>2288</c:v>
                </c:pt>
                <c:pt idx="2287">
                  <c:v>2289</c:v>
                </c:pt>
                <c:pt idx="2288">
                  <c:v>2290</c:v>
                </c:pt>
                <c:pt idx="2289">
                  <c:v>2291</c:v>
                </c:pt>
                <c:pt idx="2290">
                  <c:v>2292</c:v>
                </c:pt>
                <c:pt idx="2291">
                  <c:v>2293</c:v>
                </c:pt>
                <c:pt idx="2292">
                  <c:v>2294</c:v>
                </c:pt>
                <c:pt idx="2293">
                  <c:v>2295</c:v>
                </c:pt>
                <c:pt idx="2294">
                  <c:v>2296</c:v>
                </c:pt>
                <c:pt idx="2295">
                  <c:v>2297</c:v>
                </c:pt>
                <c:pt idx="2296">
                  <c:v>2298</c:v>
                </c:pt>
                <c:pt idx="2297">
                  <c:v>2299</c:v>
                </c:pt>
                <c:pt idx="2298">
                  <c:v>2300</c:v>
                </c:pt>
                <c:pt idx="2299">
                  <c:v>2301</c:v>
                </c:pt>
                <c:pt idx="2300">
                  <c:v>2302</c:v>
                </c:pt>
                <c:pt idx="2301">
                  <c:v>2303</c:v>
                </c:pt>
                <c:pt idx="2302">
                  <c:v>2304</c:v>
                </c:pt>
                <c:pt idx="2303">
                  <c:v>2305</c:v>
                </c:pt>
                <c:pt idx="2304">
                  <c:v>2306</c:v>
                </c:pt>
                <c:pt idx="2305">
                  <c:v>2307</c:v>
                </c:pt>
                <c:pt idx="2306">
                  <c:v>2308</c:v>
                </c:pt>
                <c:pt idx="2307">
                  <c:v>2309</c:v>
                </c:pt>
                <c:pt idx="2308">
                  <c:v>2310</c:v>
                </c:pt>
                <c:pt idx="2309">
                  <c:v>2311</c:v>
                </c:pt>
                <c:pt idx="2310">
                  <c:v>2312</c:v>
                </c:pt>
                <c:pt idx="2311">
                  <c:v>2313</c:v>
                </c:pt>
                <c:pt idx="2312">
                  <c:v>2314</c:v>
                </c:pt>
                <c:pt idx="2313">
                  <c:v>2315</c:v>
                </c:pt>
                <c:pt idx="2314">
                  <c:v>2316</c:v>
                </c:pt>
                <c:pt idx="2315">
                  <c:v>2317</c:v>
                </c:pt>
                <c:pt idx="2316">
                  <c:v>2318</c:v>
                </c:pt>
                <c:pt idx="2317">
                  <c:v>2319</c:v>
                </c:pt>
                <c:pt idx="2318">
                  <c:v>2320</c:v>
                </c:pt>
                <c:pt idx="2319">
                  <c:v>2321</c:v>
                </c:pt>
                <c:pt idx="2320">
                  <c:v>2322</c:v>
                </c:pt>
                <c:pt idx="2321">
                  <c:v>2323</c:v>
                </c:pt>
                <c:pt idx="2322">
                  <c:v>2324</c:v>
                </c:pt>
                <c:pt idx="2323">
                  <c:v>2325</c:v>
                </c:pt>
                <c:pt idx="2324">
                  <c:v>2326</c:v>
                </c:pt>
                <c:pt idx="2325">
                  <c:v>2327</c:v>
                </c:pt>
                <c:pt idx="2326">
                  <c:v>2328</c:v>
                </c:pt>
                <c:pt idx="2327">
                  <c:v>2329</c:v>
                </c:pt>
                <c:pt idx="2328">
                  <c:v>2330</c:v>
                </c:pt>
                <c:pt idx="2329">
                  <c:v>2331</c:v>
                </c:pt>
                <c:pt idx="2330">
                  <c:v>2332</c:v>
                </c:pt>
                <c:pt idx="2331">
                  <c:v>2333</c:v>
                </c:pt>
                <c:pt idx="2332">
                  <c:v>2334</c:v>
                </c:pt>
                <c:pt idx="2333">
                  <c:v>2335</c:v>
                </c:pt>
                <c:pt idx="2334">
                  <c:v>2336</c:v>
                </c:pt>
                <c:pt idx="2335">
                  <c:v>2337</c:v>
                </c:pt>
                <c:pt idx="2336">
                  <c:v>2338</c:v>
                </c:pt>
                <c:pt idx="2337">
                  <c:v>2339</c:v>
                </c:pt>
                <c:pt idx="2338">
                  <c:v>2340</c:v>
                </c:pt>
                <c:pt idx="2339">
                  <c:v>2341</c:v>
                </c:pt>
                <c:pt idx="2340">
                  <c:v>2342</c:v>
                </c:pt>
                <c:pt idx="2341">
                  <c:v>2343</c:v>
                </c:pt>
                <c:pt idx="2342">
                  <c:v>2344</c:v>
                </c:pt>
                <c:pt idx="2343">
                  <c:v>2345</c:v>
                </c:pt>
                <c:pt idx="2344">
                  <c:v>2346</c:v>
                </c:pt>
                <c:pt idx="2345">
                  <c:v>2347</c:v>
                </c:pt>
                <c:pt idx="2346">
                  <c:v>2348</c:v>
                </c:pt>
                <c:pt idx="2347">
                  <c:v>2349</c:v>
                </c:pt>
                <c:pt idx="2348">
                  <c:v>2350</c:v>
                </c:pt>
                <c:pt idx="2349">
                  <c:v>2351</c:v>
                </c:pt>
                <c:pt idx="2350">
                  <c:v>2352</c:v>
                </c:pt>
                <c:pt idx="2351">
                  <c:v>2353</c:v>
                </c:pt>
                <c:pt idx="2352">
                  <c:v>2354</c:v>
                </c:pt>
                <c:pt idx="2353">
                  <c:v>2355</c:v>
                </c:pt>
                <c:pt idx="2354">
                  <c:v>2356</c:v>
                </c:pt>
                <c:pt idx="2355">
                  <c:v>2357</c:v>
                </c:pt>
                <c:pt idx="2356">
                  <c:v>2358</c:v>
                </c:pt>
                <c:pt idx="2357">
                  <c:v>2359</c:v>
                </c:pt>
                <c:pt idx="2358">
                  <c:v>2360</c:v>
                </c:pt>
                <c:pt idx="2359">
                  <c:v>2361</c:v>
                </c:pt>
                <c:pt idx="2360">
                  <c:v>2362</c:v>
                </c:pt>
                <c:pt idx="2361">
                  <c:v>2363</c:v>
                </c:pt>
                <c:pt idx="2362">
                  <c:v>2364</c:v>
                </c:pt>
                <c:pt idx="2363">
                  <c:v>2365</c:v>
                </c:pt>
                <c:pt idx="2364">
                  <c:v>2366</c:v>
                </c:pt>
                <c:pt idx="2365">
                  <c:v>2367</c:v>
                </c:pt>
                <c:pt idx="2366">
                  <c:v>2368</c:v>
                </c:pt>
                <c:pt idx="2367">
                  <c:v>2369</c:v>
                </c:pt>
                <c:pt idx="2368">
                  <c:v>2370</c:v>
                </c:pt>
                <c:pt idx="2369">
                  <c:v>2371</c:v>
                </c:pt>
                <c:pt idx="2370">
                  <c:v>2372</c:v>
                </c:pt>
                <c:pt idx="2371">
                  <c:v>2373</c:v>
                </c:pt>
                <c:pt idx="2372">
                  <c:v>2374</c:v>
                </c:pt>
                <c:pt idx="2373">
                  <c:v>2375</c:v>
                </c:pt>
                <c:pt idx="2374">
                  <c:v>2376</c:v>
                </c:pt>
                <c:pt idx="2375">
                  <c:v>2377</c:v>
                </c:pt>
                <c:pt idx="2376">
                  <c:v>2378</c:v>
                </c:pt>
                <c:pt idx="2377">
                  <c:v>2379</c:v>
                </c:pt>
                <c:pt idx="2378">
                  <c:v>2380</c:v>
                </c:pt>
                <c:pt idx="2379">
                  <c:v>2381</c:v>
                </c:pt>
                <c:pt idx="2380">
                  <c:v>2382</c:v>
                </c:pt>
                <c:pt idx="2381">
                  <c:v>2383</c:v>
                </c:pt>
                <c:pt idx="2382">
                  <c:v>2384</c:v>
                </c:pt>
                <c:pt idx="2383">
                  <c:v>2385</c:v>
                </c:pt>
                <c:pt idx="2384">
                  <c:v>2386</c:v>
                </c:pt>
                <c:pt idx="2385">
                  <c:v>2387</c:v>
                </c:pt>
                <c:pt idx="2386">
                  <c:v>2388</c:v>
                </c:pt>
                <c:pt idx="2387">
                  <c:v>2389</c:v>
                </c:pt>
                <c:pt idx="2388">
                  <c:v>2390</c:v>
                </c:pt>
                <c:pt idx="2389">
                  <c:v>2391</c:v>
                </c:pt>
                <c:pt idx="2390">
                  <c:v>2392</c:v>
                </c:pt>
                <c:pt idx="2391">
                  <c:v>2393</c:v>
                </c:pt>
                <c:pt idx="2392">
                  <c:v>2394</c:v>
                </c:pt>
                <c:pt idx="2393">
                  <c:v>2395</c:v>
                </c:pt>
                <c:pt idx="2394">
                  <c:v>2396</c:v>
                </c:pt>
                <c:pt idx="2395">
                  <c:v>2397</c:v>
                </c:pt>
                <c:pt idx="2396">
                  <c:v>2398</c:v>
                </c:pt>
                <c:pt idx="2397">
                  <c:v>2399</c:v>
                </c:pt>
                <c:pt idx="2398">
                  <c:v>2400</c:v>
                </c:pt>
                <c:pt idx="2399">
                  <c:v>2401</c:v>
                </c:pt>
                <c:pt idx="2400">
                  <c:v>2402</c:v>
                </c:pt>
                <c:pt idx="2401">
                  <c:v>2403</c:v>
                </c:pt>
                <c:pt idx="2402">
                  <c:v>2404</c:v>
                </c:pt>
                <c:pt idx="2403">
                  <c:v>2405</c:v>
                </c:pt>
                <c:pt idx="2404">
                  <c:v>2406</c:v>
                </c:pt>
                <c:pt idx="2405">
                  <c:v>2407</c:v>
                </c:pt>
                <c:pt idx="2406">
                  <c:v>2408</c:v>
                </c:pt>
                <c:pt idx="2407">
                  <c:v>2409</c:v>
                </c:pt>
                <c:pt idx="2408">
                  <c:v>2410</c:v>
                </c:pt>
                <c:pt idx="2409">
                  <c:v>2411</c:v>
                </c:pt>
                <c:pt idx="2410">
                  <c:v>2412</c:v>
                </c:pt>
                <c:pt idx="2411">
                  <c:v>2413</c:v>
                </c:pt>
                <c:pt idx="2412">
                  <c:v>2414</c:v>
                </c:pt>
                <c:pt idx="2413">
                  <c:v>2415</c:v>
                </c:pt>
                <c:pt idx="2414">
                  <c:v>2416</c:v>
                </c:pt>
                <c:pt idx="2415">
                  <c:v>2417</c:v>
                </c:pt>
                <c:pt idx="2416">
                  <c:v>2418</c:v>
                </c:pt>
                <c:pt idx="2417">
                  <c:v>2419</c:v>
                </c:pt>
                <c:pt idx="2418">
                  <c:v>2420</c:v>
                </c:pt>
                <c:pt idx="2419">
                  <c:v>2421</c:v>
                </c:pt>
                <c:pt idx="2420">
                  <c:v>2422</c:v>
                </c:pt>
                <c:pt idx="2421">
                  <c:v>2423</c:v>
                </c:pt>
                <c:pt idx="2422">
                  <c:v>2424</c:v>
                </c:pt>
                <c:pt idx="2423">
                  <c:v>2425</c:v>
                </c:pt>
                <c:pt idx="2424">
                  <c:v>2426</c:v>
                </c:pt>
                <c:pt idx="2425">
                  <c:v>2427</c:v>
                </c:pt>
                <c:pt idx="2426">
                  <c:v>2428</c:v>
                </c:pt>
                <c:pt idx="2427">
                  <c:v>2429</c:v>
                </c:pt>
                <c:pt idx="2428">
                  <c:v>2430</c:v>
                </c:pt>
                <c:pt idx="2429">
                  <c:v>2431</c:v>
                </c:pt>
                <c:pt idx="2430">
                  <c:v>2432</c:v>
                </c:pt>
                <c:pt idx="2431">
                  <c:v>2433</c:v>
                </c:pt>
                <c:pt idx="2432">
                  <c:v>2434</c:v>
                </c:pt>
                <c:pt idx="2433">
                  <c:v>2435</c:v>
                </c:pt>
                <c:pt idx="2434">
                  <c:v>2436</c:v>
                </c:pt>
                <c:pt idx="2435">
                  <c:v>2437</c:v>
                </c:pt>
                <c:pt idx="2436">
                  <c:v>2438</c:v>
                </c:pt>
                <c:pt idx="2437">
                  <c:v>2439</c:v>
                </c:pt>
                <c:pt idx="2438">
                  <c:v>2440</c:v>
                </c:pt>
                <c:pt idx="2439">
                  <c:v>2441</c:v>
                </c:pt>
                <c:pt idx="2440">
                  <c:v>2442</c:v>
                </c:pt>
                <c:pt idx="2441">
                  <c:v>2443</c:v>
                </c:pt>
                <c:pt idx="2442">
                  <c:v>2444</c:v>
                </c:pt>
                <c:pt idx="2443">
                  <c:v>2445</c:v>
                </c:pt>
                <c:pt idx="2444">
                  <c:v>2446</c:v>
                </c:pt>
                <c:pt idx="2445">
                  <c:v>2447</c:v>
                </c:pt>
                <c:pt idx="2446">
                  <c:v>2448</c:v>
                </c:pt>
                <c:pt idx="2447">
                  <c:v>2449</c:v>
                </c:pt>
                <c:pt idx="2448">
                  <c:v>2450</c:v>
                </c:pt>
                <c:pt idx="2449">
                  <c:v>2451</c:v>
                </c:pt>
                <c:pt idx="2450">
                  <c:v>2452</c:v>
                </c:pt>
                <c:pt idx="2451">
                  <c:v>2453</c:v>
                </c:pt>
                <c:pt idx="2452">
                  <c:v>2454</c:v>
                </c:pt>
                <c:pt idx="2453">
                  <c:v>2455</c:v>
                </c:pt>
                <c:pt idx="2454">
                  <c:v>2456</c:v>
                </c:pt>
                <c:pt idx="2455">
                  <c:v>2457</c:v>
                </c:pt>
                <c:pt idx="2456">
                  <c:v>2458</c:v>
                </c:pt>
                <c:pt idx="2457">
                  <c:v>2459</c:v>
                </c:pt>
                <c:pt idx="2458">
                  <c:v>2460</c:v>
                </c:pt>
                <c:pt idx="2459">
                  <c:v>2461</c:v>
                </c:pt>
                <c:pt idx="2460">
                  <c:v>2462</c:v>
                </c:pt>
                <c:pt idx="2461">
                  <c:v>2463</c:v>
                </c:pt>
                <c:pt idx="2462">
                  <c:v>2464</c:v>
                </c:pt>
                <c:pt idx="2463">
                  <c:v>2465</c:v>
                </c:pt>
                <c:pt idx="2464">
                  <c:v>2466</c:v>
                </c:pt>
                <c:pt idx="2465">
                  <c:v>2467</c:v>
                </c:pt>
                <c:pt idx="2466">
                  <c:v>2468</c:v>
                </c:pt>
                <c:pt idx="2467">
                  <c:v>2469</c:v>
                </c:pt>
                <c:pt idx="2468">
                  <c:v>2470</c:v>
                </c:pt>
                <c:pt idx="2469">
                  <c:v>2471</c:v>
                </c:pt>
                <c:pt idx="2470">
                  <c:v>2472</c:v>
                </c:pt>
                <c:pt idx="2471">
                  <c:v>2473</c:v>
                </c:pt>
                <c:pt idx="2472">
                  <c:v>2474</c:v>
                </c:pt>
                <c:pt idx="2473">
                  <c:v>2475</c:v>
                </c:pt>
                <c:pt idx="2474">
                  <c:v>2476</c:v>
                </c:pt>
                <c:pt idx="2475">
                  <c:v>2477</c:v>
                </c:pt>
                <c:pt idx="2476">
                  <c:v>2478</c:v>
                </c:pt>
                <c:pt idx="2477">
                  <c:v>2479</c:v>
                </c:pt>
                <c:pt idx="2478">
                  <c:v>2480</c:v>
                </c:pt>
                <c:pt idx="2479">
                  <c:v>2481</c:v>
                </c:pt>
                <c:pt idx="2480">
                  <c:v>2482</c:v>
                </c:pt>
                <c:pt idx="2481">
                  <c:v>2483</c:v>
                </c:pt>
                <c:pt idx="2482">
                  <c:v>2484</c:v>
                </c:pt>
                <c:pt idx="2483">
                  <c:v>2485</c:v>
                </c:pt>
                <c:pt idx="2484">
                  <c:v>2486</c:v>
                </c:pt>
                <c:pt idx="2485">
                  <c:v>2487</c:v>
                </c:pt>
                <c:pt idx="2486">
                  <c:v>2488</c:v>
                </c:pt>
                <c:pt idx="2487">
                  <c:v>2489</c:v>
                </c:pt>
                <c:pt idx="2488">
                  <c:v>2490</c:v>
                </c:pt>
                <c:pt idx="2489">
                  <c:v>2491</c:v>
                </c:pt>
                <c:pt idx="2490">
                  <c:v>2492</c:v>
                </c:pt>
                <c:pt idx="2491">
                  <c:v>2493</c:v>
                </c:pt>
                <c:pt idx="2492">
                  <c:v>2494</c:v>
                </c:pt>
                <c:pt idx="2493">
                  <c:v>2495</c:v>
                </c:pt>
                <c:pt idx="2494">
                  <c:v>2496</c:v>
                </c:pt>
                <c:pt idx="2495">
                  <c:v>2497</c:v>
                </c:pt>
                <c:pt idx="2496">
                  <c:v>2498</c:v>
                </c:pt>
                <c:pt idx="2497">
                  <c:v>2499</c:v>
                </c:pt>
                <c:pt idx="2498">
                  <c:v>2500</c:v>
                </c:pt>
                <c:pt idx="2499">
                  <c:v>2501</c:v>
                </c:pt>
                <c:pt idx="2500">
                  <c:v>2502</c:v>
                </c:pt>
                <c:pt idx="2501">
                  <c:v>2503</c:v>
                </c:pt>
                <c:pt idx="2502">
                  <c:v>2504</c:v>
                </c:pt>
                <c:pt idx="2503">
                  <c:v>2505</c:v>
                </c:pt>
                <c:pt idx="2504">
                  <c:v>2506</c:v>
                </c:pt>
                <c:pt idx="2505">
                  <c:v>2507</c:v>
                </c:pt>
                <c:pt idx="2506">
                  <c:v>2508</c:v>
                </c:pt>
                <c:pt idx="2507">
                  <c:v>2509</c:v>
                </c:pt>
                <c:pt idx="2508">
                  <c:v>2510</c:v>
                </c:pt>
                <c:pt idx="2509">
                  <c:v>2511</c:v>
                </c:pt>
                <c:pt idx="2510">
                  <c:v>2512</c:v>
                </c:pt>
                <c:pt idx="2511">
                  <c:v>2513</c:v>
                </c:pt>
                <c:pt idx="2512">
                  <c:v>2514</c:v>
                </c:pt>
                <c:pt idx="2513">
                  <c:v>2515</c:v>
                </c:pt>
                <c:pt idx="2514">
                  <c:v>2516</c:v>
                </c:pt>
                <c:pt idx="2515">
                  <c:v>2517</c:v>
                </c:pt>
                <c:pt idx="2516">
                  <c:v>2518</c:v>
                </c:pt>
                <c:pt idx="2517">
                  <c:v>2519</c:v>
                </c:pt>
                <c:pt idx="2518">
                  <c:v>2520</c:v>
                </c:pt>
                <c:pt idx="2519">
                  <c:v>2521</c:v>
                </c:pt>
                <c:pt idx="2520">
                  <c:v>2522</c:v>
                </c:pt>
                <c:pt idx="2521">
                  <c:v>2523</c:v>
                </c:pt>
                <c:pt idx="2522">
                  <c:v>2524</c:v>
                </c:pt>
                <c:pt idx="2523">
                  <c:v>2525</c:v>
                </c:pt>
                <c:pt idx="2524">
                  <c:v>2526</c:v>
                </c:pt>
                <c:pt idx="2525">
                  <c:v>2527</c:v>
                </c:pt>
                <c:pt idx="2526">
                  <c:v>2528</c:v>
                </c:pt>
                <c:pt idx="2527">
                  <c:v>2529</c:v>
                </c:pt>
                <c:pt idx="2528">
                  <c:v>2530</c:v>
                </c:pt>
                <c:pt idx="2529">
                  <c:v>2531</c:v>
                </c:pt>
                <c:pt idx="2530">
                  <c:v>2532</c:v>
                </c:pt>
                <c:pt idx="2531">
                  <c:v>2533</c:v>
                </c:pt>
                <c:pt idx="2532">
                  <c:v>2534</c:v>
                </c:pt>
                <c:pt idx="2533">
                  <c:v>2535</c:v>
                </c:pt>
                <c:pt idx="2534">
                  <c:v>2536</c:v>
                </c:pt>
                <c:pt idx="2535">
                  <c:v>2537</c:v>
                </c:pt>
                <c:pt idx="2536">
                  <c:v>2538</c:v>
                </c:pt>
                <c:pt idx="2537">
                  <c:v>2539</c:v>
                </c:pt>
                <c:pt idx="2538">
                  <c:v>2540</c:v>
                </c:pt>
                <c:pt idx="2539">
                  <c:v>2541</c:v>
                </c:pt>
                <c:pt idx="2540">
                  <c:v>2542</c:v>
                </c:pt>
                <c:pt idx="2541">
                  <c:v>2543</c:v>
                </c:pt>
                <c:pt idx="2542">
                  <c:v>2544</c:v>
                </c:pt>
                <c:pt idx="2543">
                  <c:v>2545</c:v>
                </c:pt>
                <c:pt idx="2544">
                  <c:v>2546</c:v>
                </c:pt>
                <c:pt idx="2545">
                  <c:v>2547</c:v>
                </c:pt>
                <c:pt idx="2546">
                  <c:v>2548</c:v>
                </c:pt>
                <c:pt idx="2547">
                  <c:v>2549</c:v>
                </c:pt>
                <c:pt idx="2548">
                  <c:v>2550</c:v>
                </c:pt>
                <c:pt idx="2549">
                  <c:v>2551</c:v>
                </c:pt>
                <c:pt idx="2550">
                  <c:v>2552</c:v>
                </c:pt>
                <c:pt idx="2551">
                  <c:v>2553</c:v>
                </c:pt>
                <c:pt idx="2552">
                  <c:v>2554</c:v>
                </c:pt>
                <c:pt idx="2553">
                  <c:v>2555</c:v>
                </c:pt>
                <c:pt idx="2554">
                  <c:v>2556</c:v>
                </c:pt>
                <c:pt idx="2555">
                  <c:v>2557</c:v>
                </c:pt>
                <c:pt idx="2556">
                  <c:v>2558</c:v>
                </c:pt>
                <c:pt idx="2557">
                  <c:v>2559</c:v>
                </c:pt>
                <c:pt idx="2558">
                  <c:v>2560</c:v>
                </c:pt>
                <c:pt idx="2559">
                  <c:v>2561</c:v>
                </c:pt>
                <c:pt idx="2560">
                  <c:v>2562</c:v>
                </c:pt>
                <c:pt idx="2561">
                  <c:v>2563</c:v>
                </c:pt>
                <c:pt idx="2562">
                  <c:v>2564</c:v>
                </c:pt>
                <c:pt idx="2563">
                  <c:v>2565</c:v>
                </c:pt>
                <c:pt idx="2564">
                  <c:v>2566</c:v>
                </c:pt>
                <c:pt idx="2565">
                  <c:v>2567</c:v>
                </c:pt>
                <c:pt idx="2566">
                  <c:v>2568</c:v>
                </c:pt>
                <c:pt idx="2567">
                  <c:v>2569</c:v>
                </c:pt>
                <c:pt idx="2568">
                  <c:v>2570</c:v>
                </c:pt>
                <c:pt idx="2569">
                  <c:v>2571</c:v>
                </c:pt>
                <c:pt idx="2570">
                  <c:v>2572</c:v>
                </c:pt>
                <c:pt idx="2571">
                  <c:v>2573</c:v>
                </c:pt>
                <c:pt idx="2572">
                  <c:v>2574</c:v>
                </c:pt>
                <c:pt idx="2573">
                  <c:v>2575</c:v>
                </c:pt>
                <c:pt idx="2574">
                  <c:v>2576</c:v>
                </c:pt>
                <c:pt idx="2575">
                  <c:v>2577</c:v>
                </c:pt>
                <c:pt idx="2576">
                  <c:v>2578</c:v>
                </c:pt>
                <c:pt idx="2577">
                  <c:v>2579</c:v>
                </c:pt>
                <c:pt idx="2578">
                  <c:v>2580</c:v>
                </c:pt>
                <c:pt idx="2579">
                  <c:v>2581</c:v>
                </c:pt>
                <c:pt idx="2580">
                  <c:v>2582</c:v>
                </c:pt>
                <c:pt idx="2581">
                  <c:v>2583</c:v>
                </c:pt>
                <c:pt idx="2582">
                  <c:v>2584</c:v>
                </c:pt>
                <c:pt idx="2583">
                  <c:v>2585</c:v>
                </c:pt>
                <c:pt idx="2584">
                  <c:v>2586</c:v>
                </c:pt>
                <c:pt idx="2585">
                  <c:v>2587</c:v>
                </c:pt>
                <c:pt idx="2586">
                  <c:v>2588</c:v>
                </c:pt>
                <c:pt idx="2587">
                  <c:v>2589</c:v>
                </c:pt>
                <c:pt idx="2588">
                  <c:v>2590</c:v>
                </c:pt>
                <c:pt idx="2589">
                  <c:v>2591</c:v>
                </c:pt>
                <c:pt idx="2590">
                  <c:v>2592</c:v>
                </c:pt>
                <c:pt idx="2591">
                  <c:v>2593</c:v>
                </c:pt>
                <c:pt idx="2592">
                  <c:v>2594</c:v>
                </c:pt>
                <c:pt idx="2593">
                  <c:v>2595</c:v>
                </c:pt>
                <c:pt idx="2594">
                  <c:v>2596</c:v>
                </c:pt>
                <c:pt idx="2595">
                  <c:v>2597</c:v>
                </c:pt>
                <c:pt idx="2596">
                  <c:v>2598</c:v>
                </c:pt>
                <c:pt idx="2597">
                  <c:v>2599</c:v>
                </c:pt>
                <c:pt idx="2598">
                  <c:v>2600</c:v>
                </c:pt>
                <c:pt idx="2599">
                  <c:v>2601</c:v>
                </c:pt>
                <c:pt idx="2600">
                  <c:v>2602</c:v>
                </c:pt>
                <c:pt idx="2601">
                  <c:v>2603</c:v>
                </c:pt>
                <c:pt idx="2602">
                  <c:v>2604</c:v>
                </c:pt>
                <c:pt idx="2603">
                  <c:v>2605</c:v>
                </c:pt>
                <c:pt idx="2604">
                  <c:v>2606</c:v>
                </c:pt>
                <c:pt idx="2605">
                  <c:v>2607</c:v>
                </c:pt>
                <c:pt idx="2606">
                  <c:v>2608</c:v>
                </c:pt>
                <c:pt idx="2607">
                  <c:v>2609</c:v>
                </c:pt>
                <c:pt idx="2608">
                  <c:v>2610</c:v>
                </c:pt>
                <c:pt idx="2609">
                  <c:v>2611</c:v>
                </c:pt>
                <c:pt idx="2610">
                  <c:v>2612</c:v>
                </c:pt>
                <c:pt idx="2611">
                  <c:v>2613</c:v>
                </c:pt>
                <c:pt idx="2612">
                  <c:v>2614</c:v>
                </c:pt>
                <c:pt idx="2613">
                  <c:v>2615</c:v>
                </c:pt>
                <c:pt idx="2614">
                  <c:v>2616</c:v>
                </c:pt>
                <c:pt idx="2615">
                  <c:v>2617</c:v>
                </c:pt>
                <c:pt idx="2616">
                  <c:v>2618</c:v>
                </c:pt>
                <c:pt idx="2617">
                  <c:v>2619</c:v>
                </c:pt>
                <c:pt idx="2618">
                  <c:v>2620</c:v>
                </c:pt>
                <c:pt idx="2619">
                  <c:v>2621</c:v>
                </c:pt>
                <c:pt idx="2620">
                  <c:v>2622</c:v>
                </c:pt>
                <c:pt idx="2621">
                  <c:v>2623</c:v>
                </c:pt>
                <c:pt idx="2622">
                  <c:v>2624</c:v>
                </c:pt>
                <c:pt idx="2623">
                  <c:v>2625</c:v>
                </c:pt>
                <c:pt idx="2624">
                  <c:v>2626</c:v>
                </c:pt>
                <c:pt idx="2625">
                  <c:v>2627</c:v>
                </c:pt>
                <c:pt idx="2626">
                  <c:v>2628</c:v>
                </c:pt>
                <c:pt idx="2627">
                  <c:v>2629</c:v>
                </c:pt>
                <c:pt idx="2628">
                  <c:v>2630</c:v>
                </c:pt>
                <c:pt idx="2629">
                  <c:v>2631</c:v>
                </c:pt>
                <c:pt idx="2630">
                  <c:v>2632</c:v>
                </c:pt>
                <c:pt idx="2631">
                  <c:v>2633</c:v>
                </c:pt>
                <c:pt idx="2632">
                  <c:v>2634</c:v>
                </c:pt>
                <c:pt idx="2633">
                  <c:v>2635</c:v>
                </c:pt>
                <c:pt idx="2634">
                  <c:v>2636</c:v>
                </c:pt>
                <c:pt idx="2635">
                  <c:v>2637</c:v>
                </c:pt>
                <c:pt idx="2636">
                  <c:v>2638</c:v>
                </c:pt>
                <c:pt idx="2637">
                  <c:v>2639</c:v>
                </c:pt>
                <c:pt idx="2638">
                  <c:v>2640</c:v>
                </c:pt>
                <c:pt idx="2639">
                  <c:v>2641</c:v>
                </c:pt>
                <c:pt idx="2640">
                  <c:v>2642</c:v>
                </c:pt>
                <c:pt idx="2641">
                  <c:v>2643</c:v>
                </c:pt>
                <c:pt idx="2642">
                  <c:v>2644</c:v>
                </c:pt>
                <c:pt idx="2643">
                  <c:v>2645</c:v>
                </c:pt>
                <c:pt idx="2644">
                  <c:v>2646</c:v>
                </c:pt>
                <c:pt idx="2645">
                  <c:v>2647</c:v>
                </c:pt>
                <c:pt idx="2646">
                  <c:v>2648</c:v>
                </c:pt>
                <c:pt idx="2647">
                  <c:v>2649</c:v>
                </c:pt>
                <c:pt idx="2648">
                  <c:v>2650</c:v>
                </c:pt>
                <c:pt idx="2649">
                  <c:v>2651</c:v>
                </c:pt>
                <c:pt idx="2650">
                  <c:v>2652</c:v>
                </c:pt>
                <c:pt idx="2651">
                  <c:v>2653</c:v>
                </c:pt>
                <c:pt idx="2652">
                  <c:v>2654</c:v>
                </c:pt>
                <c:pt idx="2653">
                  <c:v>2655</c:v>
                </c:pt>
                <c:pt idx="2654">
                  <c:v>2656</c:v>
                </c:pt>
                <c:pt idx="2655">
                  <c:v>2657</c:v>
                </c:pt>
                <c:pt idx="2656">
                  <c:v>2658</c:v>
                </c:pt>
                <c:pt idx="2657">
                  <c:v>2659</c:v>
                </c:pt>
                <c:pt idx="2658">
                  <c:v>2660</c:v>
                </c:pt>
                <c:pt idx="2659">
                  <c:v>2661</c:v>
                </c:pt>
                <c:pt idx="2660">
                  <c:v>2662</c:v>
                </c:pt>
                <c:pt idx="2661">
                  <c:v>2663</c:v>
                </c:pt>
                <c:pt idx="2662">
                  <c:v>2664</c:v>
                </c:pt>
                <c:pt idx="2663">
                  <c:v>2665</c:v>
                </c:pt>
                <c:pt idx="2664">
                  <c:v>2666</c:v>
                </c:pt>
                <c:pt idx="2665">
                  <c:v>2667</c:v>
                </c:pt>
                <c:pt idx="2666">
                  <c:v>2668</c:v>
                </c:pt>
                <c:pt idx="2667">
                  <c:v>2669</c:v>
                </c:pt>
                <c:pt idx="2668">
                  <c:v>2670</c:v>
                </c:pt>
                <c:pt idx="2669">
                  <c:v>2671</c:v>
                </c:pt>
                <c:pt idx="2670">
                  <c:v>2672</c:v>
                </c:pt>
                <c:pt idx="2671">
                  <c:v>2673</c:v>
                </c:pt>
                <c:pt idx="2672">
                  <c:v>2674</c:v>
                </c:pt>
                <c:pt idx="2673">
                  <c:v>2675</c:v>
                </c:pt>
                <c:pt idx="2674">
                  <c:v>2676</c:v>
                </c:pt>
                <c:pt idx="2675">
                  <c:v>2677</c:v>
                </c:pt>
                <c:pt idx="2676">
                  <c:v>2678</c:v>
                </c:pt>
                <c:pt idx="2677">
                  <c:v>2679</c:v>
                </c:pt>
                <c:pt idx="2678">
                  <c:v>2680</c:v>
                </c:pt>
                <c:pt idx="2679">
                  <c:v>2681</c:v>
                </c:pt>
                <c:pt idx="2680">
                  <c:v>2682</c:v>
                </c:pt>
                <c:pt idx="2681">
                  <c:v>2683</c:v>
                </c:pt>
                <c:pt idx="2682">
                  <c:v>2684</c:v>
                </c:pt>
                <c:pt idx="2683">
                  <c:v>2685</c:v>
                </c:pt>
                <c:pt idx="2684">
                  <c:v>2686</c:v>
                </c:pt>
                <c:pt idx="2685">
                  <c:v>2687</c:v>
                </c:pt>
                <c:pt idx="2686">
                  <c:v>2688</c:v>
                </c:pt>
                <c:pt idx="2687">
                  <c:v>2689</c:v>
                </c:pt>
                <c:pt idx="2688">
                  <c:v>2690</c:v>
                </c:pt>
                <c:pt idx="2689">
                  <c:v>2691</c:v>
                </c:pt>
                <c:pt idx="2690">
                  <c:v>2692</c:v>
                </c:pt>
                <c:pt idx="2691">
                  <c:v>2693</c:v>
                </c:pt>
                <c:pt idx="2692">
                  <c:v>2694</c:v>
                </c:pt>
                <c:pt idx="2693">
                  <c:v>2695</c:v>
                </c:pt>
                <c:pt idx="2694">
                  <c:v>2696</c:v>
                </c:pt>
                <c:pt idx="2695">
                  <c:v>2697</c:v>
                </c:pt>
                <c:pt idx="2696">
                  <c:v>2698</c:v>
                </c:pt>
                <c:pt idx="2697">
                  <c:v>2699</c:v>
                </c:pt>
                <c:pt idx="2698">
                  <c:v>2700</c:v>
                </c:pt>
                <c:pt idx="2699">
                  <c:v>2701</c:v>
                </c:pt>
                <c:pt idx="2700">
                  <c:v>2702</c:v>
                </c:pt>
                <c:pt idx="2701">
                  <c:v>2703</c:v>
                </c:pt>
                <c:pt idx="2702">
                  <c:v>2704</c:v>
                </c:pt>
                <c:pt idx="2703">
                  <c:v>2705</c:v>
                </c:pt>
                <c:pt idx="2704">
                  <c:v>2706</c:v>
                </c:pt>
                <c:pt idx="2705">
                  <c:v>2707</c:v>
                </c:pt>
                <c:pt idx="2706">
                  <c:v>2708</c:v>
                </c:pt>
                <c:pt idx="2707">
                  <c:v>2709</c:v>
                </c:pt>
                <c:pt idx="2708">
                  <c:v>2710</c:v>
                </c:pt>
                <c:pt idx="2709">
                  <c:v>2711</c:v>
                </c:pt>
                <c:pt idx="2710">
                  <c:v>2712</c:v>
                </c:pt>
                <c:pt idx="2711">
                  <c:v>2713</c:v>
                </c:pt>
                <c:pt idx="2712">
                  <c:v>2714</c:v>
                </c:pt>
                <c:pt idx="2713">
                  <c:v>2715</c:v>
                </c:pt>
                <c:pt idx="2714">
                  <c:v>2716</c:v>
                </c:pt>
                <c:pt idx="2715">
                  <c:v>2717</c:v>
                </c:pt>
                <c:pt idx="2716">
                  <c:v>2718</c:v>
                </c:pt>
                <c:pt idx="2717">
                  <c:v>2719</c:v>
                </c:pt>
                <c:pt idx="2718">
                  <c:v>2720</c:v>
                </c:pt>
                <c:pt idx="2719">
                  <c:v>2721</c:v>
                </c:pt>
                <c:pt idx="2720">
                  <c:v>2722</c:v>
                </c:pt>
                <c:pt idx="2721">
                  <c:v>2723</c:v>
                </c:pt>
                <c:pt idx="2722">
                  <c:v>2724</c:v>
                </c:pt>
                <c:pt idx="2723">
                  <c:v>2725</c:v>
                </c:pt>
                <c:pt idx="2724">
                  <c:v>2726</c:v>
                </c:pt>
                <c:pt idx="2725">
                  <c:v>2727</c:v>
                </c:pt>
                <c:pt idx="2726">
                  <c:v>2728</c:v>
                </c:pt>
                <c:pt idx="2727">
                  <c:v>2729</c:v>
                </c:pt>
                <c:pt idx="2728">
                  <c:v>2730</c:v>
                </c:pt>
                <c:pt idx="2729">
                  <c:v>2731</c:v>
                </c:pt>
                <c:pt idx="2730">
                  <c:v>2732</c:v>
                </c:pt>
                <c:pt idx="2731">
                  <c:v>2733</c:v>
                </c:pt>
                <c:pt idx="2732">
                  <c:v>2734</c:v>
                </c:pt>
                <c:pt idx="2733">
                  <c:v>2735</c:v>
                </c:pt>
                <c:pt idx="2734">
                  <c:v>2736</c:v>
                </c:pt>
                <c:pt idx="2735">
                  <c:v>2737</c:v>
                </c:pt>
                <c:pt idx="2736">
                  <c:v>2738</c:v>
                </c:pt>
                <c:pt idx="2737">
                  <c:v>2739</c:v>
                </c:pt>
                <c:pt idx="2738">
                  <c:v>2740</c:v>
                </c:pt>
                <c:pt idx="2739">
                  <c:v>2741</c:v>
                </c:pt>
                <c:pt idx="2740">
                  <c:v>2742</c:v>
                </c:pt>
                <c:pt idx="2741">
                  <c:v>2743</c:v>
                </c:pt>
                <c:pt idx="2742">
                  <c:v>2744</c:v>
                </c:pt>
                <c:pt idx="2743">
                  <c:v>2745</c:v>
                </c:pt>
                <c:pt idx="2744">
                  <c:v>2746</c:v>
                </c:pt>
                <c:pt idx="2745">
                  <c:v>2747</c:v>
                </c:pt>
                <c:pt idx="2746">
                  <c:v>2748</c:v>
                </c:pt>
                <c:pt idx="2747">
                  <c:v>2749</c:v>
                </c:pt>
                <c:pt idx="2748">
                  <c:v>2750</c:v>
                </c:pt>
                <c:pt idx="2749">
                  <c:v>2751</c:v>
                </c:pt>
                <c:pt idx="2750">
                  <c:v>2752</c:v>
                </c:pt>
                <c:pt idx="2751">
                  <c:v>2753</c:v>
                </c:pt>
                <c:pt idx="2752">
                  <c:v>2754</c:v>
                </c:pt>
                <c:pt idx="2753">
                  <c:v>2755</c:v>
                </c:pt>
                <c:pt idx="2754">
                  <c:v>2756</c:v>
                </c:pt>
                <c:pt idx="2755">
                  <c:v>2757</c:v>
                </c:pt>
                <c:pt idx="2756">
                  <c:v>2758</c:v>
                </c:pt>
                <c:pt idx="2757">
                  <c:v>2759</c:v>
                </c:pt>
                <c:pt idx="2758">
                  <c:v>2760</c:v>
                </c:pt>
                <c:pt idx="2759">
                  <c:v>2761</c:v>
                </c:pt>
                <c:pt idx="2760">
                  <c:v>2762</c:v>
                </c:pt>
                <c:pt idx="2761">
                  <c:v>2763</c:v>
                </c:pt>
                <c:pt idx="2762">
                  <c:v>2764</c:v>
                </c:pt>
                <c:pt idx="2763">
                  <c:v>2765</c:v>
                </c:pt>
                <c:pt idx="2764">
                  <c:v>2766</c:v>
                </c:pt>
                <c:pt idx="2765">
                  <c:v>2767</c:v>
                </c:pt>
                <c:pt idx="2766">
                  <c:v>2768</c:v>
                </c:pt>
                <c:pt idx="2767">
                  <c:v>2769</c:v>
                </c:pt>
                <c:pt idx="2768">
                  <c:v>2770</c:v>
                </c:pt>
                <c:pt idx="2769">
                  <c:v>2771</c:v>
                </c:pt>
                <c:pt idx="2770">
                  <c:v>2772</c:v>
                </c:pt>
                <c:pt idx="2771">
                  <c:v>2773</c:v>
                </c:pt>
                <c:pt idx="2772">
                  <c:v>2774</c:v>
                </c:pt>
                <c:pt idx="2773">
                  <c:v>2775</c:v>
                </c:pt>
                <c:pt idx="2774">
                  <c:v>2776</c:v>
                </c:pt>
                <c:pt idx="2775">
                  <c:v>2777</c:v>
                </c:pt>
                <c:pt idx="2776">
                  <c:v>2778</c:v>
                </c:pt>
                <c:pt idx="2777">
                  <c:v>2779</c:v>
                </c:pt>
                <c:pt idx="2778">
                  <c:v>2780</c:v>
                </c:pt>
                <c:pt idx="2779">
                  <c:v>2781</c:v>
                </c:pt>
                <c:pt idx="2780">
                  <c:v>2782</c:v>
                </c:pt>
                <c:pt idx="2781">
                  <c:v>2783</c:v>
                </c:pt>
                <c:pt idx="2782">
                  <c:v>2784</c:v>
                </c:pt>
                <c:pt idx="2783">
                  <c:v>2785</c:v>
                </c:pt>
                <c:pt idx="2784">
                  <c:v>2786</c:v>
                </c:pt>
                <c:pt idx="2785">
                  <c:v>2787</c:v>
                </c:pt>
                <c:pt idx="2786">
                  <c:v>2788</c:v>
                </c:pt>
                <c:pt idx="2787">
                  <c:v>2789</c:v>
                </c:pt>
                <c:pt idx="2788">
                  <c:v>2790</c:v>
                </c:pt>
                <c:pt idx="2789">
                  <c:v>2791</c:v>
                </c:pt>
                <c:pt idx="2790">
                  <c:v>2792</c:v>
                </c:pt>
                <c:pt idx="2791">
                  <c:v>2793</c:v>
                </c:pt>
                <c:pt idx="2792">
                  <c:v>2794</c:v>
                </c:pt>
                <c:pt idx="2793">
                  <c:v>2795</c:v>
                </c:pt>
                <c:pt idx="2794">
                  <c:v>2796</c:v>
                </c:pt>
                <c:pt idx="2795">
                  <c:v>2797</c:v>
                </c:pt>
                <c:pt idx="2796">
                  <c:v>2798</c:v>
                </c:pt>
                <c:pt idx="2797">
                  <c:v>2799</c:v>
                </c:pt>
                <c:pt idx="2798">
                  <c:v>2800</c:v>
                </c:pt>
                <c:pt idx="2799">
                  <c:v>2801</c:v>
                </c:pt>
                <c:pt idx="2800">
                  <c:v>2802</c:v>
                </c:pt>
                <c:pt idx="2801">
                  <c:v>2803</c:v>
                </c:pt>
                <c:pt idx="2802">
                  <c:v>2804</c:v>
                </c:pt>
                <c:pt idx="2803">
                  <c:v>2805</c:v>
                </c:pt>
                <c:pt idx="2804">
                  <c:v>2806</c:v>
                </c:pt>
                <c:pt idx="2805">
                  <c:v>2807</c:v>
                </c:pt>
                <c:pt idx="2806">
                  <c:v>2808</c:v>
                </c:pt>
                <c:pt idx="2807">
                  <c:v>2809</c:v>
                </c:pt>
                <c:pt idx="2808">
                  <c:v>2810</c:v>
                </c:pt>
                <c:pt idx="2809">
                  <c:v>2811</c:v>
                </c:pt>
                <c:pt idx="2810">
                  <c:v>2812</c:v>
                </c:pt>
                <c:pt idx="2811">
                  <c:v>2813</c:v>
                </c:pt>
                <c:pt idx="2812">
                  <c:v>2814</c:v>
                </c:pt>
                <c:pt idx="2813">
                  <c:v>2815</c:v>
                </c:pt>
                <c:pt idx="2814">
                  <c:v>2816</c:v>
                </c:pt>
                <c:pt idx="2815">
                  <c:v>2817</c:v>
                </c:pt>
                <c:pt idx="2816">
                  <c:v>2818</c:v>
                </c:pt>
                <c:pt idx="2817">
                  <c:v>2819</c:v>
                </c:pt>
                <c:pt idx="2818">
                  <c:v>2820</c:v>
                </c:pt>
                <c:pt idx="2819">
                  <c:v>2821</c:v>
                </c:pt>
                <c:pt idx="2820">
                  <c:v>2822</c:v>
                </c:pt>
                <c:pt idx="2821">
                  <c:v>2823</c:v>
                </c:pt>
                <c:pt idx="2822">
                  <c:v>2824</c:v>
                </c:pt>
                <c:pt idx="2823">
                  <c:v>2825</c:v>
                </c:pt>
                <c:pt idx="2824">
                  <c:v>2826</c:v>
                </c:pt>
                <c:pt idx="2825">
                  <c:v>2827</c:v>
                </c:pt>
                <c:pt idx="2826">
                  <c:v>2828</c:v>
                </c:pt>
                <c:pt idx="2827">
                  <c:v>2829</c:v>
                </c:pt>
                <c:pt idx="2828">
                  <c:v>2830</c:v>
                </c:pt>
                <c:pt idx="2829">
                  <c:v>2831</c:v>
                </c:pt>
                <c:pt idx="2830">
                  <c:v>2832</c:v>
                </c:pt>
                <c:pt idx="2831">
                  <c:v>2833</c:v>
                </c:pt>
                <c:pt idx="2832">
                  <c:v>2834</c:v>
                </c:pt>
                <c:pt idx="2833">
                  <c:v>2835</c:v>
                </c:pt>
                <c:pt idx="2834">
                  <c:v>2836</c:v>
                </c:pt>
                <c:pt idx="2835">
                  <c:v>2837</c:v>
                </c:pt>
                <c:pt idx="2836">
                  <c:v>2838</c:v>
                </c:pt>
                <c:pt idx="2837">
                  <c:v>2839</c:v>
                </c:pt>
                <c:pt idx="2838">
                  <c:v>2840</c:v>
                </c:pt>
                <c:pt idx="2839">
                  <c:v>2841</c:v>
                </c:pt>
                <c:pt idx="2840">
                  <c:v>2842</c:v>
                </c:pt>
                <c:pt idx="2841">
                  <c:v>2843</c:v>
                </c:pt>
                <c:pt idx="2842">
                  <c:v>2844</c:v>
                </c:pt>
                <c:pt idx="2843">
                  <c:v>2845</c:v>
                </c:pt>
                <c:pt idx="2844">
                  <c:v>2846</c:v>
                </c:pt>
                <c:pt idx="2845">
                  <c:v>2847</c:v>
                </c:pt>
                <c:pt idx="2846">
                  <c:v>2848</c:v>
                </c:pt>
                <c:pt idx="2847">
                  <c:v>2849</c:v>
                </c:pt>
                <c:pt idx="2848">
                  <c:v>2850</c:v>
                </c:pt>
                <c:pt idx="2849">
                  <c:v>2851</c:v>
                </c:pt>
                <c:pt idx="2850">
                  <c:v>2852</c:v>
                </c:pt>
                <c:pt idx="2851">
                  <c:v>2853</c:v>
                </c:pt>
                <c:pt idx="2852">
                  <c:v>2854</c:v>
                </c:pt>
                <c:pt idx="2853">
                  <c:v>2855</c:v>
                </c:pt>
                <c:pt idx="2854">
                  <c:v>2856</c:v>
                </c:pt>
                <c:pt idx="2855">
                  <c:v>2857</c:v>
                </c:pt>
                <c:pt idx="2856">
                  <c:v>2858</c:v>
                </c:pt>
                <c:pt idx="2857">
                  <c:v>2859</c:v>
                </c:pt>
                <c:pt idx="2858">
                  <c:v>2860</c:v>
                </c:pt>
                <c:pt idx="2859">
                  <c:v>2861</c:v>
                </c:pt>
                <c:pt idx="2860">
                  <c:v>2862</c:v>
                </c:pt>
                <c:pt idx="2861">
                  <c:v>2863</c:v>
                </c:pt>
                <c:pt idx="2862">
                  <c:v>2864</c:v>
                </c:pt>
                <c:pt idx="2863">
                  <c:v>2865</c:v>
                </c:pt>
                <c:pt idx="2864">
                  <c:v>2866</c:v>
                </c:pt>
                <c:pt idx="2865">
                  <c:v>2867</c:v>
                </c:pt>
                <c:pt idx="2866">
                  <c:v>2868</c:v>
                </c:pt>
                <c:pt idx="2867">
                  <c:v>2869</c:v>
                </c:pt>
                <c:pt idx="2868">
                  <c:v>2870</c:v>
                </c:pt>
                <c:pt idx="2869">
                  <c:v>2871</c:v>
                </c:pt>
                <c:pt idx="2870">
                  <c:v>2872</c:v>
                </c:pt>
                <c:pt idx="2871">
                  <c:v>2873</c:v>
                </c:pt>
                <c:pt idx="2872">
                  <c:v>2874</c:v>
                </c:pt>
                <c:pt idx="2873">
                  <c:v>2875</c:v>
                </c:pt>
                <c:pt idx="2874">
                  <c:v>2876</c:v>
                </c:pt>
                <c:pt idx="2875">
                  <c:v>2877</c:v>
                </c:pt>
                <c:pt idx="2876">
                  <c:v>2878</c:v>
                </c:pt>
                <c:pt idx="2877">
                  <c:v>2879</c:v>
                </c:pt>
                <c:pt idx="2878">
                  <c:v>2880</c:v>
                </c:pt>
                <c:pt idx="2879">
                  <c:v>2881</c:v>
                </c:pt>
                <c:pt idx="2880">
                  <c:v>2882</c:v>
                </c:pt>
                <c:pt idx="2881">
                  <c:v>2883</c:v>
                </c:pt>
                <c:pt idx="2882">
                  <c:v>2884</c:v>
                </c:pt>
                <c:pt idx="2883">
                  <c:v>2885</c:v>
                </c:pt>
                <c:pt idx="2884">
                  <c:v>2886</c:v>
                </c:pt>
                <c:pt idx="2885">
                  <c:v>2887</c:v>
                </c:pt>
                <c:pt idx="2886">
                  <c:v>2888</c:v>
                </c:pt>
                <c:pt idx="2887">
                  <c:v>2889</c:v>
                </c:pt>
                <c:pt idx="2888">
                  <c:v>2890</c:v>
                </c:pt>
                <c:pt idx="2889">
                  <c:v>2891</c:v>
                </c:pt>
                <c:pt idx="2890">
                  <c:v>2892</c:v>
                </c:pt>
                <c:pt idx="2891">
                  <c:v>2893</c:v>
                </c:pt>
                <c:pt idx="2892">
                  <c:v>2894</c:v>
                </c:pt>
                <c:pt idx="2893">
                  <c:v>2895</c:v>
                </c:pt>
                <c:pt idx="2894">
                  <c:v>2896</c:v>
                </c:pt>
                <c:pt idx="2895">
                  <c:v>2897</c:v>
                </c:pt>
                <c:pt idx="2896">
                  <c:v>2898</c:v>
                </c:pt>
                <c:pt idx="2897">
                  <c:v>2899</c:v>
                </c:pt>
                <c:pt idx="2898">
                  <c:v>2900</c:v>
                </c:pt>
                <c:pt idx="2899">
                  <c:v>2901</c:v>
                </c:pt>
                <c:pt idx="2900">
                  <c:v>2902</c:v>
                </c:pt>
                <c:pt idx="2901">
                  <c:v>2903</c:v>
                </c:pt>
                <c:pt idx="2902">
                  <c:v>2904</c:v>
                </c:pt>
                <c:pt idx="2903">
                  <c:v>2905</c:v>
                </c:pt>
                <c:pt idx="2904">
                  <c:v>2906</c:v>
                </c:pt>
                <c:pt idx="2905">
                  <c:v>2907</c:v>
                </c:pt>
                <c:pt idx="2906">
                  <c:v>2908</c:v>
                </c:pt>
                <c:pt idx="2907">
                  <c:v>2909</c:v>
                </c:pt>
                <c:pt idx="2908">
                  <c:v>2910</c:v>
                </c:pt>
                <c:pt idx="2909">
                  <c:v>2911</c:v>
                </c:pt>
                <c:pt idx="2910">
                  <c:v>2912</c:v>
                </c:pt>
                <c:pt idx="2911">
                  <c:v>2913</c:v>
                </c:pt>
                <c:pt idx="2912">
                  <c:v>2914</c:v>
                </c:pt>
                <c:pt idx="2913">
                  <c:v>2915</c:v>
                </c:pt>
                <c:pt idx="2914">
                  <c:v>2916</c:v>
                </c:pt>
                <c:pt idx="2915">
                  <c:v>2917</c:v>
                </c:pt>
                <c:pt idx="2916">
                  <c:v>2918</c:v>
                </c:pt>
                <c:pt idx="2917">
                  <c:v>2919</c:v>
                </c:pt>
                <c:pt idx="2918">
                  <c:v>2920</c:v>
                </c:pt>
                <c:pt idx="2919">
                  <c:v>2921</c:v>
                </c:pt>
                <c:pt idx="2920">
                  <c:v>2922</c:v>
                </c:pt>
                <c:pt idx="2921">
                  <c:v>2923</c:v>
                </c:pt>
                <c:pt idx="2922">
                  <c:v>2924</c:v>
                </c:pt>
                <c:pt idx="2923">
                  <c:v>2925</c:v>
                </c:pt>
                <c:pt idx="2924">
                  <c:v>2926</c:v>
                </c:pt>
                <c:pt idx="2925">
                  <c:v>2927</c:v>
                </c:pt>
                <c:pt idx="2926">
                  <c:v>2928</c:v>
                </c:pt>
                <c:pt idx="2927">
                  <c:v>2929</c:v>
                </c:pt>
                <c:pt idx="2928">
                  <c:v>2930</c:v>
                </c:pt>
                <c:pt idx="2929">
                  <c:v>2931</c:v>
                </c:pt>
                <c:pt idx="2930">
                  <c:v>2932</c:v>
                </c:pt>
                <c:pt idx="2931">
                  <c:v>2933</c:v>
                </c:pt>
                <c:pt idx="2932">
                  <c:v>2934</c:v>
                </c:pt>
                <c:pt idx="2933">
                  <c:v>2935</c:v>
                </c:pt>
                <c:pt idx="2934">
                  <c:v>2936</c:v>
                </c:pt>
                <c:pt idx="2935">
                  <c:v>2937</c:v>
                </c:pt>
                <c:pt idx="2936">
                  <c:v>2938</c:v>
                </c:pt>
                <c:pt idx="2937">
                  <c:v>2939</c:v>
                </c:pt>
                <c:pt idx="2938">
                  <c:v>2940</c:v>
                </c:pt>
                <c:pt idx="2939">
                  <c:v>2941</c:v>
                </c:pt>
                <c:pt idx="2940">
                  <c:v>2942</c:v>
                </c:pt>
                <c:pt idx="2941">
                  <c:v>2943</c:v>
                </c:pt>
                <c:pt idx="2942">
                  <c:v>2944</c:v>
                </c:pt>
                <c:pt idx="2943">
                  <c:v>2945</c:v>
                </c:pt>
                <c:pt idx="2944">
                  <c:v>2946</c:v>
                </c:pt>
                <c:pt idx="2945">
                  <c:v>2947</c:v>
                </c:pt>
                <c:pt idx="2946">
                  <c:v>2948</c:v>
                </c:pt>
                <c:pt idx="2947">
                  <c:v>2949</c:v>
                </c:pt>
                <c:pt idx="2948">
                  <c:v>2950</c:v>
                </c:pt>
                <c:pt idx="2949">
                  <c:v>2951</c:v>
                </c:pt>
                <c:pt idx="2950">
                  <c:v>2952</c:v>
                </c:pt>
                <c:pt idx="2951">
                  <c:v>2953</c:v>
                </c:pt>
                <c:pt idx="2952">
                  <c:v>2954</c:v>
                </c:pt>
                <c:pt idx="2953">
                  <c:v>2955</c:v>
                </c:pt>
                <c:pt idx="2954">
                  <c:v>2956</c:v>
                </c:pt>
                <c:pt idx="2955">
                  <c:v>2957</c:v>
                </c:pt>
                <c:pt idx="2956">
                  <c:v>2958</c:v>
                </c:pt>
                <c:pt idx="2957">
                  <c:v>2959</c:v>
                </c:pt>
                <c:pt idx="2958">
                  <c:v>2960</c:v>
                </c:pt>
                <c:pt idx="2959">
                  <c:v>2961</c:v>
                </c:pt>
                <c:pt idx="2960">
                  <c:v>2962</c:v>
                </c:pt>
                <c:pt idx="2961">
                  <c:v>2963</c:v>
                </c:pt>
                <c:pt idx="2962">
                  <c:v>2964</c:v>
                </c:pt>
                <c:pt idx="2963">
                  <c:v>2965</c:v>
                </c:pt>
                <c:pt idx="2964">
                  <c:v>2966</c:v>
                </c:pt>
                <c:pt idx="2965">
                  <c:v>2967</c:v>
                </c:pt>
                <c:pt idx="2966">
                  <c:v>2968</c:v>
                </c:pt>
                <c:pt idx="2967">
                  <c:v>2969</c:v>
                </c:pt>
                <c:pt idx="2968">
                  <c:v>2970</c:v>
                </c:pt>
                <c:pt idx="2969">
                  <c:v>2971</c:v>
                </c:pt>
                <c:pt idx="2970">
                  <c:v>2972</c:v>
                </c:pt>
                <c:pt idx="2971">
                  <c:v>2973</c:v>
                </c:pt>
                <c:pt idx="2972">
                  <c:v>2974</c:v>
                </c:pt>
                <c:pt idx="2973">
                  <c:v>2975</c:v>
                </c:pt>
                <c:pt idx="2974">
                  <c:v>2976</c:v>
                </c:pt>
                <c:pt idx="2975">
                  <c:v>2977</c:v>
                </c:pt>
                <c:pt idx="2976">
                  <c:v>2978</c:v>
                </c:pt>
                <c:pt idx="2977">
                  <c:v>2979</c:v>
                </c:pt>
                <c:pt idx="2978">
                  <c:v>2980</c:v>
                </c:pt>
                <c:pt idx="2979">
                  <c:v>2981</c:v>
                </c:pt>
                <c:pt idx="2980">
                  <c:v>2982</c:v>
                </c:pt>
                <c:pt idx="2981">
                  <c:v>2983</c:v>
                </c:pt>
                <c:pt idx="2982">
                  <c:v>2984</c:v>
                </c:pt>
                <c:pt idx="2983">
                  <c:v>2985</c:v>
                </c:pt>
                <c:pt idx="2984">
                  <c:v>2986</c:v>
                </c:pt>
                <c:pt idx="2985">
                  <c:v>2987</c:v>
                </c:pt>
                <c:pt idx="2986">
                  <c:v>2988</c:v>
                </c:pt>
                <c:pt idx="2987">
                  <c:v>2989</c:v>
                </c:pt>
                <c:pt idx="2988">
                  <c:v>2990</c:v>
                </c:pt>
                <c:pt idx="2989">
                  <c:v>2991</c:v>
                </c:pt>
                <c:pt idx="2990">
                  <c:v>2992</c:v>
                </c:pt>
                <c:pt idx="2991">
                  <c:v>2993</c:v>
                </c:pt>
                <c:pt idx="2992">
                  <c:v>2994</c:v>
                </c:pt>
                <c:pt idx="2993">
                  <c:v>2995</c:v>
                </c:pt>
                <c:pt idx="2994">
                  <c:v>2996</c:v>
                </c:pt>
                <c:pt idx="2995">
                  <c:v>2997</c:v>
                </c:pt>
                <c:pt idx="2996">
                  <c:v>2998</c:v>
                </c:pt>
                <c:pt idx="2997">
                  <c:v>2999</c:v>
                </c:pt>
                <c:pt idx="2998">
                  <c:v>3000</c:v>
                </c:pt>
                <c:pt idx="2999">
                  <c:v>3001</c:v>
                </c:pt>
                <c:pt idx="3000">
                  <c:v>3002</c:v>
                </c:pt>
                <c:pt idx="3001">
                  <c:v>3003</c:v>
                </c:pt>
                <c:pt idx="3002">
                  <c:v>3004</c:v>
                </c:pt>
                <c:pt idx="3003">
                  <c:v>3005</c:v>
                </c:pt>
                <c:pt idx="3004">
                  <c:v>3006</c:v>
                </c:pt>
                <c:pt idx="3005">
                  <c:v>3007</c:v>
                </c:pt>
                <c:pt idx="3006">
                  <c:v>3008</c:v>
                </c:pt>
                <c:pt idx="3007">
                  <c:v>3009</c:v>
                </c:pt>
                <c:pt idx="3008">
                  <c:v>3010</c:v>
                </c:pt>
                <c:pt idx="3009">
                  <c:v>3011</c:v>
                </c:pt>
                <c:pt idx="3010">
                  <c:v>3012</c:v>
                </c:pt>
                <c:pt idx="3011">
                  <c:v>3013</c:v>
                </c:pt>
                <c:pt idx="3012">
                  <c:v>3014</c:v>
                </c:pt>
                <c:pt idx="3013">
                  <c:v>3015</c:v>
                </c:pt>
                <c:pt idx="3014">
                  <c:v>3016</c:v>
                </c:pt>
                <c:pt idx="3015">
                  <c:v>3017</c:v>
                </c:pt>
                <c:pt idx="3016">
                  <c:v>3018</c:v>
                </c:pt>
                <c:pt idx="3017">
                  <c:v>3019</c:v>
                </c:pt>
                <c:pt idx="3018">
                  <c:v>3020</c:v>
                </c:pt>
                <c:pt idx="3019">
                  <c:v>3021</c:v>
                </c:pt>
                <c:pt idx="3020">
                  <c:v>3022</c:v>
                </c:pt>
                <c:pt idx="3021">
                  <c:v>3023</c:v>
                </c:pt>
                <c:pt idx="3022">
                  <c:v>3024</c:v>
                </c:pt>
                <c:pt idx="3023">
                  <c:v>3025</c:v>
                </c:pt>
                <c:pt idx="3024">
                  <c:v>3026</c:v>
                </c:pt>
                <c:pt idx="3025">
                  <c:v>3027</c:v>
                </c:pt>
                <c:pt idx="3026">
                  <c:v>3028</c:v>
                </c:pt>
                <c:pt idx="3027">
                  <c:v>3029</c:v>
                </c:pt>
                <c:pt idx="3028">
                  <c:v>3030</c:v>
                </c:pt>
                <c:pt idx="3029">
                  <c:v>3031</c:v>
                </c:pt>
                <c:pt idx="3030">
                  <c:v>3032</c:v>
                </c:pt>
                <c:pt idx="3031">
                  <c:v>3033</c:v>
                </c:pt>
                <c:pt idx="3032">
                  <c:v>3034</c:v>
                </c:pt>
                <c:pt idx="3033">
                  <c:v>3035</c:v>
                </c:pt>
                <c:pt idx="3034">
                  <c:v>3036</c:v>
                </c:pt>
                <c:pt idx="3035">
                  <c:v>3037</c:v>
                </c:pt>
                <c:pt idx="3036">
                  <c:v>3038</c:v>
                </c:pt>
                <c:pt idx="3037">
                  <c:v>3039</c:v>
                </c:pt>
                <c:pt idx="3038">
                  <c:v>3040</c:v>
                </c:pt>
                <c:pt idx="3039">
                  <c:v>3041</c:v>
                </c:pt>
                <c:pt idx="3040">
                  <c:v>3042</c:v>
                </c:pt>
                <c:pt idx="3041">
                  <c:v>3043</c:v>
                </c:pt>
                <c:pt idx="3042">
                  <c:v>3044</c:v>
                </c:pt>
                <c:pt idx="3043">
                  <c:v>3045</c:v>
                </c:pt>
                <c:pt idx="3044">
                  <c:v>3046</c:v>
                </c:pt>
                <c:pt idx="3045">
                  <c:v>3047</c:v>
                </c:pt>
                <c:pt idx="3046">
                  <c:v>3048</c:v>
                </c:pt>
                <c:pt idx="3047">
                  <c:v>3049</c:v>
                </c:pt>
                <c:pt idx="3048">
                  <c:v>3050</c:v>
                </c:pt>
                <c:pt idx="3049">
                  <c:v>3051</c:v>
                </c:pt>
                <c:pt idx="3050">
                  <c:v>3052</c:v>
                </c:pt>
                <c:pt idx="3051">
                  <c:v>3053</c:v>
                </c:pt>
                <c:pt idx="3052">
                  <c:v>3054</c:v>
                </c:pt>
                <c:pt idx="3053">
                  <c:v>3055</c:v>
                </c:pt>
                <c:pt idx="3054">
                  <c:v>3056</c:v>
                </c:pt>
                <c:pt idx="3055">
                  <c:v>3057</c:v>
                </c:pt>
                <c:pt idx="3056">
                  <c:v>3058</c:v>
                </c:pt>
                <c:pt idx="3057">
                  <c:v>3059</c:v>
                </c:pt>
                <c:pt idx="3058">
                  <c:v>3060</c:v>
                </c:pt>
                <c:pt idx="3059">
                  <c:v>3061</c:v>
                </c:pt>
                <c:pt idx="3060">
                  <c:v>3062</c:v>
                </c:pt>
                <c:pt idx="3061">
                  <c:v>3063</c:v>
                </c:pt>
                <c:pt idx="3062">
                  <c:v>3064</c:v>
                </c:pt>
                <c:pt idx="3063">
                  <c:v>3065</c:v>
                </c:pt>
                <c:pt idx="3064">
                  <c:v>3066</c:v>
                </c:pt>
                <c:pt idx="3065">
                  <c:v>3067</c:v>
                </c:pt>
                <c:pt idx="3066">
                  <c:v>3068</c:v>
                </c:pt>
                <c:pt idx="3067">
                  <c:v>3069</c:v>
                </c:pt>
                <c:pt idx="3068">
                  <c:v>3070</c:v>
                </c:pt>
                <c:pt idx="3069">
                  <c:v>3071</c:v>
                </c:pt>
                <c:pt idx="3070">
                  <c:v>3072</c:v>
                </c:pt>
                <c:pt idx="3071">
                  <c:v>3073</c:v>
                </c:pt>
                <c:pt idx="3072">
                  <c:v>3074</c:v>
                </c:pt>
                <c:pt idx="3073">
                  <c:v>3075</c:v>
                </c:pt>
                <c:pt idx="3074">
                  <c:v>3076</c:v>
                </c:pt>
                <c:pt idx="3075">
                  <c:v>3077</c:v>
                </c:pt>
                <c:pt idx="3076">
                  <c:v>3078</c:v>
                </c:pt>
                <c:pt idx="3077">
                  <c:v>3079</c:v>
                </c:pt>
                <c:pt idx="3078">
                  <c:v>3080</c:v>
                </c:pt>
                <c:pt idx="3079">
                  <c:v>3081</c:v>
                </c:pt>
                <c:pt idx="3080">
                  <c:v>3082</c:v>
                </c:pt>
                <c:pt idx="3081">
                  <c:v>3083</c:v>
                </c:pt>
                <c:pt idx="3082">
                  <c:v>3084</c:v>
                </c:pt>
                <c:pt idx="3083">
                  <c:v>3085</c:v>
                </c:pt>
                <c:pt idx="3084">
                  <c:v>3086</c:v>
                </c:pt>
                <c:pt idx="3085">
                  <c:v>3087</c:v>
                </c:pt>
                <c:pt idx="3086">
                  <c:v>3088</c:v>
                </c:pt>
                <c:pt idx="3087">
                  <c:v>3089</c:v>
                </c:pt>
                <c:pt idx="3088">
                  <c:v>3090</c:v>
                </c:pt>
                <c:pt idx="3089">
                  <c:v>3091</c:v>
                </c:pt>
                <c:pt idx="3090">
                  <c:v>3092</c:v>
                </c:pt>
                <c:pt idx="3091">
                  <c:v>3093</c:v>
                </c:pt>
                <c:pt idx="3092">
                  <c:v>3094</c:v>
                </c:pt>
                <c:pt idx="3093">
                  <c:v>3095</c:v>
                </c:pt>
                <c:pt idx="3094">
                  <c:v>3096</c:v>
                </c:pt>
                <c:pt idx="3095">
                  <c:v>3097</c:v>
                </c:pt>
                <c:pt idx="3096">
                  <c:v>3098</c:v>
                </c:pt>
                <c:pt idx="3097">
                  <c:v>3099</c:v>
                </c:pt>
                <c:pt idx="3098">
                  <c:v>3100</c:v>
                </c:pt>
                <c:pt idx="3099">
                  <c:v>3101</c:v>
                </c:pt>
                <c:pt idx="3100">
                  <c:v>3102</c:v>
                </c:pt>
                <c:pt idx="3101">
                  <c:v>3103</c:v>
                </c:pt>
                <c:pt idx="3102">
                  <c:v>3104</c:v>
                </c:pt>
                <c:pt idx="3103">
                  <c:v>3105</c:v>
                </c:pt>
                <c:pt idx="3104">
                  <c:v>3106</c:v>
                </c:pt>
                <c:pt idx="3105">
                  <c:v>3107</c:v>
                </c:pt>
                <c:pt idx="3106">
                  <c:v>3108</c:v>
                </c:pt>
                <c:pt idx="3107">
                  <c:v>3109</c:v>
                </c:pt>
                <c:pt idx="3108">
                  <c:v>3110</c:v>
                </c:pt>
                <c:pt idx="3109">
                  <c:v>3111</c:v>
                </c:pt>
                <c:pt idx="3110">
                  <c:v>3112</c:v>
                </c:pt>
                <c:pt idx="3111">
                  <c:v>3113</c:v>
                </c:pt>
                <c:pt idx="3112">
                  <c:v>3114</c:v>
                </c:pt>
                <c:pt idx="3113">
                  <c:v>3115</c:v>
                </c:pt>
                <c:pt idx="3114">
                  <c:v>3116</c:v>
                </c:pt>
                <c:pt idx="3115">
                  <c:v>3117</c:v>
                </c:pt>
                <c:pt idx="3116">
                  <c:v>3118</c:v>
                </c:pt>
                <c:pt idx="3117">
                  <c:v>3119</c:v>
                </c:pt>
                <c:pt idx="3118">
                  <c:v>3120</c:v>
                </c:pt>
                <c:pt idx="3119">
                  <c:v>3121</c:v>
                </c:pt>
                <c:pt idx="3120">
                  <c:v>3122</c:v>
                </c:pt>
                <c:pt idx="3121">
                  <c:v>3123</c:v>
                </c:pt>
                <c:pt idx="3122">
                  <c:v>3124</c:v>
                </c:pt>
                <c:pt idx="3123">
                  <c:v>3125</c:v>
                </c:pt>
                <c:pt idx="3124">
                  <c:v>3126</c:v>
                </c:pt>
                <c:pt idx="3125">
                  <c:v>3127</c:v>
                </c:pt>
                <c:pt idx="3126">
                  <c:v>3128</c:v>
                </c:pt>
                <c:pt idx="3127">
                  <c:v>3129</c:v>
                </c:pt>
                <c:pt idx="3128">
                  <c:v>3130</c:v>
                </c:pt>
                <c:pt idx="3129">
                  <c:v>3131</c:v>
                </c:pt>
                <c:pt idx="3130">
                  <c:v>3132</c:v>
                </c:pt>
                <c:pt idx="3131">
                  <c:v>3133</c:v>
                </c:pt>
                <c:pt idx="3132">
                  <c:v>3134</c:v>
                </c:pt>
                <c:pt idx="3133">
                  <c:v>3135</c:v>
                </c:pt>
                <c:pt idx="3134">
                  <c:v>3136</c:v>
                </c:pt>
                <c:pt idx="3135">
                  <c:v>3137</c:v>
                </c:pt>
                <c:pt idx="3136">
                  <c:v>3138</c:v>
                </c:pt>
                <c:pt idx="3137">
                  <c:v>3139</c:v>
                </c:pt>
                <c:pt idx="3138">
                  <c:v>3140</c:v>
                </c:pt>
                <c:pt idx="3139">
                  <c:v>3141</c:v>
                </c:pt>
                <c:pt idx="3140">
                  <c:v>3142</c:v>
                </c:pt>
                <c:pt idx="3141">
                  <c:v>3143</c:v>
                </c:pt>
                <c:pt idx="3142">
                  <c:v>3144</c:v>
                </c:pt>
                <c:pt idx="3143">
                  <c:v>3145</c:v>
                </c:pt>
                <c:pt idx="3144">
                  <c:v>3146</c:v>
                </c:pt>
                <c:pt idx="3145">
                  <c:v>3147</c:v>
                </c:pt>
                <c:pt idx="3146">
                  <c:v>3148</c:v>
                </c:pt>
                <c:pt idx="3147">
                  <c:v>3149</c:v>
                </c:pt>
                <c:pt idx="3148">
                  <c:v>3150</c:v>
                </c:pt>
                <c:pt idx="3149">
                  <c:v>3151</c:v>
                </c:pt>
                <c:pt idx="3150">
                  <c:v>3152</c:v>
                </c:pt>
                <c:pt idx="3151">
                  <c:v>3153</c:v>
                </c:pt>
                <c:pt idx="3152">
                  <c:v>3154</c:v>
                </c:pt>
                <c:pt idx="3153">
                  <c:v>3155</c:v>
                </c:pt>
                <c:pt idx="3154">
                  <c:v>3156</c:v>
                </c:pt>
                <c:pt idx="3155">
                  <c:v>3157</c:v>
                </c:pt>
                <c:pt idx="3156">
                  <c:v>3158</c:v>
                </c:pt>
                <c:pt idx="3157">
                  <c:v>3159</c:v>
                </c:pt>
                <c:pt idx="3158">
                  <c:v>3160</c:v>
                </c:pt>
                <c:pt idx="3159">
                  <c:v>3161</c:v>
                </c:pt>
                <c:pt idx="3160">
                  <c:v>3162</c:v>
                </c:pt>
                <c:pt idx="3161">
                  <c:v>3163</c:v>
                </c:pt>
                <c:pt idx="3162">
                  <c:v>3164</c:v>
                </c:pt>
                <c:pt idx="3163">
                  <c:v>3165</c:v>
                </c:pt>
                <c:pt idx="3164">
                  <c:v>3166</c:v>
                </c:pt>
                <c:pt idx="3165">
                  <c:v>3167</c:v>
                </c:pt>
                <c:pt idx="3166">
                  <c:v>3168</c:v>
                </c:pt>
                <c:pt idx="3167">
                  <c:v>3169</c:v>
                </c:pt>
                <c:pt idx="3168">
                  <c:v>3170</c:v>
                </c:pt>
                <c:pt idx="3169">
                  <c:v>3171</c:v>
                </c:pt>
                <c:pt idx="3170">
                  <c:v>3172</c:v>
                </c:pt>
                <c:pt idx="3171">
                  <c:v>3173</c:v>
                </c:pt>
                <c:pt idx="3172">
                  <c:v>3174</c:v>
                </c:pt>
                <c:pt idx="3173">
                  <c:v>3175</c:v>
                </c:pt>
                <c:pt idx="3174">
                  <c:v>3176</c:v>
                </c:pt>
                <c:pt idx="3175">
                  <c:v>3177</c:v>
                </c:pt>
                <c:pt idx="3176">
                  <c:v>3178</c:v>
                </c:pt>
                <c:pt idx="3177">
                  <c:v>3179</c:v>
                </c:pt>
                <c:pt idx="3178">
                  <c:v>3180</c:v>
                </c:pt>
                <c:pt idx="3179">
                  <c:v>3181</c:v>
                </c:pt>
                <c:pt idx="3180">
                  <c:v>3182</c:v>
                </c:pt>
                <c:pt idx="3181">
                  <c:v>3183</c:v>
                </c:pt>
                <c:pt idx="3182">
                  <c:v>3184</c:v>
                </c:pt>
                <c:pt idx="3183">
                  <c:v>3185</c:v>
                </c:pt>
                <c:pt idx="3184">
                  <c:v>3186</c:v>
                </c:pt>
                <c:pt idx="3185">
                  <c:v>3187</c:v>
                </c:pt>
                <c:pt idx="3186">
                  <c:v>3188</c:v>
                </c:pt>
                <c:pt idx="3187">
                  <c:v>3189</c:v>
                </c:pt>
                <c:pt idx="3188">
                  <c:v>3190</c:v>
                </c:pt>
                <c:pt idx="3189">
                  <c:v>3191</c:v>
                </c:pt>
                <c:pt idx="3190">
                  <c:v>3192</c:v>
                </c:pt>
                <c:pt idx="3191">
                  <c:v>3193</c:v>
                </c:pt>
                <c:pt idx="3192">
                  <c:v>3194</c:v>
                </c:pt>
                <c:pt idx="3193">
                  <c:v>3195</c:v>
                </c:pt>
                <c:pt idx="3194">
                  <c:v>3196</c:v>
                </c:pt>
                <c:pt idx="3195">
                  <c:v>3197</c:v>
                </c:pt>
                <c:pt idx="3196">
                  <c:v>3198</c:v>
                </c:pt>
                <c:pt idx="3197">
                  <c:v>3199</c:v>
                </c:pt>
                <c:pt idx="3198">
                  <c:v>3200</c:v>
                </c:pt>
                <c:pt idx="3199">
                  <c:v>3201</c:v>
                </c:pt>
                <c:pt idx="3200">
                  <c:v>3202</c:v>
                </c:pt>
                <c:pt idx="3201">
                  <c:v>3203</c:v>
                </c:pt>
                <c:pt idx="3202">
                  <c:v>3204</c:v>
                </c:pt>
                <c:pt idx="3203">
                  <c:v>3205</c:v>
                </c:pt>
                <c:pt idx="3204">
                  <c:v>3206</c:v>
                </c:pt>
                <c:pt idx="3205">
                  <c:v>3207</c:v>
                </c:pt>
                <c:pt idx="3206">
                  <c:v>3208</c:v>
                </c:pt>
                <c:pt idx="3207">
                  <c:v>3209</c:v>
                </c:pt>
                <c:pt idx="3208">
                  <c:v>3210</c:v>
                </c:pt>
                <c:pt idx="3209">
                  <c:v>3211</c:v>
                </c:pt>
                <c:pt idx="3210">
                  <c:v>3212</c:v>
                </c:pt>
                <c:pt idx="3211">
                  <c:v>3213</c:v>
                </c:pt>
                <c:pt idx="3212">
                  <c:v>3214</c:v>
                </c:pt>
                <c:pt idx="3213">
                  <c:v>3215</c:v>
                </c:pt>
                <c:pt idx="3214">
                  <c:v>3216</c:v>
                </c:pt>
                <c:pt idx="3215">
                  <c:v>3217</c:v>
                </c:pt>
                <c:pt idx="3216">
                  <c:v>3218</c:v>
                </c:pt>
                <c:pt idx="3217">
                  <c:v>3219</c:v>
                </c:pt>
                <c:pt idx="3218">
                  <c:v>3220</c:v>
                </c:pt>
                <c:pt idx="3219">
                  <c:v>3221</c:v>
                </c:pt>
                <c:pt idx="3220">
                  <c:v>3222</c:v>
                </c:pt>
                <c:pt idx="3221">
                  <c:v>3223</c:v>
                </c:pt>
                <c:pt idx="3222">
                  <c:v>3224</c:v>
                </c:pt>
                <c:pt idx="3223">
                  <c:v>3225</c:v>
                </c:pt>
                <c:pt idx="3224">
                  <c:v>3226</c:v>
                </c:pt>
                <c:pt idx="3225">
                  <c:v>3227</c:v>
                </c:pt>
                <c:pt idx="3226">
                  <c:v>3228</c:v>
                </c:pt>
                <c:pt idx="3227">
                  <c:v>3229</c:v>
                </c:pt>
                <c:pt idx="3228">
                  <c:v>3230</c:v>
                </c:pt>
                <c:pt idx="3229">
                  <c:v>3231</c:v>
                </c:pt>
                <c:pt idx="3230">
                  <c:v>3232</c:v>
                </c:pt>
                <c:pt idx="3231">
                  <c:v>3233</c:v>
                </c:pt>
                <c:pt idx="3232">
                  <c:v>3234</c:v>
                </c:pt>
                <c:pt idx="3233">
                  <c:v>3235</c:v>
                </c:pt>
                <c:pt idx="3234">
                  <c:v>3236</c:v>
                </c:pt>
                <c:pt idx="3235">
                  <c:v>3237</c:v>
                </c:pt>
                <c:pt idx="3236">
                  <c:v>3238</c:v>
                </c:pt>
                <c:pt idx="3237">
                  <c:v>3239</c:v>
                </c:pt>
                <c:pt idx="3238">
                  <c:v>3240</c:v>
                </c:pt>
                <c:pt idx="3239">
                  <c:v>3241</c:v>
                </c:pt>
                <c:pt idx="3240">
                  <c:v>3242</c:v>
                </c:pt>
                <c:pt idx="3241">
                  <c:v>3243</c:v>
                </c:pt>
                <c:pt idx="3242">
                  <c:v>3244</c:v>
                </c:pt>
                <c:pt idx="3243">
                  <c:v>3245</c:v>
                </c:pt>
                <c:pt idx="3244">
                  <c:v>3246</c:v>
                </c:pt>
                <c:pt idx="3245">
                  <c:v>3247</c:v>
                </c:pt>
                <c:pt idx="3246">
                  <c:v>3248</c:v>
                </c:pt>
                <c:pt idx="3247">
                  <c:v>3249</c:v>
                </c:pt>
                <c:pt idx="3248">
                  <c:v>3250</c:v>
                </c:pt>
                <c:pt idx="3249">
                  <c:v>3251</c:v>
                </c:pt>
                <c:pt idx="3250">
                  <c:v>3252</c:v>
                </c:pt>
                <c:pt idx="3251">
                  <c:v>3253</c:v>
                </c:pt>
                <c:pt idx="3252">
                  <c:v>3254</c:v>
                </c:pt>
                <c:pt idx="3253">
                  <c:v>3255</c:v>
                </c:pt>
                <c:pt idx="3254">
                  <c:v>3256</c:v>
                </c:pt>
                <c:pt idx="3255">
                  <c:v>3257</c:v>
                </c:pt>
                <c:pt idx="3256">
                  <c:v>3258</c:v>
                </c:pt>
                <c:pt idx="3257">
                  <c:v>3259</c:v>
                </c:pt>
                <c:pt idx="3258">
                  <c:v>3260</c:v>
                </c:pt>
                <c:pt idx="3259">
                  <c:v>3261</c:v>
                </c:pt>
                <c:pt idx="3260">
                  <c:v>3262</c:v>
                </c:pt>
                <c:pt idx="3261">
                  <c:v>3263</c:v>
                </c:pt>
                <c:pt idx="3262">
                  <c:v>3264</c:v>
                </c:pt>
                <c:pt idx="3263">
                  <c:v>3265</c:v>
                </c:pt>
                <c:pt idx="3264">
                  <c:v>3266</c:v>
                </c:pt>
                <c:pt idx="3265">
                  <c:v>3267</c:v>
                </c:pt>
                <c:pt idx="3266">
                  <c:v>3268</c:v>
                </c:pt>
                <c:pt idx="3267">
                  <c:v>3269</c:v>
                </c:pt>
                <c:pt idx="3268">
                  <c:v>3270</c:v>
                </c:pt>
                <c:pt idx="3269">
                  <c:v>3271</c:v>
                </c:pt>
                <c:pt idx="3270">
                  <c:v>3272</c:v>
                </c:pt>
                <c:pt idx="3271">
                  <c:v>3273</c:v>
                </c:pt>
                <c:pt idx="3272">
                  <c:v>3274</c:v>
                </c:pt>
                <c:pt idx="3273">
                  <c:v>3275</c:v>
                </c:pt>
                <c:pt idx="3274">
                  <c:v>3276</c:v>
                </c:pt>
                <c:pt idx="3275">
                  <c:v>3277</c:v>
                </c:pt>
                <c:pt idx="3276">
                  <c:v>3278</c:v>
                </c:pt>
                <c:pt idx="3277">
                  <c:v>3279</c:v>
                </c:pt>
                <c:pt idx="3278">
                  <c:v>3280</c:v>
                </c:pt>
                <c:pt idx="3279">
                  <c:v>3281</c:v>
                </c:pt>
                <c:pt idx="3280">
                  <c:v>3282</c:v>
                </c:pt>
                <c:pt idx="3281">
                  <c:v>3283</c:v>
                </c:pt>
                <c:pt idx="3282">
                  <c:v>3284</c:v>
                </c:pt>
                <c:pt idx="3283">
                  <c:v>3285</c:v>
                </c:pt>
                <c:pt idx="3284">
                  <c:v>3286</c:v>
                </c:pt>
                <c:pt idx="3285">
                  <c:v>3287</c:v>
                </c:pt>
                <c:pt idx="3286">
                  <c:v>3288</c:v>
                </c:pt>
                <c:pt idx="3287">
                  <c:v>3289</c:v>
                </c:pt>
                <c:pt idx="3288">
                  <c:v>3290</c:v>
                </c:pt>
                <c:pt idx="3289">
                  <c:v>3291</c:v>
                </c:pt>
                <c:pt idx="3290">
                  <c:v>3292</c:v>
                </c:pt>
                <c:pt idx="3291">
                  <c:v>3293</c:v>
                </c:pt>
                <c:pt idx="3292">
                  <c:v>3294</c:v>
                </c:pt>
                <c:pt idx="3293">
                  <c:v>3295</c:v>
                </c:pt>
                <c:pt idx="3294">
                  <c:v>3296</c:v>
                </c:pt>
                <c:pt idx="3295">
                  <c:v>3297</c:v>
                </c:pt>
                <c:pt idx="3296">
                  <c:v>3298</c:v>
                </c:pt>
                <c:pt idx="3297">
                  <c:v>3299</c:v>
                </c:pt>
                <c:pt idx="3298">
                  <c:v>3300</c:v>
                </c:pt>
                <c:pt idx="3299">
                  <c:v>3301</c:v>
                </c:pt>
                <c:pt idx="3300">
                  <c:v>3302</c:v>
                </c:pt>
                <c:pt idx="3301">
                  <c:v>3303</c:v>
                </c:pt>
                <c:pt idx="3302">
                  <c:v>3304</c:v>
                </c:pt>
                <c:pt idx="3303">
                  <c:v>3305</c:v>
                </c:pt>
                <c:pt idx="3304">
                  <c:v>3306</c:v>
                </c:pt>
                <c:pt idx="3305">
                  <c:v>3307</c:v>
                </c:pt>
                <c:pt idx="3306">
                  <c:v>3308</c:v>
                </c:pt>
                <c:pt idx="3307">
                  <c:v>3309</c:v>
                </c:pt>
                <c:pt idx="3308">
                  <c:v>3310</c:v>
                </c:pt>
                <c:pt idx="3309">
                  <c:v>3311</c:v>
                </c:pt>
                <c:pt idx="3310">
                  <c:v>3312</c:v>
                </c:pt>
                <c:pt idx="3311">
                  <c:v>3313</c:v>
                </c:pt>
                <c:pt idx="3312">
                  <c:v>3314</c:v>
                </c:pt>
                <c:pt idx="3313">
                  <c:v>3315</c:v>
                </c:pt>
                <c:pt idx="3314">
                  <c:v>3316</c:v>
                </c:pt>
                <c:pt idx="3315">
                  <c:v>3317</c:v>
                </c:pt>
                <c:pt idx="3316">
                  <c:v>3318</c:v>
                </c:pt>
                <c:pt idx="3317">
                  <c:v>3319</c:v>
                </c:pt>
                <c:pt idx="3318">
                  <c:v>3320</c:v>
                </c:pt>
                <c:pt idx="3319">
                  <c:v>3321</c:v>
                </c:pt>
                <c:pt idx="3320">
                  <c:v>3322</c:v>
                </c:pt>
                <c:pt idx="3321">
                  <c:v>3323</c:v>
                </c:pt>
                <c:pt idx="3322">
                  <c:v>3324</c:v>
                </c:pt>
                <c:pt idx="3323">
                  <c:v>3325</c:v>
                </c:pt>
                <c:pt idx="3324">
                  <c:v>3326</c:v>
                </c:pt>
                <c:pt idx="3325">
                  <c:v>3327</c:v>
                </c:pt>
                <c:pt idx="3326">
                  <c:v>3328</c:v>
                </c:pt>
                <c:pt idx="3327">
                  <c:v>3329</c:v>
                </c:pt>
                <c:pt idx="3328">
                  <c:v>3330</c:v>
                </c:pt>
                <c:pt idx="3329">
                  <c:v>3331</c:v>
                </c:pt>
                <c:pt idx="3330">
                  <c:v>3332</c:v>
                </c:pt>
                <c:pt idx="3331">
                  <c:v>3333</c:v>
                </c:pt>
                <c:pt idx="3332">
                  <c:v>3334</c:v>
                </c:pt>
                <c:pt idx="3333">
                  <c:v>3335</c:v>
                </c:pt>
                <c:pt idx="3334">
                  <c:v>3336</c:v>
                </c:pt>
                <c:pt idx="3335">
                  <c:v>3337</c:v>
                </c:pt>
                <c:pt idx="3336">
                  <c:v>3338</c:v>
                </c:pt>
                <c:pt idx="3337">
                  <c:v>3339</c:v>
                </c:pt>
                <c:pt idx="3338">
                  <c:v>3340</c:v>
                </c:pt>
                <c:pt idx="3339">
                  <c:v>3341</c:v>
                </c:pt>
                <c:pt idx="3340">
                  <c:v>3342</c:v>
                </c:pt>
                <c:pt idx="3341">
                  <c:v>3343</c:v>
                </c:pt>
                <c:pt idx="3342">
                  <c:v>3344</c:v>
                </c:pt>
                <c:pt idx="3343">
                  <c:v>3345</c:v>
                </c:pt>
                <c:pt idx="3344">
                  <c:v>3346</c:v>
                </c:pt>
                <c:pt idx="3345">
                  <c:v>3347</c:v>
                </c:pt>
                <c:pt idx="3346">
                  <c:v>3348</c:v>
                </c:pt>
                <c:pt idx="3347">
                  <c:v>3349</c:v>
                </c:pt>
                <c:pt idx="3348">
                  <c:v>3350</c:v>
                </c:pt>
                <c:pt idx="3349">
                  <c:v>3351</c:v>
                </c:pt>
                <c:pt idx="3350">
                  <c:v>3352</c:v>
                </c:pt>
                <c:pt idx="3351">
                  <c:v>3353</c:v>
                </c:pt>
                <c:pt idx="3352">
                  <c:v>3354</c:v>
                </c:pt>
                <c:pt idx="3353">
                  <c:v>3355</c:v>
                </c:pt>
                <c:pt idx="3354">
                  <c:v>3356</c:v>
                </c:pt>
                <c:pt idx="3355">
                  <c:v>3357</c:v>
                </c:pt>
                <c:pt idx="3356">
                  <c:v>3358</c:v>
                </c:pt>
                <c:pt idx="3357">
                  <c:v>3359</c:v>
                </c:pt>
                <c:pt idx="3358">
                  <c:v>3360</c:v>
                </c:pt>
                <c:pt idx="3359">
                  <c:v>3361</c:v>
                </c:pt>
                <c:pt idx="3360">
                  <c:v>3362</c:v>
                </c:pt>
                <c:pt idx="3361">
                  <c:v>3363</c:v>
                </c:pt>
                <c:pt idx="3362">
                  <c:v>3364</c:v>
                </c:pt>
                <c:pt idx="3363">
                  <c:v>3365</c:v>
                </c:pt>
                <c:pt idx="3364">
                  <c:v>3366</c:v>
                </c:pt>
                <c:pt idx="3365">
                  <c:v>3367</c:v>
                </c:pt>
                <c:pt idx="3366">
                  <c:v>3368</c:v>
                </c:pt>
                <c:pt idx="3367">
                  <c:v>3369</c:v>
                </c:pt>
                <c:pt idx="3368">
                  <c:v>3370</c:v>
                </c:pt>
                <c:pt idx="3369">
                  <c:v>3371</c:v>
                </c:pt>
                <c:pt idx="3370">
                  <c:v>3372</c:v>
                </c:pt>
                <c:pt idx="3371">
                  <c:v>3373</c:v>
                </c:pt>
                <c:pt idx="3372">
                  <c:v>3374</c:v>
                </c:pt>
                <c:pt idx="3373">
                  <c:v>3375</c:v>
                </c:pt>
                <c:pt idx="3374">
                  <c:v>3376</c:v>
                </c:pt>
                <c:pt idx="3375">
                  <c:v>3377</c:v>
                </c:pt>
                <c:pt idx="3376">
                  <c:v>3378</c:v>
                </c:pt>
                <c:pt idx="3377">
                  <c:v>3379</c:v>
                </c:pt>
                <c:pt idx="3378">
                  <c:v>3380</c:v>
                </c:pt>
                <c:pt idx="3379">
                  <c:v>3381</c:v>
                </c:pt>
                <c:pt idx="3380">
                  <c:v>3382</c:v>
                </c:pt>
                <c:pt idx="3381">
                  <c:v>3383</c:v>
                </c:pt>
                <c:pt idx="3382">
                  <c:v>3384</c:v>
                </c:pt>
                <c:pt idx="3383">
                  <c:v>3385</c:v>
                </c:pt>
                <c:pt idx="3384">
                  <c:v>3386</c:v>
                </c:pt>
                <c:pt idx="3385">
                  <c:v>3387</c:v>
                </c:pt>
                <c:pt idx="3386">
                  <c:v>3388</c:v>
                </c:pt>
                <c:pt idx="3387">
                  <c:v>3389</c:v>
                </c:pt>
                <c:pt idx="3388">
                  <c:v>3390</c:v>
                </c:pt>
                <c:pt idx="3389">
                  <c:v>3391</c:v>
                </c:pt>
                <c:pt idx="3390">
                  <c:v>3392</c:v>
                </c:pt>
                <c:pt idx="3391">
                  <c:v>3393</c:v>
                </c:pt>
                <c:pt idx="3392">
                  <c:v>3394</c:v>
                </c:pt>
                <c:pt idx="3393">
                  <c:v>3395</c:v>
                </c:pt>
                <c:pt idx="3394">
                  <c:v>3396</c:v>
                </c:pt>
                <c:pt idx="3395">
                  <c:v>3397</c:v>
                </c:pt>
                <c:pt idx="3396">
                  <c:v>3398</c:v>
                </c:pt>
                <c:pt idx="3397">
                  <c:v>3399</c:v>
                </c:pt>
                <c:pt idx="3398">
                  <c:v>3400</c:v>
                </c:pt>
                <c:pt idx="3399">
                  <c:v>3401</c:v>
                </c:pt>
                <c:pt idx="3400">
                  <c:v>3402</c:v>
                </c:pt>
                <c:pt idx="3401">
                  <c:v>3403</c:v>
                </c:pt>
                <c:pt idx="3402">
                  <c:v>3404</c:v>
                </c:pt>
                <c:pt idx="3403">
                  <c:v>3405</c:v>
                </c:pt>
                <c:pt idx="3404">
                  <c:v>3406</c:v>
                </c:pt>
                <c:pt idx="3405">
                  <c:v>3407</c:v>
                </c:pt>
                <c:pt idx="3406">
                  <c:v>3408</c:v>
                </c:pt>
                <c:pt idx="3407">
                  <c:v>3409</c:v>
                </c:pt>
                <c:pt idx="3408">
                  <c:v>3410</c:v>
                </c:pt>
                <c:pt idx="3409">
                  <c:v>3411</c:v>
                </c:pt>
                <c:pt idx="3410">
                  <c:v>3412</c:v>
                </c:pt>
                <c:pt idx="3411">
                  <c:v>3413</c:v>
                </c:pt>
                <c:pt idx="3412">
                  <c:v>3414</c:v>
                </c:pt>
                <c:pt idx="3413">
                  <c:v>3415</c:v>
                </c:pt>
                <c:pt idx="3414">
                  <c:v>3416</c:v>
                </c:pt>
                <c:pt idx="3415">
                  <c:v>3417</c:v>
                </c:pt>
                <c:pt idx="3416">
                  <c:v>3418</c:v>
                </c:pt>
                <c:pt idx="3417">
                  <c:v>3419</c:v>
                </c:pt>
                <c:pt idx="3418">
                  <c:v>3420</c:v>
                </c:pt>
                <c:pt idx="3419">
                  <c:v>3421</c:v>
                </c:pt>
                <c:pt idx="3420">
                  <c:v>3422</c:v>
                </c:pt>
                <c:pt idx="3421">
                  <c:v>3423</c:v>
                </c:pt>
                <c:pt idx="3422">
                  <c:v>3424</c:v>
                </c:pt>
                <c:pt idx="3423">
                  <c:v>3425</c:v>
                </c:pt>
                <c:pt idx="3424">
                  <c:v>3426</c:v>
                </c:pt>
                <c:pt idx="3425">
                  <c:v>3427</c:v>
                </c:pt>
                <c:pt idx="3426">
                  <c:v>3428</c:v>
                </c:pt>
                <c:pt idx="3427">
                  <c:v>3429</c:v>
                </c:pt>
                <c:pt idx="3428">
                  <c:v>3430</c:v>
                </c:pt>
                <c:pt idx="3429">
                  <c:v>3431</c:v>
                </c:pt>
                <c:pt idx="3430">
                  <c:v>3432</c:v>
                </c:pt>
                <c:pt idx="3431">
                  <c:v>3433</c:v>
                </c:pt>
                <c:pt idx="3432">
                  <c:v>3434</c:v>
                </c:pt>
                <c:pt idx="3433">
                  <c:v>3435</c:v>
                </c:pt>
                <c:pt idx="3434">
                  <c:v>3436</c:v>
                </c:pt>
                <c:pt idx="3435">
                  <c:v>3437</c:v>
                </c:pt>
                <c:pt idx="3436">
                  <c:v>3438</c:v>
                </c:pt>
                <c:pt idx="3437">
                  <c:v>3439</c:v>
                </c:pt>
                <c:pt idx="3438">
                  <c:v>3440</c:v>
                </c:pt>
                <c:pt idx="3439">
                  <c:v>3441</c:v>
                </c:pt>
                <c:pt idx="3440">
                  <c:v>3442</c:v>
                </c:pt>
                <c:pt idx="3441">
                  <c:v>3443</c:v>
                </c:pt>
                <c:pt idx="3442">
                  <c:v>3444</c:v>
                </c:pt>
                <c:pt idx="3443">
                  <c:v>3445</c:v>
                </c:pt>
                <c:pt idx="3444">
                  <c:v>3446</c:v>
                </c:pt>
                <c:pt idx="3445">
                  <c:v>3447</c:v>
                </c:pt>
                <c:pt idx="3446">
                  <c:v>3448</c:v>
                </c:pt>
                <c:pt idx="3447">
                  <c:v>3449</c:v>
                </c:pt>
                <c:pt idx="3448">
                  <c:v>3450</c:v>
                </c:pt>
                <c:pt idx="3449">
                  <c:v>3451</c:v>
                </c:pt>
                <c:pt idx="3450">
                  <c:v>3452</c:v>
                </c:pt>
                <c:pt idx="3451">
                  <c:v>3453</c:v>
                </c:pt>
                <c:pt idx="3452">
                  <c:v>3454</c:v>
                </c:pt>
                <c:pt idx="3453">
                  <c:v>3455</c:v>
                </c:pt>
                <c:pt idx="3454">
                  <c:v>3456</c:v>
                </c:pt>
                <c:pt idx="3455">
                  <c:v>3457</c:v>
                </c:pt>
                <c:pt idx="3456">
                  <c:v>3458</c:v>
                </c:pt>
                <c:pt idx="3457">
                  <c:v>3459</c:v>
                </c:pt>
                <c:pt idx="3458">
                  <c:v>3460</c:v>
                </c:pt>
                <c:pt idx="3459">
                  <c:v>3461</c:v>
                </c:pt>
                <c:pt idx="3460">
                  <c:v>3462</c:v>
                </c:pt>
                <c:pt idx="3461">
                  <c:v>3463</c:v>
                </c:pt>
                <c:pt idx="3462">
                  <c:v>3464</c:v>
                </c:pt>
                <c:pt idx="3463">
                  <c:v>3465</c:v>
                </c:pt>
                <c:pt idx="3464">
                  <c:v>3466</c:v>
                </c:pt>
                <c:pt idx="3465">
                  <c:v>3467</c:v>
                </c:pt>
                <c:pt idx="3466">
                  <c:v>3468</c:v>
                </c:pt>
                <c:pt idx="3467">
                  <c:v>3469</c:v>
                </c:pt>
                <c:pt idx="3468">
                  <c:v>3470</c:v>
                </c:pt>
                <c:pt idx="3469">
                  <c:v>3471</c:v>
                </c:pt>
                <c:pt idx="3470">
                  <c:v>3472</c:v>
                </c:pt>
                <c:pt idx="3471">
                  <c:v>3473</c:v>
                </c:pt>
                <c:pt idx="3472">
                  <c:v>3474</c:v>
                </c:pt>
                <c:pt idx="3473">
                  <c:v>3475</c:v>
                </c:pt>
                <c:pt idx="3474">
                  <c:v>3476</c:v>
                </c:pt>
                <c:pt idx="3475">
                  <c:v>3477</c:v>
                </c:pt>
                <c:pt idx="3476">
                  <c:v>3478</c:v>
                </c:pt>
                <c:pt idx="3477">
                  <c:v>3479</c:v>
                </c:pt>
                <c:pt idx="3478">
                  <c:v>3480</c:v>
                </c:pt>
                <c:pt idx="3479">
                  <c:v>3481</c:v>
                </c:pt>
                <c:pt idx="3480">
                  <c:v>3482</c:v>
                </c:pt>
                <c:pt idx="3481">
                  <c:v>3483</c:v>
                </c:pt>
                <c:pt idx="3482">
                  <c:v>3484</c:v>
                </c:pt>
                <c:pt idx="3483">
                  <c:v>3485</c:v>
                </c:pt>
                <c:pt idx="3484">
                  <c:v>3486</c:v>
                </c:pt>
                <c:pt idx="3485">
                  <c:v>3487</c:v>
                </c:pt>
                <c:pt idx="3486">
                  <c:v>3488</c:v>
                </c:pt>
                <c:pt idx="3487">
                  <c:v>3489</c:v>
                </c:pt>
                <c:pt idx="3488">
                  <c:v>3490</c:v>
                </c:pt>
                <c:pt idx="3489">
                  <c:v>3491</c:v>
                </c:pt>
                <c:pt idx="3490">
                  <c:v>3492</c:v>
                </c:pt>
                <c:pt idx="3491">
                  <c:v>3493</c:v>
                </c:pt>
                <c:pt idx="3492">
                  <c:v>3494</c:v>
                </c:pt>
                <c:pt idx="3493">
                  <c:v>3495</c:v>
                </c:pt>
                <c:pt idx="3494">
                  <c:v>3496</c:v>
                </c:pt>
                <c:pt idx="3495">
                  <c:v>3497</c:v>
                </c:pt>
                <c:pt idx="3496">
                  <c:v>3498</c:v>
                </c:pt>
                <c:pt idx="3497">
                  <c:v>3499</c:v>
                </c:pt>
                <c:pt idx="3498">
                  <c:v>3500</c:v>
                </c:pt>
                <c:pt idx="3499">
                  <c:v>3501</c:v>
                </c:pt>
                <c:pt idx="3500">
                  <c:v>3502</c:v>
                </c:pt>
                <c:pt idx="3501">
                  <c:v>3503</c:v>
                </c:pt>
                <c:pt idx="3502">
                  <c:v>3504</c:v>
                </c:pt>
                <c:pt idx="3503">
                  <c:v>3505</c:v>
                </c:pt>
                <c:pt idx="3504">
                  <c:v>3506</c:v>
                </c:pt>
                <c:pt idx="3505">
                  <c:v>3507</c:v>
                </c:pt>
                <c:pt idx="3506">
                  <c:v>3508</c:v>
                </c:pt>
                <c:pt idx="3507">
                  <c:v>3509</c:v>
                </c:pt>
                <c:pt idx="3508">
                  <c:v>3510</c:v>
                </c:pt>
                <c:pt idx="3509">
                  <c:v>3511</c:v>
                </c:pt>
                <c:pt idx="3510">
                  <c:v>3512</c:v>
                </c:pt>
                <c:pt idx="3511">
                  <c:v>3513</c:v>
                </c:pt>
                <c:pt idx="3512">
                  <c:v>3514</c:v>
                </c:pt>
                <c:pt idx="3513">
                  <c:v>3515</c:v>
                </c:pt>
                <c:pt idx="3514">
                  <c:v>3516</c:v>
                </c:pt>
                <c:pt idx="3515">
                  <c:v>3517</c:v>
                </c:pt>
                <c:pt idx="3516">
                  <c:v>3518</c:v>
                </c:pt>
                <c:pt idx="3517">
                  <c:v>3519</c:v>
                </c:pt>
                <c:pt idx="3518">
                  <c:v>3520</c:v>
                </c:pt>
                <c:pt idx="3519">
                  <c:v>3521</c:v>
                </c:pt>
                <c:pt idx="3520">
                  <c:v>3522</c:v>
                </c:pt>
                <c:pt idx="3521">
                  <c:v>3523</c:v>
                </c:pt>
                <c:pt idx="3522">
                  <c:v>3524</c:v>
                </c:pt>
                <c:pt idx="3523">
                  <c:v>3525</c:v>
                </c:pt>
                <c:pt idx="3524">
                  <c:v>3526</c:v>
                </c:pt>
                <c:pt idx="3525">
                  <c:v>3527</c:v>
                </c:pt>
                <c:pt idx="3526">
                  <c:v>3528</c:v>
                </c:pt>
                <c:pt idx="3527">
                  <c:v>3529</c:v>
                </c:pt>
                <c:pt idx="3528">
                  <c:v>3530</c:v>
                </c:pt>
                <c:pt idx="3529">
                  <c:v>3531</c:v>
                </c:pt>
                <c:pt idx="3530">
                  <c:v>3532</c:v>
                </c:pt>
                <c:pt idx="3531">
                  <c:v>3533</c:v>
                </c:pt>
                <c:pt idx="3532">
                  <c:v>3534</c:v>
                </c:pt>
                <c:pt idx="3533">
                  <c:v>3535</c:v>
                </c:pt>
                <c:pt idx="3534">
                  <c:v>3536</c:v>
                </c:pt>
                <c:pt idx="3535">
                  <c:v>3537</c:v>
                </c:pt>
                <c:pt idx="3536">
                  <c:v>3538</c:v>
                </c:pt>
                <c:pt idx="3537">
                  <c:v>3539</c:v>
                </c:pt>
                <c:pt idx="3538">
                  <c:v>3540</c:v>
                </c:pt>
                <c:pt idx="3539">
                  <c:v>3541</c:v>
                </c:pt>
                <c:pt idx="3540">
                  <c:v>3542</c:v>
                </c:pt>
                <c:pt idx="3541">
                  <c:v>3543</c:v>
                </c:pt>
                <c:pt idx="3542">
                  <c:v>3544</c:v>
                </c:pt>
                <c:pt idx="3543">
                  <c:v>3545</c:v>
                </c:pt>
                <c:pt idx="3544">
                  <c:v>3546</c:v>
                </c:pt>
                <c:pt idx="3545">
                  <c:v>3547</c:v>
                </c:pt>
                <c:pt idx="3546">
                  <c:v>3548</c:v>
                </c:pt>
                <c:pt idx="3547">
                  <c:v>3549</c:v>
                </c:pt>
                <c:pt idx="3548">
                  <c:v>3550</c:v>
                </c:pt>
                <c:pt idx="3549">
                  <c:v>3551</c:v>
                </c:pt>
                <c:pt idx="3550">
                  <c:v>3552</c:v>
                </c:pt>
                <c:pt idx="3551">
                  <c:v>3553</c:v>
                </c:pt>
                <c:pt idx="3552">
                  <c:v>3554</c:v>
                </c:pt>
                <c:pt idx="3553">
                  <c:v>3555</c:v>
                </c:pt>
                <c:pt idx="3554">
                  <c:v>3556</c:v>
                </c:pt>
                <c:pt idx="3555">
                  <c:v>3557</c:v>
                </c:pt>
                <c:pt idx="3556">
                  <c:v>3558</c:v>
                </c:pt>
                <c:pt idx="3557">
                  <c:v>3559</c:v>
                </c:pt>
                <c:pt idx="3558">
                  <c:v>3560</c:v>
                </c:pt>
                <c:pt idx="3559">
                  <c:v>3561</c:v>
                </c:pt>
                <c:pt idx="3560">
                  <c:v>3562</c:v>
                </c:pt>
                <c:pt idx="3561">
                  <c:v>3563</c:v>
                </c:pt>
                <c:pt idx="3562">
                  <c:v>3564</c:v>
                </c:pt>
                <c:pt idx="3563">
                  <c:v>3565</c:v>
                </c:pt>
                <c:pt idx="3564">
                  <c:v>3566</c:v>
                </c:pt>
                <c:pt idx="3565">
                  <c:v>3567</c:v>
                </c:pt>
                <c:pt idx="3566">
                  <c:v>3568</c:v>
                </c:pt>
                <c:pt idx="3567">
                  <c:v>3569</c:v>
                </c:pt>
                <c:pt idx="3568">
                  <c:v>3570</c:v>
                </c:pt>
                <c:pt idx="3569">
                  <c:v>3571</c:v>
                </c:pt>
                <c:pt idx="3570">
                  <c:v>3572</c:v>
                </c:pt>
                <c:pt idx="3571">
                  <c:v>3573</c:v>
                </c:pt>
                <c:pt idx="3572">
                  <c:v>3574</c:v>
                </c:pt>
                <c:pt idx="3573">
                  <c:v>3575</c:v>
                </c:pt>
                <c:pt idx="3574">
                  <c:v>3576</c:v>
                </c:pt>
                <c:pt idx="3575">
                  <c:v>3577</c:v>
                </c:pt>
                <c:pt idx="3576">
                  <c:v>3578</c:v>
                </c:pt>
                <c:pt idx="3577">
                  <c:v>3579</c:v>
                </c:pt>
                <c:pt idx="3578">
                  <c:v>3580</c:v>
                </c:pt>
                <c:pt idx="3579">
                  <c:v>3581</c:v>
                </c:pt>
                <c:pt idx="3580">
                  <c:v>3582</c:v>
                </c:pt>
                <c:pt idx="3581">
                  <c:v>3583</c:v>
                </c:pt>
                <c:pt idx="3582">
                  <c:v>3584</c:v>
                </c:pt>
                <c:pt idx="3583">
                  <c:v>3585</c:v>
                </c:pt>
                <c:pt idx="3584">
                  <c:v>3586</c:v>
                </c:pt>
                <c:pt idx="3585">
                  <c:v>3587</c:v>
                </c:pt>
                <c:pt idx="3586">
                  <c:v>3588</c:v>
                </c:pt>
                <c:pt idx="3587">
                  <c:v>3589</c:v>
                </c:pt>
                <c:pt idx="3588">
                  <c:v>3590</c:v>
                </c:pt>
                <c:pt idx="3589">
                  <c:v>3591</c:v>
                </c:pt>
                <c:pt idx="3590">
                  <c:v>3592</c:v>
                </c:pt>
                <c:pt idx="3591">
                  <c:v>3593</c:v>
                </c:pt>
                <c:pt idx="3592">
                  <c:v>3594</c:v>
                </c:pt>
                <c:pt idx="3593">
                  <c:v>3595</c:v>
                </c:pt>
                <c:pt idx="3594">
                  <c:v>3596</c:v>
                </c:pt>
                <c:pt idx="3595">
                  <c:v>3597</c:v>
                </c:pt>
                <c:pt idx="3596">
                  <c:v>3598</c:v>
                </c:pt>
                <c:pt idx="3597">
                  <c:v>3599</c:v>
                </c:pt>
                <c:pt idx="3598">
                  <c:v>3600</c:v>
                </c:pt>
                <c:pt idx="3599">
                  <c:v>3601</c:v>
                </c:pt>
                <c:pt idx="3600">
                  <c:v>3602</c:v>
                </c:pt>
                <c:pt idx="3601">
                  <c:v>3603</c:v>
                </c:pt>
                <c:pt idx="3602">
                  <c:v>3604</c:v>
                </c:pt>
                <c:pt idx="3603">
                  <c:v>3605</c:v>
                </c:pt>
                <c:pt idx="3604">
                  <c:v>3606</c:v>
                </c:pt>
                <c:pt idx="3605">
                  <c:v>3607</c:v>
                </c:pt>
                <c:pt idx="3606">
                  <c:v>3608</c:v>
                </c:pt>
                <c:pt idx="3607">
                  <c:v>3609</c:v>
                </c:pt>
                <c:pt idx="3608">
                  <c:v>3610</c:v>
                </c:pt>
                <c:pt idx="3609">
                  <c:v>3611</c:v>
                </c:pt>
                <c:pt idx="3610">
                  <c:v>3612</c:v>
                </c:pt>
                <c:pt idx="3611">
                  <c:v>3613</c:v>
                </c:pt>
                <c:pt idx="3612">
                  <c:v>3614</c:v>
                </c:pt>
                <c:pt idx="3613">
                  <c:v>3615</c:v>
                </c:pt>
                <c:pt idx="3614">
                  <c:v>3616</c:v>
                </c:pt>
                <c:pt idx="3615">
                  <c:v>3617</c:v>
                </c:pt>
                <c:pt idx="3616">
                  <c:v>3618</c:v>
                </c:pt>
                <c:pt idx="3617">
                  <c:v>3619</c:v>
                </c:pt>
                <c:pt idx="3618">
                  <c:v>3620</c:v>
                </c:pt>
                <c:pt idx="3619">
                  <c:v>3621</c:v>
                </c:pt>
                <c:pt idx="3620">
                  <c:v>3622</c:v>
                </c:pt>
                <c:pt idx="3621">
                  <c:v>3623</c:v>
                </c:pt>
                <c:pt idx="3622">
                  <c:v>3624</c:v>
                </c:pt>
                <c:pt idx="3623">
                  <c:v>3625</c:v>
                </c:pt>
                <c:pt idx="3624">
                  <c:v>3626</c:v>
                </c:pt>
                <c:pt idx="3625">
                  <c:v>3627</c:v>
                </c:pt>
                <c:pt idx="3626">
                  <c:v>3628</c:v>
                </c:pt>
                <c:pt idx="3627">
                  <c:v>3629</c:v>
                </c:pt>
                <c:pt idx="3628">
                  <c:v>3630</c:v>
                </c:pt>
                <c:pt idx="3629">
                  <c:v>3631</c:v>
                </c:pt>
                <c:pt idx="3630">
                  <c:v>3632</c:v>
                </c:pt>
                <c:pt idx="3631">
                  <c:v>3633</c:v>
                </c:pt>
                <c:pt idx="3632">
                  <c:v>3634</c:v>
                </c:pt>
                <c:pt idx="3633">
                  <c:v>3635</c:v>
                </c:pt>
                <c:pt idx="3634">
                  <c:v>3636</c:v>
                </c:pt>
                <c:pt idx="3635">
                  <c:v>3637</c:v>
                </c:pt>
                <c:pt idx="3636">
                  <c:v>3638</c:v>
                </c:pt>
                <c:pt idx="3637">
                  <c:v>3639</c:v>
                </c:pt>
                <c:pt idx="3638">
                  <c:v>3640</c:v>
                </c:pt>
                <c:pt idx="3639">
                  <c:v>3641</c:v>
                </c:pt>
                <c:pt idx="3640">
                  <c:v>3642</c:v>
                </c:pt>
                <c:pt idx="3641">
                  <c:v>3643</c:v>
                </c:pt>
                <c:pt idx="3642">
                  <c:v>3644</c:v>
                </c:pt>
                <c:pt idx="3643">
                  <c:v>3645</c:v>
                </c:pt>
                <c:pt idx="3644">
                  <c:v>3646</c:v>
                </c:pt>
                <c:pt idx="3645">
                  <c:v>3647</c:v>
                </c:pt>
                <c:pt idx="3646">
                  <c:v>3648</c:v>
                </c:pt>
                <c:pt idx="3647">
                  <c:v>3649</c:v>
                </c:pt>
                <c:pt idx="3648">
                  <c:v>3650</c:v>
                </c:pt>
                <c:pt idx="3649">
                  <c:v>3651</c:v>
                </c:pt>
                <c:pt idx="3650">
                  <c:v>3652</c:v>
                </c:pt>
                <c:pt idx="3651">
                  <c:v>3653</c:v>
                </c:pt>
                <c:pt idx="3652">
                  <c:v>3654</c:v>
                </c:pt>
                <c:pt idx="3653">
                  <c:v>3655</c:v>
                </c:pt>
                <c:pt idx="3654">
                  <c:v>3656</c:v>
                </c:pt>
                <c:pt idx="3655">
                  <c:v>3657</c:v>
                </c:pt>
                <c:pt idx="3656">
                  <c:v>3658</c:v>
                </c:pt>
                <c:pt idx="3657">
                  <c:v>3659</c:v>
                </c:pt>
                <c:pt idx="3658">
                  <c:v>3660</c:v>
                </c:pt>
                <c:pt idx="3659">
                  <c:v>3661</c:v>
                </c:pt>
                <c:pt idx="3660">
                  <c:v>3662</c:v>
                </c:pt>
                <c:pt idx="3661">
                  <c:v>3663</c:v>
                </c:pt>
                <c:pt idx="3662">
                  <c:v>3664</c:v>
                </c:pt>
                <c:pt idx="3663">
                  <c:v>3665</c:v>
                </c:pt>
                <c:pt idx="3664">
                  <c:v>3666</c:v>
                </c:pt>
                <c:pt idx="3665">
                  <c:v>3667</c:v>
                </c:pt>
                <c:pt idx="3666">
                  <c:v>3668</c:v>
                </c:pt>
                <c:pt idx="3667">
                  <c:v>3669</c:v>
                </c:pt>
                <c:pt idx="3668">
                  <c:v>3670</c:v>
                </c:pt>
                <c:pt idx="3669">
                  <c:v>3671</c:v>
                </c:pt>
                <c:pt idx="3670">
                  <c:v>3672</c:v>
                </c:pt>
                <c:pt idx="3671">
                  <c:v>3673</c:v>
                </c:pt>
                <c:pt idx="3672">
                  <c:v>3674</c:v>
                </c:pt>
                <c:pt idx="3673">
                  <c:v>3675</c:v>
                </c:pt>
                <c:pt idx="3674">
                  <c:v>3676</c:v>
                </c:pt>
                <c:pt idx="3675">
                  <c:v>3677</c:v>
                </c:pt>
                <c:pt idx="3676">
                  <c:v>3678</c:v>
                </c:pt>
                <c:pt idx="3677">
                  <c:v>3679</c:v>
                </c:pt>
                <c:pt idx="3678">
                  <c:v>3680</c:v>
                </c:pt>
                <c:pt idx="3679">
                  <c:v>3681</c:v>
                </c:pt>
                <c:pt idx="3680">
                  <c:v>3682</c:v>
                </c:pt>
                <c:pt idx="3681">
                  <c:v>3683</c:v>
                </c:pt>
                <c:pt idx="3682">
                  <c:v>3684</c:v>
                </c:pt>
                <c:pt idx="3683">
                  <c:v>3685</c:v>
                </c:pt>
                <c:pt idx="3684">
                  <c:v>3686</c:v>
                </c:pt>
                <c:pt idx="3685">
                  <c:v>3687</c:v>
                </c:pt>
                <c:pt idx="3686">
                  <c:v>3688</c:v>
                </c:pt>
                <c:pt idx="3687">
                  <c:v>3689</c:v>
                </c:pt>
                <c:pt idx="3688">
                  <c:v>3690</c:v>
                </c:pt>
                <c:pt idx="3689">
                  <c:v>3691</c:v>
                </c:pt>
                <c:pt idx="3690">
                  <c:v>3692</c:v>
                </c:pt>
                <c:pt idx="3691">
                  <c:v>3693</c:v>
                </c:pt>
                <c:pt idx="3692">
                  <c:v>3694</c:v>
                </c:pt>
                <c:pt idx="3693">
                  <c:v>3695</c:v>
                </c:pt>
                <c:pt idx="3694">
                  <c:v>3696</c:v>
                </c:pt>
                <c:pt idx="3695">
                  <c:v>3697</c:v>
                </c:pt>
                <c:pt idx="3696">
                  <c:v>3698</c:v>
                </c:pt>
                <c:pt idx="3697">
                  <c:v>3699</c:v>
                </c:pt>
                <c:pt idx="3698">
                  <c:v>3700</c:v>
                </c:pt>
                <c:pt idx="3699">
                  <c:v>3701</c:v>
                </c:pt>
                <c:pt idx="3700">
                  <c:v>3702</c:v>
                </c:pt>
                <c:pt idx="3701">
                  <c:v>3703</c:v>
                </c:pt>
                <c:pt idx="3702">
                  <c:v>3704</c:v>
                </c:pt>
                <c:pt idx="3703">
                  <c:v>3705</c:v>
                </c:pt>
                <c:pt idx="3704">
                  <c:v>3706</c:v>
                </c:pt>
                <c:pt idx="3705">
                  <c:v>3707</c:v>
                </c:pt>
                <c:pt idx="3706">
                  <c:v>3708</c:v>
                </c:pt>
                <c:pt idx="3707">
                  <c:v>3709</c:v>
                </c:pt>
                <c:pt idx="3708">
                  <c:v>3710</c:v>
                </c:pt>
                <c:pt idx="3709">
                  <c:v>3711</c:v>
                </c:pt>
                <c:pt idx="3710">
                  <c:v>3712</c:v>
                </c:pt>
                <c:pt idx="3711">
                  <c:v>3713</c:v>
                </c:pt>
                <c:pt idx="3712">
                  <c:v>3714</c:v>
                </c:pt>
                <c:pt idx="3713">
                  <c:v>3715</c:v>
                </c:pt>
                <c:pt idx="3714">
                  <c:v>3716</c:v>
                </c:pt>
                <c:pt idx="3715">
                  <c:v>3717</c:v>
                </c:pt>
                <c:pt idx="3716">
                  <c:v>3718</c:v>
                </c:pt>
                <c:pt idx="3717">
                  <c:v>3719</c:v>
                </c:pt>
                <c:pt idx="3718">
                  <c:v>3720</c:v>
                </c:pt>
                <c:pt idx="3719">
                  <c:v>3721</c:v>
                </c:pt>
                <c:pt idx="3720">
                  <c:v>3722</c:v>
                </c:pt>
                <c:pt idx="3721">
                  <c:v>3723</c:v>
                </c:pt>
                <c:pt idx="3722">
                  <c:v>3724</c:v>
                </c:pt>
                <c:pt idx="3723">
                  <c:v>3725</c:v>
                </c:pt>
                <c:pt idx="3724">
                  <c:v>3726</c:v>
                </c:pt>
                <c:pt idx="3725">
                  <c:v>3727</c:v>
                </c:pt>
                <c:pt idx="3726">
                  <c:v>3728</c:v>
                </c:pt>
                <c:pt idx="3727">
                  <c:v>3729</c:v>
                </c:pt>
                <c:pt idx="3728">
                  <c:v>3730</c:v>
                </c:pt>
                <c:pt idx="3729">
                  <c:v>3731</c:v>
                </c:pt>
                <c:pt idx="3730">
                  <c:v>3732</c:v>
                </c:pt>
                <c:pt idx="3731">
                  <c:v>3733</c:v>
                </c:pt>
                <c:pt idx="3732">
                  <c:v>3734</c:v>
                </c:pt>
                <c:pt idx="3733">
                  <c:v>3735</c:v>
                </c:pt>
                <c:pt idx="3734">
                  <c:v>3736</c:v>
                </c:pt>
                <c:pt idx="3735">
                  <c:v>3737</c:v>
                </c:pt>
                <c:pt idx="3736">
                  <c:v>3738</c:v>
                </c:pt>
                <c:pt idx="3737">
                  <c:v>3739</c:v>
                </c:pt>
                <c:pt idx="3738">
                  <c:v>3740</c:v>
                </c:pt>
                <c:pt idx="3739">
                  <c:v>3741</c:v>
                </c:pt>
                <c:pt idx="3740">
                  <c:v>3742</c:v>
                </c:pt>
                <c:pt idx="3741">
                  <c:v>3743</c:v>
                </c:pt>
                <c:pt idx="3742">
                  <c:v>3744</c:v>
                </c:pt>
                <c:pt idx="3743">
                  <c:v>3745</c:v>
                </c:pt>
                <c:pt idx="3744">
                  <c:v>3746</c:v>
                </c:pt>
                <c:pt idx="3745">
                  <c:v>3747</c:v>
                </c:pt>
                <c:pt idx="3746">
                  <c:v>3748</c:v>
                </c:pt>
                <c:pt idx="3747">
                  <c:v>3749</c:v>
                </c:pt>
                <c:pt idx="3748">
                  <c:v>3750</c:v>
                </c:pt>
                <c:pt idx="3749">
                  <c:v>3751</c:v>
                </c:pt>
                <c:pt idx="3750">
                  <c:v>3752</c:v>
                </c:pt>
                <c:pt idx="3751">
                  <c:v>3753</c:v>
                </c:pt>
                <c:pt idx="3752">
                  <c:v>3754</c:v>
                </c:pt>
                <c:pt idx="3753">
                  <c:v>3755</c:v>
                </c:pt>
                <c:pt idx="3754">
                  <c:v>3756</c:v>
                </c:pt>
                <c:pt idx="3755">
                  <c:v>3757</c:v>
                </c:pt>
                <c:pt idx="3756">
                  <c:v>3758</c:v>
                </c:pt>
                <c:pt idx="3757">
                  <c:v>3759</c:v>
                </c:pt>
                <c:pt idx="3758">
                  <c:v>3760</c:v>
                </c:pt>
                <c:pt idx="3759">
                  <c:v>3761</c:v>
                </c:pt>
                <c:pt idx="3760">
                  <c:v>3762</c:v>
                </c:pt>
                <c:pt idx="3761">
                  <c:v>3763</c:v>
                </c:pt>
                <c:pt idx="3762">
                  <c:v>3764</c:v>
                </c:pt>
                <c:pt idx="3763">
                  <c:v>3765</c:v>
                </c:pt>
                <c:pt idx="3764">
                  <c:v>3766</c:v>
                </c:pt>
                <c:pt idx="3765">
                  <c:v>3767</c:v>
                </c:pt>
                <c:pt idx="3766">
                  <c:v>3768</c:v>
                </c:pt>
                <c:pt idx="3767">
                  <c:v>3769</c:v>
                </c:pt>
                <c:pt idx="3768">
                  <c:v>3770</c:v>
                </c:pt>
                <c:pt idx="3769">
                  <c:v>3771</c:v>
                </c:pt>
                <c:pt idx="3770">
                  <c:v>3772</c:v>
                </c:pt>
                <c:pt idx="3771">
                  <c:v>3773</c:v>
                </c:pt>
                <c:pt idx="3772">
                  <c:v>3774</c:v>
                </c:pt>
                <c:pt idx="3773">
                  <c:v>3775</c:v>
                </c:pt>
                <c:pt idx="3774">
                  <c:v>3776</c:v>
                </c:pt>
                <c:pt idx="3775">
                  <c:v>3777</c:v>
                </c:pt>
                <c:pt idx="3776">
                  <c:v>3778</c:v>
                </c:pt>
                <c:pt idx="3777">
                  <c:v>3779</c:v>
                </c:pt>
                <c:pt idx="3778">
                  <c:v>3780</c:v>
                </c:pt>
                <c:pt idx="3779">
                  <c:v>3781</c:v>
                </c:pt>
                <c:pt idx="3780">
                  <c:v>3782</c:v>
                </c:pt>
                <c:pt idx="3781">
                  <c:v>3783</c:v>
                </c:pt>
                <c:pt idx="3782">
                  <c:v>3784</c:v>
                </c:pt>
                <c:pt idx="3783">
                  <c:v>3785</c:v>
                </c:pt>
                <c:pt idx="3784">
                  <c:v>3786</c:v>
                </c:pt>
                <c:pt idx="3785">
                  <c:v>3787</c:v>
                </c:pt>
                <c:pt idx="3786">
                  <c:v>3788</c:v>
                </c:pt>
                <c:pt idx="3787">
                  <c:v>3789</c:v>
                </c:pt>
                <c:pt idx="3788">
                  <c:v>3790</c:v>
                </c:pt>
                <c:pt idx="3789">
                  <c:v>3791</c:v>
                </c:pt>
                <c:pt idx="3790">
                  <c:v>3792</c:v>
                </c:pt>
                <c:pt idx="3791">
                  <c:v>3793</c:v>
                </c:pt>
                <c:pt idx="3792">
                  <c:v>3794</c:v>
                </c:pt>
                <c:pt idx="3793">
                  <c:v>3795</c:v>
                </c:pt>
                <c:pt idx="3794">
                  <c:v>3796</c:v>
                </c:pt>
                <c:pt idx="3795">
                  <c:v>3797</c:v>
                </c:pt>
                <c:pt idx="3796">
                  <c:v>3798</c:v>
                </c:pt>
                <c:pt idx="3797">
                  <c:v>3799</c:v>
                </c:pt>
                <c:pt idx="3798">
                  <c:v>3800</c:v>
                </c:pt>
                <c:pt idx="3799">
                  <c:v>3801</c:v>
                </c:pt>
                <c:pt idx="3800">
                  <c:v>3802</c:v>
                </c:pt>
                <c:pt idx="3801">
                  <c:v>3803</c:v>
                </c:pt>
                <c:pt idx="3802">
                  <c:v>3804</c:v>
                </c:pt>
                <c:pt idx="3803">
                  <c:v>3805</c:v>
                </c:pt>
                <c:pt idx="3804">
                  <c:v>3806</c:v>
                </c:pt>
                <c:pt idx="3805">
                  <c:v>3807</c:v>
                </c:pt>
                <c:pt idx="3806">
                  <c:v>3808</c:v>
                </c:pt>
                <c:pt idx="3807">
                  <c:v>3809</c:v>
                </c:pt>
                <c:pt idx="3808">
                  <c:v>3810</c:v>
                </c:pt>
                <c:pt idx="3809">
                  <c:v>3811</c:v>
                </c:pt>
                <c:pt idx="3810">
                  <c:v>3812</c:v>
                </c:pt>
                <c:pt idx="3811">
                  <c:v>3813</c:v>
                </c:pt>
                <c:pt idx="3812">
                  <c:v>3814</c:v>
                </c:pt>
                <c:pt idx="3813">
                  <c:v>3815</c:v>
                </c:pt>
                <c:pt idx="3814">
                  <c:v>3816</c:v>
                </c:pt>
                <c:pt idx="3815">
                  <c:v>3817</c:v>
                </c:pt>
                <c:pt idx="3816">
                  <c:v>3818</c:v>
                </c:pt>
                <c:pt idx="3817">
                  <c:v>3819</c:v>
                </c:pt>
                <c:pt idx="3818">
                  <c:v>3820</c:v>
                </c:pt>
                <c:pt idx="3819">
                  <c:v>3821</c:v>
                </c:pt>
                <c:pt idx="3820">
                  <c:v>3822</c:v>
                </c:pt>
                <c:pt idx="3821">
                  <c:v>3823</c:v>
                </c:pt>
                <c:pt idx="3822">
                  <c:v>3824</c:v>
                </c:pt>
                <c:pt idx="3823">
                  <c:v>3825</c:v>
                </c:pt>
                <c:pt idx="3824">
                  <c:v>3826</c:v>
                </c:pt>
                <c:pt idx="3825">
                  <c:v>3827</c:v>
                </c:pt>
                <c:pt idx="3826">
                  <c:v>3828</c:v>
                </c:pt>
                <c:pt idx="3827">
                  <c:v>3829</c:v>
                </c:pt>
                <c:pt idx="3828">
                  <c:v>3830</c:v>
                </c:pt>
                <c:pt idx="3829">
                  <c:v>3831</c:v>
                </c:pt>
                <c:pt idx="3830">
                  <c:v>3832</c:v>
                </c:pt>
                <c:pt idx="3831">
                  <c:v>3833</c:v>
                </c:pt>
                <c:pt idx="3832">
                  <c:v>3834</c:v>
                </c:pt>
                <c:pt idx="3833">
                  <c:v>3835</c:v>
                </c:pt>
                <c:pt idx="3834">
                  <c:v>3836</c:v>
                </c:pt>
                <c:pt idx="3835">
                  <c:v>3837</c:v>
                </c:pt>
                <c:pt idx="3836">
                  <c:v>3838</c:v>
                </c:pt>
                <c:pt idx="3837">
                  <c:v>3839</c:v>
                </c:pt>
                <c:pt idx="3838">
                  <c:v>3840</c:v>
                </c:pt>
                <c:pt idx="3839">
                  <c:v>3841</c:v>
                </c:pt>
                <c:pt idx="3840">
                  <c:v>3842</c:v>
                </c:pt>
                <c:pt idx="3841">
                  <c:v>3843</c:v>
                </c:pt>
                <c:pt idx="3842">
                  <c:v>3844</c:v>
                </c:pt>
                <c:pt idx="3843">
                  <c:v>3845</c:v>
                </c:pt>
                <c:pt idx="3844">
                  <c:v>3846</c:v>
                </c:pt>
                <c:pt idx="3845">
                  <c:v>3847</c:v>
                </c:pt>
                <c:pt idx="3846">
                  <c:v>3848</c:v>
                </c:pt>
                <c:pt idx="3847">
                  <c:v>3849</c:v>
                </c:pt>
                <c:pt idx="3848">
                  <c:v>3850</c:v>
                </c:pt>
                <c:pt idx="3849">
                  <c:v>3851</c:v>
                </c:pt>
                <c:pt idx="3850">
                  <c:v>3852</c:v>
                </c:pt>
                <c:pt idx="3851">
                  <c:v>3853</c:v>
                </c:pt>
                <c:pt idx="3852">
                  <c:v>3854</c:v>
                </c:pt>
                <c:pt idx="3853">
                  <c:v>3855</c:v>
                </c:pt>
                <c:pt idx="3854">
                  <c:v>3856</c:v>
                </c:pt>
                <c:pt idx="3855">
                  <c:v>3857</c:v>
                </c:pt>
                <c:pt idx="3856">
                  <c:v>3858</c:v>
                </c:pt>
                <c:pt idx="3857">
                  <c:v>3859</c:v>
                </c:pt>
                <c:pt idx="3858">
                  <c:v>3860</c:v>
                </c:pt>
                <c:pt idx="3859">
                  <c:v>3861</c:v>
                </c:pt>
                <c:pt idx="3860">
                  <c:v>3862</c:v>
                </c:pt>
                <c:pt idx="3861">
                  <c:v>3863</c:v>
                </c:pt>
                <c:pt idx="3862">
                  <c:v>3864</c:v>
                </c:pt>
                <c:pt idx="3863">
                  <c:v>3865</c:v>
                </c:pt>
                <c:pt idx="3864">
                  <c:v>3866</c:v>
                </c:pt>
                <c:pt idx="3865">
                  <c:v>3867</c:v>
                </c:pt>
                <c:pt idx="3866">
                  <c:v>3868</c:v>
                </c:pt>
                <c:pt idx="3867">
                  <c:v>3869</c:v>
                </c:pt>
                <c:pt idx="3868">
                  <c:v>3870</c:v>
                </c:pt>
                <c:pt idx="3869">
                  <c:v>3871</c:v>
                </c:pt>
                <c:pt idx="3870">
                  <c:v>3872</c:v>
                </c:pt>
                <c:pt idx="3871">
                  <c:v>3873</c:v>
                </c:pt>
                <c:pt idx="3872">
                  <c:v>3874</c:v>
                </c:pt>
                <c:pt idx="3873">
                  <c:v>3875</c:v>
                </c:pt>
                <c:pt idx="3874">
                  <c:v>3876</c:v>
                </c:pt>
                <c:pt idx="3875">
                  <c:v>3877</c:v>
                </c:pt>
                <c:pt idx="3876">
                  <c:v>3878</c:v>
                </c:pt>
                <c:pt idx="3877">
                  <c:v>3879</c:v>
                </c:pt>
                <c:pt idx="3878">
                  <c:v>3880</c:v>
                </c:pt>
                <c:pt idx="3879">
                  <c:v>3881</c:v>
                </c:pt>
                <c:pt idx="3880">
                  <c:v>3882</c:v>
                </c:pt>
                <c:pt idx="3881">
                  <c:v>3883</c:v>
                </c:pt>
                <c:pt idx="3882">
                  <c:v>3884</c:v>
                </c:pt>
                <c:pt idx="3883">
                  <c:v>3885</c:v>
                </c:pt>
                <c:pt idx="3884">
                  <c:v>3886</c:v>
                </c:pt>
                <c:pt idx="3885">
                  <c:v>3887</c:v>
                </c:pt>
                <c:pt idx="3886">
                  <c:v>3888</c:v>
                </c:pt>
                <c:pt idx="3887">
                  <c:v>3889</c:v>
                </c:pt>
                <c:pt idx="3888">
                  <c:v>3890</c:v>
                </c:pt>
                <c:pt idx="3889">
                  <c:v>3891</c:v>
                </c:pt>
                <c:pt idx="3890">
                  <c:v>3892</c:v>
                </c:pt>
                <c:pt idx="3891">
                  <c:v>3893</c:v>
                </c:pt>
                <c:pt idx="3892">
                  <c:v>3894</c:v>
                </c:pt>
                <c:pt idx="3893">
                  <c:v>3895</c:v>
                </c:pt>
                <c:pt idx="3894">
                  <c:v>3896</c:v>
                </c:pt>
                <c:pt idx="3895">
                  <c:v>3897</c:v>
                </c:pt>
                <c:pt idx="3896">
                  <c:v>3898</c:v>
                </c:pt>
                <c:pt idx="3897">
                  <c:v>3899</c:v>
                </c:pt>
                <c:pt idx="3898">
                  <c:v>3900</c:v>
                </c:pt>
                <c:pt idx="3899">
                  <c:v>3901</c:v>
                </c:pt>
                <c:pt idx="3900">
                  <c:v>3902</c:v>
                </c:pt>
                <c:pt idx="3901">
                  <c:v>3903</c:v>
                </c:pt>
                <c:pt idx="3902">
                  <c:v>3904</c:v>
                </c:pt>
                <c:pt idx="3903">
                  <c:v>3905</c:v>
                </c:pt>
                <c:pt idx="3904">
                  <c:v>3906</c:v>
                </c:pt>
                <c:pt idx="3905">
                  <c:v>3907</c:v>
                </c:pt>
                <c:pt idx="3906">
                  <c:v>3908</c:v>
                </c:pt>
                <c:pt idx="3907">
                  <c:v>3909</c:v>
                </c:pt>
                <c:pt idx="3908">
                  <c:v>3910</c:v>
                </c:pt>
                <c:pt idx="3909">
                  <c:v>3911</c:v>
                </c:pt>
                <c:pt idx="3910">
                  <c:v>3912</c:v>
                </c:pt>
                <c:pt idx="3911">
                  <c:v>3913</c:v>
                </c:pt>
                <c:pt idx="3912">
                  <c:v>3914</c:v>
                </c:pt>
                <c:pt idx="3913">
                  <c:v>3915</c:v>
                </c:pt>
                <c:pt idx="3914">
                  <c:v>3916</c:v>
                </c:pt>
                <c:pt idx="3915">
                  <c:v>3917</c:v>
                </c:pt>
                <c:pt idx="3916">
                  <c:v>3918</c:v>
                </c:pt>
                <c:pt idx="3917">
                  <c:v>3919</c:v>
                </c:pt>
                <c:pt idx="3918">
                  <c:v>3920</c:v>
                </c:pt>
                <c:pt idx="3919">
                  <c:v>3921</c:v>
                </c:pt>
                <c:pt idx="3920">
                  <c:v>3922</c:v>
                </c:pt>
                <c:pt idx="3921">
                  <c:v>3923</c:v>
                </c:pt>
                <c:pt idx="3922">
                  <c:v>3924</c:v>
                </c:pt>
                <c:pt idx="3923">
                  <c:v>3925</c:v>
                </c:pt>
                <c:pt idx="3924">
                  <c:v>3926</c:v>
                </c:pt>
                <c:pt idx="3925">
                  <c:v>3927</c:v>
                </c:pt>
                <c:pt idx="3926">
                  <c:v>3928</c:v>
                </c:pt>
                <c:pt idx="3927">
                  <c:v>3929</c:v>
                </c:pt>
                <c:pt idx="3928">
                  <c:v>3930</c:v>
                </c:pt>
                <c:pt idx="3929">
                  <c:v>3931</c:v>
                </c:pt>
                <c:pt idx="3930">
                  <c:v>3932</c:v>
                </c:pt>
                <c:pt idx="3931">
                  <c:v>3933</c:v>
                </c:pt>
                <c:pt idx="3932">
                  <c:v>3934</c:v>
                </c:pt>
                <c:pt idx="3933">
                  <c:v>3935</c:v>
                </c:pt>
                <c:pt idx="3934">
                  <c:v>3936</c:v>
                </c:pt>
                <c:pt idx="3935">
                  <c:v>3937</c:v>
                </c:pt>
                <c:pt idx="3936">
                  <c:v>3938</c:v>
                </c:pt>
                <c:pt idx="3937">
                  <c:v>3939</c:v>
                </c:pt>
                <c:pt idx="3938">
                  <c:v>3940</c:v>
                </c:pt>
                <c:pt idx="3939">
                  <c:v>3941</c:v>
                </c:pt>
                <c:pt idx="3940">
                  <c:v>3942</c:v>
                </c:pt>
                <c:pt idx="3941">
                  <c:v>3943</c:v>
                </c:pt>
                <c:pt idx="3942">
                  <c:v>3944</c:v>
                </c:pt>
                <c:pt idx="3943">
                  <c:v>3945</c:v>
                </c:pt>
                <c:pt idx="3944">
                  <c:v>3946</c:v>
                </c:pt>
                <c:pt idx="3945">
                  <c:v>3947</c:v>
                </c:pt>
                <c:pt idx="3946">
                  <c:v>3948</c:v>
                </c:pt>
                <c:pt idx="3947">
                  <c:v>3949</c:v>
                </c:pt>
                <c:pt idx="3948">
                  <c:v>3950</c:v>
                </c:pt>
                <c:pt idx="3949">
                  <c:v>3951</c:v>
                </c:pt>
                <c:pt idx="3950">
                  <c:v>3952</c:v>
                </c:pt>
                <c:pt idx="3951">
                  <c:v>3953</c:v>
                </c:pt>
                <c:pt idx="3952">
                  <c:v>3954</c:v>
                </c:pt>
                <c:pt idx="3953">
                  <c:v>3955</c:v>
                </c:pt>
                <c:pt idx="3954">
                  <c:v>3956</c:v>
                </c:pt>
                <c:pt idx="3955">
                  <c:v>3957</c:v>
                </c:pt>
                <c:pt idx="3956">
                  <c:v>3958</c:v>
                </c:pt>
                <c:pt idx="3957">
                  <c:v>3959</c:v>
                </c:pt>
                <c:pt idx="3958">
                  <c:v>3960</c:v>
                </c:pt>
                <c:pt idx="3959">
                  <c:v>3961</c:v>
                </c:pt>
                <c:pt idx="3960">
                  <c:v>3962</c:v>
                </c:pt>
                <c:pt idx="3961">
                  <c:v>3963</c:v>
                </c:pt>
                <c:pt idx="3962">
                  <c:v>3964</c:v>
                </c:pt>
                <c:pt idx="3963">
                  <c:v>3965</c:v>
                </c:pt>
                <c:pt idx="3964">
                  <c:v>3966</c:v>
                </c:pt>
                <c:pt idx="3965">
                  <c:v>3967</c:v>
                </c:pt>
                <c:pt idx="3966">
                  <c:v>3968</c:v>
                </c:pt>
                <c:pt idx="3967">
                  <c:v>3969</c:v>
                </c:pt>
                <c:pt idx="3968">
                  <c:v>3970</c:v>
                </c:pt>
                <c:pt idx="3969">
                  <c:v>3971</c:v>
                </c:pt>
                <c:pt idx="3970">
                  <c:v>3972</c:v>
                </c:pt>
                <c:pt idx="3971">
                  <c:v>3973</c:v>
                </c:pt>
                <c:pt idx="3972">
                  <c:v>3974</c:v>
                </c:pt>
                <c:pt idx="3973">
                  <c:v>3975</c:v>
                </c:pt>
                <c:pt idx="3974">
                  <c:v>3976</c:v>
                </c:pt>
                <c:pt idx="3975">
                  <c:v>3977</c:v>
                </c:pt>
                <c:pt idx="3976">
                  <c:v>3978</c:v>
                </c:pt>
                <c:pt idx="3977">
                  <c:v>3979</c:v>
                </c:pt>
                <c:pt idx="3978">
                  <c:v>3980</c:v>
                </c:pt>
                <c:pt idx="3979">
                  <c:v>3981</c:v>
                </c:pt>
                <c:pt idx="3980">
                  <c:v>3982</c:v>
                </c:pt>
                <c:pt idx="3981">
                  <c:v>3983</c:v>
                </c:pt>
                <c:pt idx="3982">
                  <c:v>3984</c:v>
                </c:pt>
                <c:pt idx="3983">
                  <c:v>3985</c:v>
                </c:pt>
                <c:pt idx="3984">
                  <c:v>3986</c:v>
                </c:pt>
                <c:pt idx="3985">
                  <c:v>3987</c:v>
                </c:pt>
                <c:pt idx="3986">
                  <c:v>3988</c:v>
                </c:pt>
                <c:pt idx="3987">
                  <c:v>3989</c:v>
                </c:pt>
                <c:pt idx="3988">
                  <c:v>3990</c:v>
                </c:pt>
                <c:pt idx="3989">
                  <c:v>3991</c:v>
                </c:pt>
                <c:pt idx="3990">
                  <c:v>3992</c:v>
                </c:pt>
                <c:pt idx="3991">
                  <c:v>3993</c:v>
                </c:pt>
                <c:pt idx="3992">
                  <c:v>3994</c:v>
                </c:pt>
                <c:pt idx="3993">
                  <c:v>3995</c:v>
                </c:pt>
                <c:pt idx="3994">
                  <c:v>3996</c:v>
                </c:pt>
                <c:pt idx="3995">
                  <c:v>3997</c:v>
                </c:pt>
                <c:pt idx="3996">
                  <c:v>3998</c:v>
                </c:pt>
                <c:pt idx="3997">
                  <c:v>3999</c:v>
                </c:pt>
                <c:pt idx="3998">
                  <c:v>4000</c:v>
                </c:pt>
                <c:pt idx="3999">
                  <c:v>4001</c:v>
                </c:pt>
                <c:pt idx="4000">
                  <c:v>4002</c:v>
                </c:pt>
                <c:pt idx="4001">
                  <c:v>4003</c:v>
                </c:pt>
                <c:pt idx="4002">
                  <c:v>4004</c:v>
                </c:pt>
                <c:pt idx="4003">
                  <c:v>4005</c:v>
                </c:pt>
                <c:pt idx="4004">
                  <c:v>4006</c:v>
                </c:pt>
                <c:pt idx="4005">
                  <c:v>4007</c:v>
                </c:pt>
                <c:pt idx="4006">
                  <c:v>4008</c:v>
                </c:pt>
                <c:pt idx="4007">
                  <c:v>4009</c:v>
                </c:pt>
                <c:pt idx="4008">
                  <c:v>4010</c:v>
                </c:pt>
                <c:pt idx="4009">
                  <c:v>4011</c:v>
                </c:pt>
                <c:pt idx="4010">
                  <c:v>4012</c:v>
                </c:pt>
                <c:pt idx="4011">
                  <c:v>4013</c:v>
                </c:pt>
                <c:pt idx="4012">
                  <c:v>4014</c:v>
                </c:pt>
                <c:pt idx="4013">
                  <c:v>4015</c:v>
                </c:pt>
                <c:pt idx="4014">
                  <c:v>4016</c:v>
                </c:pt>
                <c:pt idx="4015">
                  <c:v>4017</c:v>
                </c:pt>
                <c:pt idx="4016">
                  <c:v>4018</c:v>
                </c:pt>
                <c:pt idx="4017">
                  <c:v>4019</c:v>
                </c:pt>
                <c:pt idx="4018">
                  <c:v>4020</c:v>
                </c:pt>
                <c:pt idx="4019">
                  <c:v>4021</c:v>
                </c:pt>
                <c:pt idx="4020">
                  <c:v>4022</c:v>
                </c:pt>
                <c:pt idx="4021">
                  <c:v>4023</c:v>
                </c:pt>
                <c:pt idx="4022">
                  <c:v>4024</c:v>
                </c:pt>
                <c:pt idx="4023">
                  <c:v>4025</c:v>
                </c:pt>
                <c:pt idx="4024">
                  <c:v>4026</c:v>
                </c:pt>
                <c:pt idx="4025">
                  <c:v>4027</c:v>
                </c:pt>
                <c:pt idx="4026">
                  <c:v>4028</c:v>
                </c:pt>
                <c:pt idx="4027">
                  <c:v>4029</c:v>
                </c:pt>
                <c:pt idx="4028">
                  <c:v>4030</c:v>
                </c:pt>
                <c:pt idx="4029">
                  <c:v>4031</c:v>
                </c:pt>
                <c:pt idx="4030">
                  <c:v>4032</c:v>
                </c:pt>
                <c:pt idx="4031">
                  <c:v>4033</c:v>
                </c:pt>
                <c:pt idx="4032">
                  <c:v>4034</c:v>
                </c:pt>
                <c:pt idx="4033">
                  <c:v>4035</c:v>
                </c:pt>
                <c:pt idx="4034">
                  <c:v>4036</c:v>
                </c:pt>
                <c:pt idx="4035">
                  <c:v>4037</c:v>
                </c:pt>
                <c:pt idx="4036">
                  <c:v>4038</c:v>
                </c:pt>
                <c:pt idx="4037">
                  <c:v>4039</c:v>
                </c:pt>
                <c:pt idx="4038">
                  <c:v>4040</c:v>
                </c:pt>
                <c:pt idx="4039">
                  <c:v>4041</c:v>
                </c:pt>
                <c:pt idx="4040">
                  <c:v>4042</c:v>
                </c:pt>
                <c:pt idx="4041">
                  <c:v>4043</c:v>
                </c:pt>
                <c:pt idx="4042">
                  <c:v>4044</c:v>
                </c:pt>
                <c:pt idx="4043">
                  <c:v>4045</c:v>
                </c:pt>
                <c:pt idx="4044">
                  <c:v>4046</c:v>
                </c:pt>
                <c:pt idx="4045">
                  <c:v>4047</c:v>
                </c:pt>
                <c:pt idx="4046">
                  <c:v>4048</c:v>
                </c:pt>
                <c:pt idx="4047">
                  <c:v>4049</c:v>
                </c:pt>
                <c:pt idx="4048">
                  <c:v>4050</c:v>
                </c:pt>
                <c:pt idx="4049">
                  <c:v>4051</c:v>
                </c:pt>
                <c:pt idx="4050">
                  <c:v>4052</c:v>
                </c:pt>
                <c:pt idx="4051">
                  <c:v>4053</c:v>
                </c:pt>
                <c:pt idx="4052">
                  <c:v>4054</c:v>
                </c:pt>
                <c:pt idx="4053">
                  <c:v>4055</c:v>
                </c:pt>
                <c:pt idx="4054">
                  <c:v>4056</c:v>
                </c:pt>
                <c:pt idx="4055">
                  <c:v>4057</c:v>
                </c:pt>
                <c:pt idx="4056">
                  <c:v>4058</c:v>
                </c:pt>
                <c:pt idx="4057">
                  <c:v>4059</c:v>
                </c:pt>
                <c:pt idx="4058">
                  <c:v>4060</c:v>
                </c:pt>
                <c:pt idx="4059">
                  <c:v>4061</c:v>
                </c:pt>
                <c:pt idx="4060">
                  <c:v>4062</c:v>
                </c:pt>
                <c:pt idx="4061">
                  <c:v>4063</c:v>
                </c:pt>
                <c:pt idx="4062">
                  <c:v>4064</c:v>
                </c:pt>
                <c:pt idx="4063">
                  <c:v>4065</c:v>
                </c:pt>
                <c:pt idx="4064">
                  <c:v>4066</c:v>
                </c:pt>
                <c:pt idx="4065">
                  <c:v>4067</c:v>
                </c:pt>
                <c:pt idx="4066">
                  <c:v>4068</c:v>
                </c:pt>
                <c:pt idx="4067">
                  <c:v>4069</c:v>
                </c:pt>
                <c:pt idx="4068">
                  <c:v>4070</c:v>
                </c:pt>
                <c:pt idx="4069">
                  <c:v>4071</c:v>
                </c:pt>
                <c:pt idx="4070">
                  <c:v>4072</c:v>
                </c:pt>
                <c:pt idx="4071">
                  <c:v>4073</c:v>
                </c:pt>
                <c:pt idx="4072">
                  <c:v>4074</c:v>
                </c:pt>
                <c:pt idx="4073">
                  <c:v>4075</c:v>
                </c:pt>
                <c:pt idx="4074">
                  <c:v>4076</c:v>
                </c:pt>
                <c:pt idx="4075">
                  <c:v>4077</c:v>
                </c:pt>
                <c:pt idx="4076">
                  <c:v>4078</c:v>
                </c:pt>
                <c:pt idx="4077">
                  <c:v>4079</c:v>
                </c:pt>
                <c:pt idx="4078">
                  <c:v>4080</c:v>
                </c:pt>
                <c:pt idx="4079">
                  <c:v>4081</c:v>
                </c:pt>
                <c:pt idx="4080">
                  <c:v>4082</c:v>
                </c:pt>
                <c:pt idx="4081">
                  <c:v>4083</c:v>
                </c:pt>
                <c:pt idx="4082">
                  <c:v>4084</c:v>
                </c:pt>
                <c:pt idx="4083">
                  <c:v>4085</c:v>
                </c:pt>
                <c:pt idx="4084">
                  <c:v>4086</c:v>
                </c:pt>
                <c:pt idx="4085">
                  <c:v>4087</c:v>
                </c:pt>
                <c:pt idx="4086">
                  <c:v>4088</c:v>
                </c:pt>
                <c:pt idx="4087">
                  <c:v>4089</c:v>
                </c:pt>
                <c:pt idx="4088">
                  <c:v>4090</c:v>
                </c:pt>
                <c:pt idx="4089">
                  <c:v>4091</c:v>
                </c:pt>
                <c:pt idx="4090">
                  <c:v>4092</c:v>
                </c:pt>
                <c:pt idx="4091">
                  <c:v>4093</c:v>
                </c:pt>
                <c:pt idx="4092">
                  <c:v>4094</c:v>
                </c:pt>
                <c:pt idx="4093">
                  <c:v>4095</c:v>
                </c:pt>
                <c:pt idx="4094">
                  <c:v>4096</c:v>
                </c:pt>
                <c:pt idx="4095">
                  <c:v>4097</c:v>
                </c:pt>
                <c:pt idx="4096">
                  <c:v>4098</c:v>
                </c:pt>
                <c:pt idx="4097">
                  <c:v>4099</c:v>
                </c:pt>
                <c:pt idx="4098">
                  <c:v>4100</c:v>
                </c:pt>
                <c:pt idx="4099">
                  <c:v>4101</c:v>
                </c:pt>
                <c:pt idx="4100">
                  <c:v>4102</c:v>
                </c:pt>
                <c:pt idx="4101">
                  <c:v>4103</c:v>
                </c:pt>
                <c:pt idx="4102">
                  <c:v>4104</c:v>
                </c:pt>
                <c:pt idx="4103">
                  <c:v>4105</c:v>
                </c:pt>
                <c:pt idx="4104">
                  <c:v>4106</c:v>
                </c:pt>
                <c:pt idx="4105">
                  <c:v>4107</c:v>
                </c:pt>
                <c:pt idx="4106">
                  <c:v>4108</c:v>
                </c:pt>
                <c:pt idx="4107">
                  <c:v>4109</c:v>
                </c:pt>
                <c:pt idx="4108">
                  <c:v>4110</c:v>
                </c:pt>
                <c:pt idx="4109">
                  <c:v>4111</c:v>
                </c:pt>
                <c:pt idx="4110">
                  <c:v>4112</c:v>
                </c:pt>
                <c:pt idx="4111">
                  <c:v>4113</c:v>
                </c:pt>
                <c:pt idx="4112">
                  <c:v>4114</c:v>
                </c:pt>
                <c:pt idx="4113">
                  <c:v>4115</c:v>
                </c:pt>
                <c:pt idx="4114">
                  <c:v>4116</c:v>
                </c:pt>
                <c:pt idx="4115">
                  <c:v>4117</c:v>
                </c:pt>
                <c:pt idx="4116">
                  <c:v>4118</c:v>
                </c:pt>
                <c:pt idx="4117">
                  <c:v>4119</c:v>
                </c:pt>
                <c:pt idx="4118">
                  <c:v>4120</c:v>
                </c:pt>
                <c:pt idx="4119">
                  <c:v>4121</c:v>
                </c:pt>
                <c:pt idx="4120">
                  <c:v>4122</c:v>
                </c:pt>
                <c:pt idx="4121">
                  <c:v>4123</c:v>
                </c:pt>
                <c:pt idx="4122">
                  <c:v>4124</c:v>
                </c:pt>
                <c:pt idx="4123">
                  <c:v>4125</c:v>
                </c:pt>
                <c:pt idx="4124">
                  <c:v>4126</c:v>
                </c:pt>
                <c:pt idx="4125">
                  <c:v>4127</c:v>
                </c:pt>
                <c:pt idx="4126">
                  <c:v>4128</c:v>
                </c:pt>
                <c:pt idx="4127">
                  <c:v>4129</c:v>
                </c:pt>
                <c:pt idx="4128">
                  <c:v>4130</c:v>
                </c:pt>
                <c:pt idx="4129">
                  <c:v>4131</c:v>
                </c:pt>
                <c:pt idx="4130">
                  <c:v>4132</c:v>
                </c:pt>
                <c:pt idx="4131">
                  <c:v>4133</c:v>
                </c:pt>
                <c:pt idx="4132">
                  <c:v>4134</c:v>
                </c:pt>
                <c:pt idx="4133">
                  <c:v>4135</c:v>
                </c:pt>
                <c:pt idx="4134">
                  <c:v>4136</c:v>
                </c:pt>
                <c:pt idx="4135">
                  <c:v>4137</c:v>
                </c:pt>
                <c:pt idx="4136">
                  <c:v>4138</c:v>
                </c:pt>
                <c:pt idx="4137">
                  <c:v>4139</c:v>
                </c:pt>
                <c:pt idx="4138">
                  <c:v>4140</c:v>
                </c:pt>
                <c:pt idx="4139">
                  <c:v>4141</c:v>
                </c:pt>
                <c:pt idx="4140">
                  <c:v>4142</c:v>
                </c:pt>
                <c:pt idx="4141">
                  <c:v>4143</c:v>
                </c:pt>
                <c:pt idx="4142">
                  <c:v>4144</c:v>
                </c:pt>
                <c:pt idx="4143">
                  <c:v>4145</c:v>
                </c:pt>
                <c:pt idx="4144">
                  <c:v>4146</c:v>
                </c:pt>
                <c:pt idx="4145">
                  <c:v>4147</c:v>
                </c:pt>
                <c:pt idx="4146">
                  <c:v>4148</c:v>
                </c:pt>
                <c:pt idx="4147">
                  <c:v>4149</c:v>
                </c:pt>
                <c:pt idx="4148">
                  <c:v>4150</c:v>
                </c:pt>
                <c:pt idx="4149">
                  <c:v>4151</c:v>
                </c:pt>
                <c:pt idx="4150">
                  <c:v>4152</c:v>
                </c:pt>
                <c:pt idx="4151">
                  <c:v>4153</c:v>
                </c:pt>
                <c:pt idx="4152">
                  <c:v>4154</c:v>
                </c:pt>
                <c:pt idx="4153">
                  <c:v>4155</c:v>
                </c:pt>
                <c:pt idx="4154">
                  <c:v>4156</c:v>
                </c:pt>
                <c:pt idx="4155">
                  <c:v>4157</c:v>
                </c:pt>
                <c:pt idx="4156">
                  <c:v>4158</c:v>
                </c:pt>
                <c:pt idx="4157">
                  <c:v>4159</c:v>
                </c:pt>
                <c:pt idx="4158">
                  <c:v>4160</c:v>
                </c:pt>
                <c:pt idx="4159">
                  <c:v>4161</c:v>
                </c:pt>
                <c:pt idx="4160">
                  <c:v>4162</c:v>
                </c:pt>
                <c:pt idx="4161">
                  <c:v>4163</c:v>
                </c:pt>
                <c:pt idx="4162">
                  <c:v>4164</c:v>
                </c:pt>
                <c:pt idx="4163">
                  <c:v>4165</c:v>
                </c:pt>
                <c:pt idx="4164">
                  <c:v>4166</c:v>
                </c:pt>
                <c:pt idx="4165">
                  <c:v>4167</c:v>
                </c:pt>
                <c:pt idx="4166">
                  <c:v>4168</c:v>
                </c:pt>
                <c:pt idx="4167">
                  <c:v>4169</c:v>
                </c:pt>
                <c:pt idx="4168">
                  <c:v>4170</c:v>
                </c:pt>
                <c:pt idx="4169">
                  <c:v>4171</c:v>
                </c:pt>
                <c:pt idx="4170">
                  <c:v>4172</c:v>
                </c:pt>
                <c:pt idx="4171">
                  <c:v>4173</c:v>
                </c:pt>
                <c:pt idx="4172">
                  <c:v>4174</c:v>
                </c:pt>
                <c:pt idx="4173">
                  <c:v>4175</c:v>
                </c:pt>
                <c:pt idx="4174">
                  <c:v>4176</c:v>
                </c:pt>
                <c:pt idx="4175">
                  <c:v>4177</c:v>
                </c:pt>
                <c:pt idx="4176">
                  <c:v>4178</c:v>
                </c:pt>
                <c:pt idx="4177">
                  <c:v>4179</c:v>
                </c:pt>
                <c:pt idx="4178">
                  <c:v>4180</c:v>
                </c:pt>
                <c:pt idx="4179">
                  <c:v>4181</c:v>
                </c:pt>
                <c:pt idx="4180">
                  <c:v>4182</c:v>
                </c:pt>
                <c:pt idx="4181">
                  <c:v>4183</c:v>
                </c:pt>
                <c:pt idx="4182">
                  <c:v>4184</c:v>
                </c:pt>
                <c:pt idx="4183">
                  <c:v>4185</c:v>
                </c:pt>
                <c:pt idx="4184">
                  <c:v>4186</c:v>
                </c:pt>
                <c:pt idx="4185">
                  <c:v>4187</c:v>
                </c:pt>
                <c:pt idx="4186">
                  <c:v>4188</c:v>
                </c:pt>
                <c:pt idx="4187">
                  <c:v>4189</c:v>
                </c:pt>
                <c:pt idx="4188">
                  <c:v>4190</c:v>
                </c:pt>
                <c:pt idx="4189">
                  <c:v>4191</c:v>
                </c:pt>
                <c:pt idx="4190">
                  <c:v>4192</c:v>
                </c:pt>
                <c:pt idx="4191">
                  <c:v>4193</c:v>
                </c:pt>
                <c:pt idx="4192">
                  <c:v>4194</c:v>
                </c:pt>
                <c:pt idx="4193">
                  <c:v>4195</c:v>
                </c:pt>
                <c:pt idx="4194">
                  <c:v>4196</c:v>
                </c:pt>
                <c:pt idx="4195">
                  <c:v>4197</c:v>
                </c:pt>
                <c:pt idx="4196">
                  <c:v>4198</c:v>
                </c:pt>
                <c:pt idx="4197">
                  <c:v>4199</c:v>
                </c:pt>
                <c:pt idx="4198">
                  <c:v>4200</c:v>
                </c:pt>
                <c:pt idx="4199">
                  <c:v>4201</c:v>
                </c:pt>
                <c:pt idx="4200">
                  <c:v>4202</c:v>
                </c:pt>
                <c:pt idx="4201">
                  <c:v>4203</c:v>
                </c:pt>
                <c:pt idx="4202">
                  <c:v>4204</c:v>
                </c:pt>
                <c:pt idx="4203">
                  <c:v>4205</c:v>
                </c:pt>
                <c:pt idx="4204">
                  <c:v>4206</c:v>
                </c:pt>
                <c:pt idx="4205">
                  <c:v>4207</c:v>
                </c:pt>
                <c:pt idx="4206">
                  <c:v>4208</c:v>
                </c:pt>
                <c:pt idx="4207">
                  <c:v>4209</c:v>
                </c:pt>
                <c:pt idx="4208">
                  <c:v>4210</c:v>
                </c:pt>
                <c:pt idx="4209">
                  <c:v>4211</c:v>
                </c:pt>
                <c:pt idx="4210">
                  <c:v>4212</c:v>
                </c:pt>
                <c:pt idx="4211">
                  <c:v>4213</c:v>
                </c:pt>
                <c:pt idx="4212">
                  <c:v>4214</c:v>
                </c:pt>
                <c:pt idx="4213">
                  <c:v>4215</c:v>
                </c:pt>
                <c:pt idx="4214">
                  <c:v>4216</c:v>
                </c:pt>
                <c:pt idx="4215">
                  <c:v>4217</c:v>
                </c:pt>
                <c:pt idx="4216">
                  <c:v>4218</c:v>
                </c:pt>
                <c:pt idx="4217">
                  <c:v>4219</c:v>
                </c:pt>
                <c:pt idx="4218">
                  <c:v>4220</c:v>
                </c:pt>
                <c:pt idx="4219">
                  <c:v>4221</c:v>
                </c:pt>
                <c:pt idx="4220">
                  <c:v>4222</c:v>
                </c:pt>
                <c:pt idx="4221">
                  <c:v>4223</c:v>
                </c:pt>
                <c:pt idx="4222">
                  <c:v>4224</c:v>
                </c:pt>
                <c:pt idx="4223">
                  <c:v>4225</c:v>
                </c:pt>
                <c:pt idx="4224">
                  <c:v>4226</c:v>
                </c:pt>
                <c:pt idx="4225">
                  <c:v>4227</c:v>
                </c:pt>
                <c:pt idx="4226">
                  <c:v>4228</c:v>
                </c:pt>
                <c:pt idx="4227">
                  <c:v>4229</c:v>
                </c:pt>
                <c:pt idx="4228">
                  <c:v>4230</c:v>
                </c:pt>
                <c:pt idx="4229">
                  <c:v>4231</c:v>
                </c:pt>
                <c:pt idx="4230">
                  <c:v>4232</c:v>
                </c:pt>
                <c:pt idx="4231">
                  <c:v>4233</c:v>
                </c:pt>
                <c:pt idx="4232">
                  <c:v>4234</c:v>
                </c:pt>
                <c:pt idx="4233">
                  <c:v>4235</c:v>
                </c:pt>
                <c:pt idx="4234">
                  <c:v>4236</c:v>
                </c:pt>
                <c:pt idx="4235">
                  <c:v>4237</c:v>
                </c:pt>
                <c:pt idx="4236">
                  <c:v>4238</c:v>
                </c:pt>
                <c:pt idx="4237">
                  <c:v>4239</c:v>
                </c:pt>
                <c:pt idx="4238">
                  <c:v>4240</c:v>
                </c:pt>
                <c:pt idx="4239">
                  <c:v>4241</c:v>
                </c:pt>
                <c:pt idx="4240">
                  <c:v>4242</c:v>
                </c:pt>
                <c:pt idx="4241">
                  <c:v>4243</c:v>
                </c:pt>
                <c:pt idx="4242">
                  <c:v>4244</c:v>
                </c:pt>
                <c:pt idx="4243">
                  <c:v>4245</c:v>
                </c:pt>
                <c:pt idx="4244">
                  <c:v>4246</c:v>
                </c:pt>
                <c:pt idx="4245">
                  <c:v>4247</c:v>
                </c:pt>
                <c:pt idx="4246">
                  <c:v>4248</c:v>
                </c:pt>
                <c:pt idx="4247">
                  <c:v>4249</c:v>
                </c:pt>
                <c:pt idx="4248">
                  <c:v>4250</c:v>
                </c:pt>
                <c:pt idx="4249">
                  <c:v>4251</c:v>
                </c:pt>
                <c:pt idx="4250">
                  <c:v>4252</c:v>
                </c:pt>
                <c:pt idx="4251">
                  <c:v>4253</c:v>
                </c:pt>
                <c:pt idx="4252">
                  <c:v>4254</c:v>
                </c:pt>
                <c:pt idx="4253">
                  <c:v>4255</c:v>
                </c:pt>
                <c:pt idx="4254">
                  <c:v>4256</c:v>
                </c:pt>
                <c:pt idx="4255">
                  <c:v>4257</c:v>
                </c:pt>
                <c:pt idx="4256">
                  <c:v>4258</c:v>
                </c:pt>
                <c:pt idx="4257">
                  <c:v>4259</c:v>
                </c:pt>
                <c:pt idx="4258">
                  <c:v>4260</c:v>
                </c:pt>
                <c:pt idx="4259">
                  <c:v>4261</c:v>
                </c:pt>
                <c:pt idx="4260">
                  <c:v>4262</c:v>
                </c:pt>
                <c:pt idx="4261">
                  <c:v>4263</c:v>
                </c:pt>
                <c:pt idx="4262">
                  <c:v>4264</c:v>
                </c:pt>
                <c:pt idx="4263">
                  <c:v>4265</c:v>
                </c:pt>
                <c:pt idx="4264">
                  <c:v>4266</c:v>
                </c:pt>
                <c:pt idx="4265">
                  <c:v>4267</c:v>
                </c:pt>
                <c:pt idx="4266">
                  <c:v>4268</c:v>
                </c:pt>
                <c:pt idx="4267">
                  <c:v>4269</c:v>
                </c:pt>
                <c:pt idx="4268">
                  <c:v>4270</c:v>
                </c:pt>
                <c:pt idx="4269">
                  <c:v>4271</c:v>
                </c:pt>
                <c:pt idx="4270">
                  <c:v>4272</c:v>
                </c:pt>
                <c:pt idx="4271">
                  <c:v>4273</c:v>
                </c:pt>
                <c:pt idx="4272">
                  <c:v>4274</c:v>
                </c:pt>
                <c:pt idx="4273">
                  <c:v>4275</c:v>
                </c:pt>
                <c:pt idx="4274">
                  <c:v>4276</c:v>
                </c:pt>
                <c:pt idx="4275">
                  <c:v>4277</c:v>
                </c:pt>
                <c:pt idx="4276">
                  <c:v>4278</c:v>
                </c:pt>
                <c:pt idx="4277">
                  <c:v>4279</c:v>
                </c:pt>
                <c:pt idx="4278">
                  <c:v>4280</c:v>
                </c:pt>
                <c:pt idx="4279">
                  <c:v>4281</c:v>
                </c:pt>
                <c:pt idx="4280">
                  <c:v>4282</c:v>
                </c:pt>
                <c:pt idx="4281">
                  <c:v>4283</c:v>
                </c:pt>
                <c:pt idx="4282">
                  <c:v>4284</c:v>
                </c:pt>
                <c:pt idx="4283">
                  <c:v>4285</c:v>
                </c:pt>
                <c:pt idx="4284">
                  <c:v>4286</c:v>
                </c:pt>
                <c:pt idx="4285">
                  <c:v>4287</c:v>
                </c:pt>
                <c:pt idx="4286">
                  <c:v>4288</c:v>
                </c:pt>
                <c:pt idx="4287">
                  <c:v>4289</c:v>
                </c:pt>
                <c:pt idx="4288">
                  <c:v>4290</c:v>
                </c:pt>
                <c:pt idx="4289">
                  <c:v>4291</c:v>
                </c:pt>
                <c:pt idx="4290">
                  <c:v>4292</c:v>
                </c:pt>
                <c:pt idx="4291">
                  <c:v>4293</c:v>
                </c:pt>
                <c:pt idx="4292">
                  <c:v>4294</c:v>
                </c:pt>
                <c:pt idx="4293">
                  <c:v>4295</c:v>
                </c:pt>
                <c:pt idx="4294">
                  <c:v>4296</c:v>
                </c:pt>
                <c:pt idx="4295">
                  <c:v>4297</c:v>
                </c:pt>
                <c:pt idx="4296">
                  <c:v>4298</c:v>
                </c:pt>
                <c:pt idx="4297">
                  <c:v>4299</c:v>
                </c:pt>
                <c:pt idx="4298">
                  <c:v>4300</c:v>
                </c:pt>
                <c:pt idx="4299">
                  <c:v>4301</c:v>
                </c:pt>
                <c:pt idx="4300">
                  <c:v>4302</c:v>
                </c:pt>
                <c:pt idx="4301">
                  <c:v>4303</c:v>
                </c:pt>
                <c:pt idx="4302">
                  <c:v>4304</c:v>
                </c:pt>
                <c:pt idx="4303">
                  <c:v>4305</c:v>
                </c:pt>
                <c:pt idx="4304">
                  <c:v>4306</c:v>
                </c:pt>
                <c:pt idx="4305">
                  <c:v>4307</c:v>
                </c:pt>
                <c:pt idx="4306">
                  <c:v>4308</c:v>
                </c:pt>
                <c:pt idx="4307">
                  <c:v>4309</c:v>
                </c:pt>
                <c:pt idx="4308">
                  <c:v>4310</c:v>
                </c:pt>
                <c:pt idx="4309">
                  <c:v>4311</c:v>
                </c:pt>
                <c:pt idx="4310">
                  <c:v>4312</c:v>
                </c:pt>
                <c:pt idx="4311">
                  <c:v>4313</c:v>
                </c:pt>
                <c:pt idx="4312">
                  <c:v>4314</c:v>
                </c:pt>
                <c:pt idx="4313">
                  <c:v>4315</c:v>
                </c:pt>
                <c:pt idx="4314">
                  <c:v>4316</c:v>
                </c:pt>
                <c:pt idx="4315">
                  <c:v>4317</c:v>
                </c:pt>
                <c:pt idx="4316">
                  <c:v>4318</c:v>
                </c:pt>
                <c:pt idx="4317">
                  <c:v>4319</c:v>
                </c:pt>
                <c:pt idx="4318">
                  <c:v>4320</c:v>
                </c:pt>
                <c:pt idx="4319">
                  <c:v>4321</c:v>
                </c:pt>
                <c:pt idx="4320">
                  <c:v>4322</c:v>
                </c:pt>
                <c:pt idx="4321">
                  <c:v>4323</c:v>
                </c:pt>
                <c:pt idx="4322">
                  <c:v>4324</c:v>
                </c:pt>
                <c:pt idx="4323">
                  <c:v>4325</c:v>
                </c:pt>
                <c:pt idx="4324">
                  <c:v>4326</c:v>
                </c:pt>
                <c:pt idx="4325">
                  <c:v>4327</c:v>
                </c:pt>
                <c:pt idx="4326">
                  <c:v>4328</c:v>
                </c:pt>
                <c:pt idx="4327">
                  <c:v>4329</c:v>
                </c:pt>
                <c:pt idx="4328">
                  <c:v>4330</c:v>
                </c:pt>
                <c:pt idx="4329">
                  <c:v>4331</c:v>
                </c:pt>
                <c:pt idx="4330">
                  <c:v>4332</c:v>
                </c:pt>
                <c:pt idx="4331">
                  <c:v>4333</c:v>
                </c:pt>
                <c:pt idx="4332">
                  <c:v>4334</c:v>
                </c:pt>
                <c:pt idx="4333">
                  <c:v>4335</c:v>
                </c:pt>
                <c:pt idx="4334">
                  <c:v>4336</c:v>
                </c:pt>
                <c:pt idx="4335">
                  <c:v>4337</c:v>
                </c:pt>
                <c:pt idx="4336">
                  <c:v>4338</c:v>
                </c:pt>
                <c:pt idx="4337">
                  <c:v>4339</c:v>
                </c:pt>
                <c:pt idx="4338">
                  <c:v>4340</c:v>
                </c:pt>
                <c:pt idx="4339">
                  <c:v>4341</c:v>
                </c:pt>
                <c:pt idx="4340">
                  <c:v>4342</c:v>
                </c:pt>
                <c:pt idx="4341">
                  <c:v>4343</c:v>
                </c:pt>
                <c:pt idx="4342">
                  <c:v>4344</c:v>
                </c:pt>
                <c:pt idx="4343">
                  <c:v>4345</c:v>
                </c:pt>
                <c:pt idx="4344">
                  <c:v>4346</c:v>
                </c:pt>
                <c:pt idx="4345">
                  <c:v>4347</c:v>
                </c:pt>
                <c:pt idx="4346">
                  <c:v>4348</c:v>
                </c:pt>
                <c:pt idx="4347">
                  <c:v>4349</c:v>
                </c:pt>
                <c:pt idx="4348">
                  <c:v>4350</c:v>
                </c:pt>
                <c:pt idx="4349">
                  <c:v>4351</c:v>
                </c:pt>
                <c:pt idx="4350">
                  <c:v>4352</c:v>
                </c:pt>
                <c:pt idx="4351">
                  <c:v>4353</c:v>
                </c:pt>
                <c:pt idx="4352">
                  <c:v>4354</c:v>
                </c:pt>
                <c:pt idx="4353">
                  <c:v>4355</c:v>
                </c:pt>
                <c:pt idx="4354">
                  <c:v>4356</c:v>
                </c:pt>
                <c:pt idx="4355">
                  <c:v>4357</c:v>
                </c:pt>
                <c:pt idx="4356">
                  <c:v>4358</c:v>
                </c:pt>
                <c:pt idx="4357">
                  <c:v>4359</c:v>
                </c:pt>
                <c:pt idx="4358">
                  <c:v>4360</c:v>
                </c:pt>
                <c:pt idx="4359">
                  <c:v>4361</c:v>
                </c:pt>
                <c:pt idx="4360">
                  <c:v>4362</c:v>
                </c:pt>
                <c:pt idx="4361">
                  <c:v>4363</c:v>
                </c:pt>
                <c:pt idx="4362">
                  <c:v>4364</c:v>
                </c:pt>
                <c:pt idx="4363">
                  <c:v>4365</c:v>
                </c:pt>
                <c:pt idx="4364">
                  <c:v>4366</c:v>
                </c:pt>
                <c:pt idx="4365">
                  <c:v>4367</c:v>
                </c:pt>
                <c:pt idx="4366">
                  <c:v>4368</c:v>
                </c:pt>
                <c:pt idx="4367">
                  <c:v>4369</c:v>
                </c:pt>
                <c:pt idx="4368">
                  <c:v>4370</c:v>
                </c:pt>
                <c:pt idx="4369">
                  <c:v>4371</c:v>
                </c:pt>
                <c:pt idx="4370">
                  <c:v>4372</c:v>
                </c:pt>
                <c:pt idx="4371">
                  <c:v>4373</c:v>
                </c:pt>
                <c:pt idx="4372">
                  <c:v>4374</c:v>
                </c:pt>
                <c:pt idx="4373">
                  <c:v>4375</c:v>
                </c:pt>
                <c:pt idx="4374">
                  <c:v>4376</c:v>
                </c:pt>
                <c:pt idx="4375">
                  <c:v>4377</c:v>
                </c:pt>
                <c:pt idx="4376">
                  <c:v>4378</c:v>
                </c:pt>
                <c:pt idx="4377">
                  <c:v>4379</c:v>
                </c:pt>
                <c:pt idx="4378">
                  <c:v>4380</c:v>
                </c:pt>
                <c:pt idx="4379">
                  <c:v>4381</c:v>
                </c:pt>
                <c:pt idx="4380">
                  <c:v>4382</c:v>
                </c:pt>
                <c:pt idx="4381">
                  <c:v>4383</c:v>
                </c:pt>
                <c:pt idx="4382">
                  <c:v>4384</c:v>
                </c:pt>
                <c:pt idx="4383">
                  <c:v>4385</c:v>
                </c:pt>
                <c:pt idx="4384">
                  <c:v>4386</c:v>
                </c:pt>
                <c:pt idx="4385">
                  <c:v>4387</c:v>
                </c:pt>
                <c:pt idx="4386">
                  <c:v>4388</c:v>
                </c:pt>
                <c:pt idx="4387">
                  <c:v>4389</c:v>
                </c:pt>
                <c:pt idx="4388">
                  <c:v>4390</c:v>
                </c:pt>
                <c:pt idx="4389">
                  <c:v>4391</c:v>
                </c:pt>
                <c:pt idx="4390">
                  <c:v>4392</c:v>
                </c:pt>
                <c:pt idx="4391">
                  <c:v>4393</c:v>
                </c:pt>
                <c:pt idx="4392">
                  <c:v>4394</c:v>
                </c:pt>
                <c:pt idx="4393">
                  <c:v>4395</c:v>
                </c:pt>
                <c:pt idx="4394">
                  <c:v>4396</c:v>
                </c:pt>
                <c:pt idx="4395">
                  <c:v>4397</c:v>
                </c:pt>
                <c:pt idx="4396">
                  <c:v>4398</c:v>
                </c:pt>
                <c:pt idx="4397">
                  <c:v>4399</c:v>
                </c:pt>
                <c:pt idx="4398">
                  <c:v>4400</c:v>
                </c:pt>
                <c:pt idx="4399">
                  <c:v>4401</c:v>
                </c:pt>
                <c:pt idx="4400">
                  <c:v>4402</c:v>
                </c:pt>
                <c:pt idx="4401">
                  <c:v>4403</c:v>
                </c:pt>
                <c:pt idx="4402">
                  <c:v>4404</c:v>
                </c:pt>
                <c:pt idx="4403">
                  <c:v>4405</c:v>
                </c:pt>
                <c:pt idx="4404">
                  <c:v>4406</c:v>
                </c:pt>
                <c:pt idx="4405">
                  <c:v>4407</c:v>
                </c:pt>
                <c:pt idx="4406">
                  <c:v>4408</c:v>
                </c:pt>
                <c:pt idx="4407">
                  <c:v>4409</c:v>
                </c:pt>
                <c:pt idx="4408">
                  <c:v>4410</c:v>
                </c:pt>
                <c:pt idx="4409">
                  <c:v>4411</c:v>
                </c:pt>
                <c:pt idx="4410">
                  <c:v>4412</c:v>
                </c:pt>
                <c:pt idx="4411">
                  <c:v>4413</c:v>
                </c:pt>
                <c:pt idx="4412">
                  <c:v>4414</c:v>
                </c:pt>
                <c:pt idx="4413">
                  <c:v>4415</c:v>
                </c:pt>
                <c:pt idx="4414">
                  <c:v>4416</c:v>
                </c:pt>
                <c:pt idx="4415">
                  <c:v>4417</c:v>
                </c:pt>
                <c:pt idx="4416">
                  <c:v>4418</c:v>
                </c:pt>
                <c:pt idx="4417">
                  <c:v>4419</c:v>
                </c:pt>
                <c:pt idx="4418">
                  <c:v>4420</c:v>
                </c:pt>
                <c:pt idx="4419">
                  <c:v>4421</c:v>
                </c:pt>
                <c:pt idx="4420">
                  <c:v>4422</c:v>
                </c:pt>
                <c:pt idx="4421">
                  <c:v>4423</c:v>
                </c:pt>
                <c:pt idx="4422">
                  <c:v>4424</c:v>
                </c:pt>
                <c:pt idx="4423">
                  <c:v>4425</c:v>
                </c:pt>
                <c:pt idx="4424">
                  <c:v>4426</c:v>
                </c:pt>
                <c:pt idx="4425">
                  <c:v>4427</c:v>
                </c:pt>
                <c:pt idx="4426">
                  <c:v>4428</c:v>
                </c:pt>
                <c:pt idx="4427">
                  <c:v>4429</c:v>
                </c:pt>
                <c:pt idx="4428">
                  <c:v>4430</c:v>
                </c:pt>
                <c:pt idx="4429">
                  <c:v>4431</c:v>
                </c:pt>
                <c:pt idx="4430">
                  <c:v>4432</c:v>
                </c:pt>
                <c:pt idx="4431">
                  <c:v>4433</c:v>
                </c:pt>
                <c:pt idx="4432">
                  <c:v>4434</c:v>
                </c:pt>
                <c:pt idx="4433">
                  <c:v>4435</c:v>
                </c:pt>
                <c:pt idx="4434">
                  <c:v>4436</c:v>
                </c:pt>
                <c:pt idx="4435">
                  <c:v>4437</c:v>
                </c:pt>
                <c:pt idx="4436">
                  <c:v>4438</c:v>
                </c:pt>
                <c:pt idx="4437">
                  <c:v>4439</c:v>
                </c:pt>
                <c:pt idx="4438">
                  <c:v>4440</c:v>
                </c:pt>
                <c:pt idx="4439">
                  <c:v>4441</c:v>
                </c:pt>
                <c:pt idx="4440">
                  <c:v>4442</c:v>
                </c:pt>
                <c:pt idx="4441">
                  <c:v>4443</c:v>
                </c:pt>
                <c:pt idx="4442">
                  <c:v>4444</c:v>
                </c:pt>
                <c:pt idx="4443">
                  <c:v>4445</c:v>
                </c:pt>
                <c:pt idx="4444">
                  <c:v>4446</c:v>
                </c:pt>
                <c:pt idx="4445">
                  <c:v>4447</c:v>
                </c:pt>
                <c:pt idx="4446">
                  <c:v>4448</c:v>
                </c:pt>
                <c:pt idx="4447">
                  <c:v>4449</c:v>
                </c:pt>
                <c:pt idx="4448">
                  <c:v>4450</c:v>
                </c:pt>
                <c:pt idx="4449">
                  <c:v>4451</c:v>
                </c:pt>
                <c:pt idx="4450">
                  <c:v>4452</c:v>
                </c:pt>
                <c:pt idx="4451">
                  <c:v>4453</c:v>
                </c:pt>
                <c:pt idx="4452">
                  <c:v>4454</c:v>
                </c:pt>
                <c:pt idx="4453">
                  <c:v>4455</c:v>
                </c:pt>
                <c:pt idx="4454">
                  <c:v>4456</c:v>
                </c:pt>
                <c:pt idx="4455">
                  <c:v>4457</c:v>
                </c:pt>
                <c:pt idx="4456">
                  <c:v>4458</c:v>
                </c:pt>
                <c:pt idx="4457">
                  <c:v>4459</c:v>
                </c:pt>
                <c:pt idx="4458">
                  <c:v>4460</c:v>
                </c:pt>
                <c:pt idx="4459">
                  <c:v>4461</c:v>
                </c:pt>
                <c:pt idx="4460">
                  <c:v>4462</c:v>
                </c:pt>
                <c:pt idx="4461">
                  <c:v>4463</c:v>
                </c:pt>
                <c:pt idx="4462">
                  <c:v>4464</c:v>
                </c:pt>
                <c:pt idx="4463">
                  <c:v>4465</c:v>
                </c:pt>
                <c:pt idx="4464">
                  <c:v>4466</c:v>
                </c:pt>
                <c:pt idx="4465">
                  <c:v>4467</c:v>
                </c:pt>
                <c:pt idx="4466">
                  <c:v>4468</c:v>
                </c:pt>
                <c:pt idx="4467">
                  <c:v>4469</c:v>
                </c:pt>
                <c:pt idx="4468">
                  <c:v>4470</c:v>
                </c:pt>
                <c:pt idx="4469">
                  <c:v>4471</c:v>
                </c:pt>
                <c:pt idx="4470">
                  <c:v>4472</c:v>
                </c:pt>
                <c:pt idx="4471">
                  <c:v>4473</c:v>
                </c:pt>
                <c:pt idx="4472">
                  <c:v>4474</c:v>
                </c:pt>
                <c:pt idx="4473">
                  <c:v>4475</c:v>
                </c:pt>
                <c:pt idx="4474">
                  <c:v>4476</c:v>
                </c:pt>
                <c:pt idx="4475">
                  <c:v>4477</c:v>
                </c:pt>
                <c:pt idx="4476">
                  <c:v>4478</c:v>
                </c:pt>
                <c:pt idx="4477">
                  <c:v>4479</c:v>
                </c:pt>
                <c:pt idx="4478">
                  <c:v>4480</c:v>
                </c:pt>
                <c:pt idx="4479">
                  <c:v>4481</c:v>
                </c:pt>
                <c:pt idx="4480">
                  <c:v>4482</c:v>
                </c:pt>
                <c:pt idx="4481">
                  <c:v>4483</c:v>
                </c:pt>
                <c:pt idx="4482">
                  <c:v>4484</c:v>
                </c:pt>
                <c:pt idx="4483">
                  <c:v>4485</c:v>
                </c:pt>
                <c:pt idx="4484">
                  <c:v>4486</c:v>
                </c:pt>
                <c:pt idx="4485">
                  <c:v>4487</c:v>
                </c:pt>
                <c:pt idx="4486">
                  <c:v>4488</c:v>
                </c:pt>
                <c:pt idx="4487">
                  <c:v>4489</c:v>
                </c:pt>
                <c:pt idx="4488">
                  <c:v>4490</c:v>
                </c:pt>
                <c:pt idx="4489">
                  <c:v>4491</c:v>
                </c:pt>
                <c:pt idx="4490">
                  <c:v>4492</c:v>
                </c:pt>
                <c:pt idx="4491">
                  <c:v>4493</c:v>
                </c:pt>
                <c:pt idx="4492">
                  <c:v>4494</c:v>
                </c:pt>
                <c:pt idx="4493">
                  <c:v>4495</c:v>
                </c:pt>
                <c:pt idx="4494">
                  <c:v>4496</c:v>
                </c:pt>
                <c:pt idx="4495">
                  <c:v>4497</c:v>
                </c:pt>
                <c:pt idx="4496">
                  <c:v>4498</c:v>
                </c:pt>
                <c:pt idx="4497">
                  <c:v>4499</c:v>
                </c:pt>
                <c:pt idx="4498">
                  <c:v>4500</c:v>
                </c:pt>
                <c:pt idx="4499">
                  <c:v>4501</c:v>
                </c:pt>
                <c:pt idx="4500">
                  <c:v>4502</c:v>
                </c:pt>
                <c:pt idx="4501">
                  <c:v>4503</c:v>
                </c:pt>
                <c:pt idx="4502">
                  <c:v>4504</c:v>
                </c:pt>
                <c:pt idx="4503">
                  <c:v>4505</c:v>
                </c:pt>
                <c:pt idx="4504">
                  <c:v>4506</c:v>
                </c:pt>
                <c:pt idx="4505">
                  <c:v>4507</c:v>
                </c:pt>
                <c:pt idx="4506">
                  <c:v>4508</c:v>
                </c:pt>
                <c:pt idx="4507">
                  <c:v>4509</c:v>
                </c:pt>
                <c:pt idx="4508">
                  <c:v>4510</c:v>
                </c:pt>
                <c:pt idx="4509">
                  <c:v>4511</c:v>
                </c:pt>
                <c:pt idx="4510">
                  <c:v>4512</c:v>
                </c:pt>
                <c:pt idx="4511">
                  <c:v>4513</c:v>
                </c:pt>
                <c:pt idx="4512">
                  <c:v>4514</c:v>
                </c:pt>
                <c:pt idx="4513">
                  <c:v>4515</c:v>
                </c:pt>
                <c:pt idx="4514">
                  <c:v>4516</c:v>
                </c:pt>
                <c:pt idx="4515">
                  <c:v>4517</c:v>
                </c:pt>
                <c:pt idx="4516">
                  <c:v>4518</c:v>
                </c:pt>
                <c:pt idx="4517">
                  <c:v>4519</c:v>
                </c:pt>
                <c:pt idx="4518">
                  <c:v>4520</c:v>
                </c:pt>
                <c:pt idx="4519">
                  <c:v>4521</c:v>
                </c:pt>
                <c:pt idx="4520">
                  <c:v>4522</c:v>
                </c:pt>
                <c:pt idx="4521">
                  <c:v>4523</c:v>
                </c:pt>
                <c:pt idx="4522">
                  <c:v>4524</c:v>
                </c:pt>
                <c:pt idx="4523">
                  <c:v>4525</c:v>
                </c:pt>
                <c:pt idx="4524">
                  <c:v>4526</c:v>
                </c:pt>
                <c:pt idx="4525">
                  <c:v>4527</c:v>
                </c:pt>
                <c:pt idx="4526">
                  <c:v>4528</c:v>
                </c:pt>
                <c:pt idx="4527">
                  <c:v>4529</c:v>
                </c:pt>
                <c:pt idx="4528">
                  <c:v>4530</c:v>
                </c:pt>
                <c:pt idx="4529">
                  <c:v>4531</c:v>
                </c:pt>
                <c:pt idx="4530">
                  <c:v>4532</c:v>
                </c:pt>
                <c:pt idx="4531">
                  <c:v>4533</c:v>
                </c:pt>
                <c:pt idx="4532">
                  <c:v>4534</c:v>
                </c:pt>
                <c:pt idx="4533">
                  <c:v>4535</c:v>
                </c:pt>
                <c:pt idx="4534">
                  <c:v>4536</c:v>
                </c:pt>
                <c:pt idx="4535">
                  <c:v>4537</c:v>
                </c:pt>
                <c:pt idx="4536">
                  <c:v>4538</c:v>
                </c:pt>
                <c:pt idx="4537">
                  <c:v>4539</c:v>
                </c:pt>
                <c:pt idx="4538">
                  <c:v>4540</c:v>
                </c:pt>
                <c:pt idx="4539">
                  <c:v>4541</c:v>
                </c:pt>
                <c:pt idx="4540">
                  <c:v>4542</c:v>
                </c:pt>
                <c:pt idx="4541">
                  <c:v>4543</c:v>
                </c:pt>
                <c:pt idx="4542">
                  <c:v>4544</c:v>
                </c:pt>
                <c:pt idx="4543">
                  <c:v>4545</c:v>
                </c:pt>
                <c:pt idx="4544">
                  <c:v>4546</c:v>
                </c:pt>
                <c:pt idx="4545">
                  <c:v>4547</c:v>
                </c:pt>
                <c:pt idx="4546">
                  <c:v>4548</c:v>
                </c:pt>
                <c:pt idx="4547">
                  <c:v>4549</c:v>
                </c:pt>
                <c:pt idx="4548">
                  <c:v>4550</c:v>
                </c:pt>
                <c:pt idx="4549">
                  <c:v>4551</c:v>
                </c:pt>
                <c:pt idx="4550">
                  <c:v>4552</c:v>
                </c:pt>
                <c:pt idx="4551">
                  <c:v>4553</c:v>
                </c:pt>
                <c:pt idx="4552">
                  <c:v>4554</c:v>
                </c:pt>
                <c:pt idx="4553">
                  <c:v>4555</c:v>
                </c:pt>
                <c:pt idx="4554">
                  <c:v>4556</c:v>
                </c:pt>
                <c:pt idx="4555">
                  <c:v>4557</c:v>
                </c:pt>
                <c:pt idx="4556">
                  <c:v>4558</c:v>
                </c:pt>
                <c:pt idx="4557">
                  <c:v>4559</c:v>
                </c:pt>
                <c:pt idx="4558">
                  <c:v>4560</c:v>
                </c:pt>
                <c:pt idx="4559">
                  <c:v>4561</c:v>
                </c:pt>
                <c:pt idx="4560">
                  <c:v>4562</c:v>
                </c:pt>
                <c:pt idx="4561">
                  <c:v>4563</c:v>
                </c:pt>
                <c:pt idx="4562">
                  <c:v>4564</c:v>
                </c:pt>
                <c:pt idx="4563">
                  <c:v>4565</c:v>
                </c:pt>
                <c:pt idx="4564">
                  <c:v>4566</c:v>
                </c:pt>
                <c:pt idx="4565">
                  <c:v>4567</c:v>
                </c:pt>
                <c:pt idx="4566">
                  <c:v>4568</c:v>
                </c:pt>
                <c:pt idx="4567">
                  <c:v>4569</c:v>
                </c:pt>
                <c:pt idx="4568">
                  <c:v>4570</c:v>
                </c:pt>
                <c:pt idx="4569">
                  <c:v>4571</c:v>
                </c:pt>
                <c:pt idx="4570">
                  <c:v>4572</c:v>
                </c:pt>
                <c:pt idx="4571">
                  <c:v>4573</c:v>
                </c:pt>
                <c:pt idx="4572">
                  <c:v>4574</c:v>
                </c:pt>
                <c:pt idx="4573">
                  <c:v>4575</c:v>
                </c:pt>
                <c:pt idx="4574">
                  <c:v>4576</c:v>
                </c:pt>
                <c:pt idx="4575">
                  <c:v>4577</c:v>
                </c:pt>
                <c:pt idx="4576">
                  <c:v>4578</c:v>
                </c:pt>
                <c:pt idx="4577">
                  <c:v>4579</c:v>
                </c:pt>
                <c:pt idx="4578">
                  <c:v>4580</c:v>
                </c:pt>
                <c:pt idx="4579">
                  <c:v>4581</c:v>
                </c:pt>
                <c:pt idx="4580">
                  <c:v>4582</c:v>
                </c:pt>
                <c:pt idx="4581">
                  <c:v>4583</c:v>
                </c:pt>
                <c:pt idx="4582">
                  <c:v>4584</c:v>
                </c:pt>
                <c:pt idx="4583">
                  <c:v>4585</c:v>
                </c:pt>
                <c:pt idx="4584">
                  <c:v>4586</c:v>
                </c:pt>
                <c:pt idx="4585">
                  <c:v>4587</c:v>
                </c:pt>
                <c:pt idx="4586">
                  <c:v>4588</c:v>
                </c:pt>
                <c:pt idx="4587">
                  <c:v>4589</c:v>
                </c:pt>
                <c:pt idx="4588">
                  <c:v>4590</c:v>
                </c:pt>
                <c:pt idx="4589">
                  <c:v>4591</c:v>
                </c:pt>
                <c:pt idx="4590">
                  <c:v>4592</c:v>
                </c:pt>
                <c:pt idx="4591">
                  <c:v>4593</c:v>
                </c:pt>
                <c:pt idx="4592">
                  <c:v>4594</c:v>
                </c:pt>
                <c:pt idx="4593">
                  <c:v>4595</c:v>
                </c:pt>
                <c:pt idx="4594">
                  <c:v>4596</c:v>
                </c:pt>
                <c:pt idx="4595">
                  <c:v>4597</c:v>
                </c:pt>
                <c:pt idx="4596">
                  <c:v>4598</c:v>
                </c:pt>
                <c:pt idx="4597">
                  <c:v>4599</c:v>
                </c:pt>
                <c:pt idx="4598">
                  <c:v>4600</c:v>
                </c:pt>
                <c:pt idx="4599">
                  <c:v>4601</c:v>
                </c:pt>
                <c:pt idx="4600">
                  <c:v>4602</c:v>
                </c:pt>
                <c:pt idx="4601">
                  <c:v>4603</c:v>
                </c:pt>
                <c:pt idx="4602">
                  <c:v>4604</c:v>
                </c:pt>
                <c:pt idx="4603">
                  <c:v>4605</c:v>
                </c:pt>
                <c:pt idx="4604">
                  <c:v>4606</c:v>
                </c:pt>
                <c:pt idx="4605">
                  <c:v>4607</c:v>
                </c:pt>
                <c:pt idx="4606">
                  <c:v>4608</c:v>
                </c:pt>
                <c:pt idx="4607">
                  <c:v>4609</c:v>
                </c:pt>
                <c:pt idx="4608">
                  <c:v>4610</c:v>
                </c:pt>
                <c:pt idx="4609">
                  <c:v>4611</c:v>
                </c:pt>
                <c:pt idx="4610">
                  <c:v>4612</c:v>
                </c:pt>
                <c:pt idx="4611">
                  <c:v>4613</c:v>
                </c:pt>
                <c:pt idx="4612">
                  <c:v>4614</c:v>
                </c:pt>
                <c:pt idx="4613">
                  <c:v>4615</c:v>
                </c:pt>
                <c:pt idx="4614">
                  <c:v>4616</c:v>
                </c:pt>
                <c:pt idx="4615">
                  <c:v>4617</c:v>
                </c:pt>
                <c:pt idx="4616">
                  <c:v>4618</c:v>
                </c:pt>
                <c:pt idx="4617">
                  <c:v>4619</c:v>
                </c:pt>
                <c:pt idx="4618">
                  <c:v>4620</c:v>
                </c:pt>
                <c:pt idx="4619">
                  <c:v>4621</c:v>
                </c:pt>
                <c:pt idx="4620">
                  <c:v>4622</c:v>
                </c:pt>
                <c:pt idx="4621">
                  <c:v>4623</c:v>
                </c:pt>
                <c:pt idx="4622">
                  <c:v>4624</c:v>
                </c:pt>
                <c:pt idx="4623">
                  <c:v>4625</c:v>
                </c:pt>
                <c:pt idx="4624">
                  <c:v>4626</c:v>
                </c:pt>
                <c:pt idx="4625">
                  <c:v>4627</c:v>
                </c:pt>
                <c:pt idx="4626">
                  <c:v>4628</c:v>
                </c:pt>
                <c:pt idx="4627">
                  <c:v>4629</c:v>
                </c:pt>
                <c:pt idx="4628">
                  <c:v>4630</c:v>
                </c:pt>
                <c:pt idx="4629">
                  <c:v>4631</c:v>
                </c:pt>
                <c:pt idx="4630">
                  <c:v>4632</c:v>
                </c:pt>
                <c:pt idx="4631">
                  <c:v>4633</c:v>
                </c:pt>
                <c:pt idx="4632">
                  <c:v>4634</c:v>
                </c:pt>
                <c:pt idx="4633">
                  <c:v>4635</c:v>
                </c:pt>
                <c:pt idx="4634">
                  <c:v>4636</c:v>
                </c:pt>
                <c:pt idx="4635">
                  <c:v>4637</c:v>
                </c:pt>
                <c:pt idx="4636">
                  <c:v>4638</c:v>
                </c:pt>
                <c:pt idx="4637">
                  <c:v>4639</c:v>
                </c:pt>
                <c:pt idx="4638">
                  <c:v>4640</c:v>
                </c:pt>
                <c:pt idx="4639">
                  <c:v>4641</c:v>
                </c:pt>
                <c:pt idx="4640">
                  <c:v>4642</c:v>
                </c:pt>
                <c:pt idx="4641">
                  <c:v>4643</c:v>
                </c:pt>
                <c:pt idx="4642">
                  <c:v>4644</c:v>
                </c:pt>
                <c:pt idx="4643">
                  <c:v>4645</c:v>
                </c:pt>
                <c:pt idx="4644">
                  <c:v>4646</c:v>
                </c:pt>
                <c:pt idx="4645">
                  <c:v>4647</c:v>
                </c:pt>
                <c:pt idx="4646">
                  <c:v>4648</c:v>
                </c:pt>
                <c:pt idx="4647">
                  <c:v>4649</c:v>
                </c:pt>
                <c:pt idx="4648">
                  <c:v>4650</c:v>
                </c:pt>
                <c:pt idx="4649">
                  <c:v>4651</c:v>
                </c:pt>
                <c:pt idx="4650">
                  <c:v>4652</c:v>
                </c:pt>
                <c:pt idx="4651">
                  <c:v>4653</c:v>
                </c:pt>
                <c:pt idx="4652">
                  <c:v>4654</c:v>
                </c:pt>
                <c:pt idx="4653">
                  <c:v>4655</c:v>
                </c:pt>
                <c:pt idx="4654">
                  <c:v>4656</c:v>
                </c:pt>
                <c:pt idx="4655">
                  <c:v>4657</c:v>
                </c:pt>
                <c:pt idx="4656">
                  <c:v>4658</c:v>
                </c:pt>
                <c:pt idx="4657">
                  <c:v>4659</c:v>
                </c:pt>
                <c:pt idx="4658">
                  <c:v>4660</c:v>
                </c:pt>
                <c:pt idx="4659">
                  <c:v>4661</c:v>
                </c:pt>
                <c:pt idx="4660">
                  <c:v>4662</c:v>
                </c:pt>
                <c:pt idx="4661">
                  <c:v>4663</c:v>
                </c:pt>
                <c:pt idx="4662">
                  <c:v>4664</c:v>
                </c:pt>
                <c:pt idx="4663">
                  <c:v>4665</c:v>
                </c:pt>
                <c:pt idx="4664">
                  <c:v>4666</c:v>
                </c:pt>
                <c:pt idx="4665">
                  <c:v>4667</c:v>
                </c:pt>
                <c:pt idx="4666">
                  <c:v>4668</c:v>
                </c:pt>
                <c:pt idx="4667">
                  <c:v>4669</c:v>
                </c:pt>
                <c:pt idx="4668">
                  <c:v>4670</c:v>
                </c:pt>
                <c:pt idx="4669">
                  <c:v>4671</c:v>
                </c:pt>
                <c:pt idx="4670">
                  <c:v>4672</c:v>
                </c:pt>
                <c:pt idx="4671">
                  <c:v>4673</c:v>
                </c:pt>
                <c:pt idx="4672">
                  <c:v>4674</c:v>
                </c:pt>
                <c:pt idx="4673">
                  <c:v>4675</c:v>
                </c:pt>
                <c:pt idx="4674">
                  <c:v>4676</c:v>
                </c:pt>
                <c:pt idx="4675">
                  <c:v>4677</c:v>
                </c:pt>
                <c:pt idx="4676">
                  <c:v>4678</c:v>
                </c:pt>
                <c:pt idx="4677">
                  <c:v>4679</c:v>
                </c:pt>
                <c:pt idx="4678">
                  <c:v>4680</c:v>
                </c:pt>
                <c:pt idx="4679">
                  <c:v>4681</c:v>
                </c:pt>
                <c:pt idx="4680">
                  <c:v>4682</c:v>
                </c:pt>
                <c:pt idx="4681">
                  <c:v>4683</c:v>
                </c:pt>
                <c:pt idx="4682">
                  <c:v>4684</c:v>
                </c:pt>
                <c:pt idx="4683">
                  <c:v>4685</c:v>
                </c:pt>
                <c:pt idx="4684">
                  <c:v>4686</c:v>
                </c:pt>
                <c:pt idx="4685">
                  <c:v>4687</c:v>
                </c:pt>
                <c:pt idx="4686">
                  <c:v>4688</c:v>
                </c:pt>
                <c:pt idx="4687">
                  <c:v>4689</c:v>
                </c:pt>
                <c:pt idx="4688">
                  <c:v>4690</c:v>
                </c:pt>
                <c:pt idx="4689">
                  <c:v>4691</c:v>
                </c:pt>
                <c:pt idx="4690">
                  <c:v>4692</c:v>
                </c:pt>
                <c:pt idx="4691">
                  <c:v>4693</c:v>
                </c:pt>
                <c:pt idx="4692">
                  <c:v>4694</c:v>
                </c:pt>
                <c:pt idx="4693">
                  <c:v>4695</c:v>
                </c:pt>
                <c:pt idx="4694">
                  <c:v>4696</c:v>
                </c:pt>
                <c:pt idx="4695">
                  <c:v>4697</c:v>
                </c:pt>
                <c:pt idx="4696">
                  <c:v>4698</c:v>
                </c:pt>
                <c:pt idx="4697">
                  <c:v>4699</c:v>
                </c:pt>
                <c:pt idx="4698">
                  <c:v>4700</c:v>
                </c:pt>
                <c:pt idx="4699">
                  <c:v>4701</c:v>
                </c:pt>
                <c:pt idx="4700">
                  <c:v>4702</c:v>
                </c:pt>
                <c:pt idx="4701">
                  <c:v>4703</c:v>
                </c:pt>
                <c:pt idx="4702">
                  <c:v>4704</c:v>
                </c:pt>
                <c:pt idx="4703">
                  <c:v>4705</c:v>
                </c:pt>
                <c:pt idx="4704">
                  <c:v>4706</c:v>
                </c:pt>
                <c:pt idx="4705">
                  <c:v>4707</c:v>
                </c:pt>
                <c:pt idx="4706">
                  <c:v>4708</c:v>
                </c:pt>
                <c:pt idx="4707">
                  <c:v>4709</c:v>
                </c:pt>
                <c:pt idx="4708">
                  <c:v>4710</c:v>
                </c:pt>
                <c:pt idx="4709">
                  <c:v>4711</c:v>
                </c:pt>
                <c:pt idx="4710">
                  <c:v>4712</c:v>
                </c:pt>
                <c:pt idx="4711">
                  <c:v>4713</c:v>
                </c:pt>
                <c:pt idx="4712">
                  <c:v>4714</c:v>
                </c:pt>
                <c:pt idx="4713">
                  <c:v>4715</c:v>
                </c:pt>
                <c:pt idx="4714">
                  <c:v>4716</c:v>
                </c:pt>
                <c:pt idx="4715">
                  <c:v>4717</c:v>
                </c:pt>
                <c:pt idx="4716">
                  <c:v>4718</c:v>
                </c:pt>
                <c:pt idx="4717">
                  <c:v>4719</c:v>
                </c:pt>
                <c:pt idx="4718">
                  <c:v>4720</c:v>
                </c:pt>
                <c:pt idx="4719">
                  <c:v>4721</c:v>
                </c:pt>
                <c:pt idx="4720">
                  <c:v>4722</c:v>
                </c:pt>
                <c:pt idx="4721">
                  <c:v>4723</c:v>
                </c:pt>
                <c:pt idx="4722">
                  <c:v>4724</c:v>
                </c:pt>
                <c:pt idx="4723">
                  <c:v>4725</c:v>
                </c:pt>
                <c:pt idx="4724">
                  <c:v>4726</c:v>
                </c:pt>
                <c:pt idx="4725">
                  <c:v>4727</c:v>
                </c:pt>
                <c:pt idx="4726">
                  <c:v>4728</c:v>
                </c:pt>
                <c:pt idx="4727">
                  <c:v>4729</c:v>
                </c:pt>
                <c:pt idx="4728">
                  <c:v>4730</c:v>
                </c:pt>
                <c:pt idx="4729">
                  <c:v>4731</c:v>
                </c:pt>
                <c:pt idx="4730">
                  <c:v>4732</c:v>
                </c:pt>
                <c:pt idx="4731">
                  <c:v>4733</c:v>
                </c:pt>
                <c:pt idx="4732">
                  <c:v>4734</c:v>
                </c:pt>
                <c:pt idx="4733">
                  <c:v>4735</c:v>
                </c:pt>
                <c:pt idx="4734">
                  <c:v>4736</c:v>
                </c:pt>
                <c:pt idx="4735">
                  <c:v>4737</c:v>
                </c:pt>
                <c:pt idx="4736">
                  <c:v>4738</c:v>
                </c:pt>
                <c:pt idx="4737">
                  <c:v>4739</c:v>
                </c:pt>
                <c:pt idx="4738">
                  <c:v>4740</c:v>
                </c:pt>
                <c:pt idx="4739">
                  <c:v>4741</c:v>
                </c:pt>
                <c:pt idx="4740">
                  <c:v>4742</c:v>
                </c:pt>
                <c:pt idx="4741">
                  <c:v>4743</c:v>
                </c:pt>
                <c:pt idx="4742">
                  <c:v>4744</c:v>
                </c:pt>
                <c:pt idx="4743">
                  <c:v>4745</c:v>
                </c:pt>
                <c:pt idx="4744">
                  <c:v>4746</c:v>
                </c:pt>
                <c:pt idx="4745">
                  <c:v>4747</c:v>
                </c:pt>
                <c:pt idx="4746">
                  <c:v>4748</c:v>
                </c:pt>
                <c:pt idx="4747">
                  <c:v>4749</c:v>
                </c:pt>
                <c:pt idx="4748">
                  <c:v>4750</c:v>
                </c:pt>
                <c:pt idx="4749">
                  <c:v>4751</c:v>
                </c:pt>
                <c:pt idx="4750">
                  <c:v>4752</c:v>
                </c:pt>
                <c:pt idx="4751">
                  <c:v>4753</c:v>
                </c:pt>
                <c:pt idx="4752">
                  <c:v>4754</c:v>
                </c:pt>
                <c:pt idx="4753">
                  <c:v>4755</c:v>
                </c:pt>
                <c:pt idx="4754">
                  <c:v>4756</c:v>
                </c:pt>
                <c:pt idx="4755">
                  <c:v>4757</c:v>
                </c:pt>
                <c:pt idx="4756">
                  <c:v>4758</c:v>
                </c:pt>
                <c:pt idx="4757">
                  <c:v>4759</c:v>
                </c:pt>
                <c:pt idx="4758">
                  <c:v>4760</c:v>
                </c:pt>
                <c:pt idx="4759">
                  <c:v>4761</c:v>
                </c:pt>
                <c:pt idx="4760">
                  <c:v>4762</c:v>
                </c:pt>
                <c:pt idx="4761">
                  <c:v>4763</c:v>
                </c:pt>
                <c:pt idx="4762">
                  <c:v>4764</c:v>
                </c:pt>
                <c:pt idx="4763">
                  <c:v>4765</c:v>
                </c:pt>
                <c:pt idx="4764">
                  <c:v>4766</c:v>
                </c:pt>
                <c:pt idx="4765">
                  <c:v>4767</c:v>
                </c:pt>
                <c:pt idx="4766">
                  <c:v>4768</c:v>
                </c:pt>
                <c:pt idx="4767">
                  <c:v>4769</c:v>
                </c:pt>
                <c:pt idx="4768">
                  <c:v>4770</c:v>
                </c:pt>
                <c:pt idx="4769">
                  <c:v>4771</c:v>
                </c:pt>
                <c:pt idx="4770">
                  <c:v>4772</c:v>
                </c:pt>
                <c:pt idx="4771">
                  <c:v>4773</c:v>
                </c:pt>
                <c:pt idx="4772">
                  <c:v>4774</c:v>
                </c:pt>
                <c:pt idx="4773">
                  <c:v>4775</c:v>
                </c:pt>
                <c:pt idx="4774">
                  <c:v>4776</c:v>
                </c:pt>
                <c:pt idx="4775">
                  <c:v>4777</c:v>
                </c:pt>
                <c:pt idx="4776">
                  <c:v>4778</c:v>
                </c:pt>
                <c:pt idx="4777">
                  <c:v>4779</c:v>
                </c:pt>
                <c:pt idx="4778">
                  <c:v>4780</c:v>
                </c:pt>
                <c:pt idx="4779">
                  <c:v>4781</c:v>
                </c:pt>
                <c:pt idx="4780">
                  <c:v>4782</c:v>
                </c:pt>
                <c:pt idx="4781">
                  <c:v>4783</c:v>
                </c:pt>
                <c:pt idx="4782">
                  <c:v>4784</c:v>
                </c:pt>
                <c:pt idx="4783">
                  <c:v>4785</c:v>
                </c:pt>
                <c:pt idx="4784">
                  <c:v>4786</c:v>
                </c:pt>
                <c:pt idx="4785">
                  <c:v>4787</c:v>
                </c:pt>
                <c:pt idx="4786">
                  <c:v>4788</c:v>
                </c:pt>
                <c:pt idx="4787">
                  <c:v>4789</c:v>
                </c:pt>
                <c:pt idx="4788">
                  <c:v>4790</c:v>
                </c:pt>
                <c:pt idx="4789">
                  <c:v>4791</c:v>
                </c:pt>
                <c:pt idx="4790">
                  <c:v>4792</c:v>
                </c:pt>
                <c:pt idx="4791">
                  <c:v>4793</c:v>
                </c:pt>
                <c:pt idx="4792">
                  <c:v>4794</c:v>
                </c:pt>
                <c:pt idx="4793">
                  <c:v>4795</c:v>
                </c:pt>
                <c:pt idx="4794">
                  <c:v>4796</c:v>
                </c:pt>
                <c:pt idx="4795">
                  <c:v>4797</c:v>
                </c:pt>
                <c:pt idx="4796">
                  <c:v>4798</c:v>
                </c:pt>
                <c:pt idx="4797">
                  <c:v>4799</c:v>
                </c:pt>
                <c:pt idx="4798">
                  <c:v>4800</c:v>
                </c:pt>
                <c:pt idx="4799">
                  <c:v>4801</c:v>
                </c:pt>
                <c:pt idx="4800">
                  <c:v>4802</c:v>
                </c:pt>
                <c:pt idx="4801">
                  <c:v>4803</c:v>
                </c:pt>
                <c:pt idx="4802">
                  <c:v>4804</c:v>
                </c:pt>
                <c:pt idx="4803">
                  <c:v>4805</c:v>
                </c:pt>
                <c:pt idx="4804">
                  <c:v>4806</c:v>
                </c:pt>
                <c:pt idx="4805">
                  <c:v>4807</c:v>
                </c:pt>
                <c:pt idx="4806">
                  <c:v>4808</c:v>
                </c:pt>
                <c:pt idx="4807">
                  <c:v>4809</c:v>
                </c:pt>
                <c:pt idx="4808">
                  <c:v>4810</c:v>
                </c:pt>
                <c:pt idx="4809">
                  <c:v>4811</c:v>
                </c:pt>
                <c:pt idx="4810">
                  <c:v>4812</c:v>
                </c:pt>
                <c:pt idx="4811">
                  <c:v>4813</c:v>
                </c:pt>
                <c:pt idx="4812">
                  <c:v>4814</c:v>
                </c:pt>
                <c:pt idx="4813">
                  <c:v>4815</c:v>
                </c:pt>
                <c:pt idx="4814">
                  <c:v>4816</c:v>
                </c:pt>
              </c:numCache>
            </c:numRef>
          </c:xVal>
          <c:yVal>
            <c:numRef>
              <c:f>Sheet1!$E$3:$E$4817</c:f>
              <c:numCache>
                <c:formatCode>General</c:formatCode>
                <c:ptCount val="4815"/>
                <c:pt idx="0">
                  <c:v>2.203365091994907</c:v>
                </c:pt>
                <c:pt idx="1">
                  <c:v>2.7386117182690399</c:v>
                </c:pt>
                <c:pt idx="2">
                  <c:v>3.4387650587264789</c:v>
                </c:pt>
                <c:pt idx="3">
                  <c:v>3.9593292432716751</c:v>
                </c:pt>
                <c:pt idx="4">
                  <c:v>5.9133252644062555</c:v>
                </c:pt>
                <c:pt idx="5">
                  <c:v>7.803375145869385</c:v>
                </c:pt>
                <c:pt idx="6">
                  <c:v>8.837603305051255</c:v>
                </c:pt>
                <c:pt idx="7">
                  <c:v>9.9900966226571857</c:v>
                </c:pt>
                <c:pt idx="8">
                  <c:v>9.7343331814365914</c:v>
                </c:pt>
                <c:pt idx="9">
                  <c:v>11.653318910477681</c:v>
                </c:pt>
                <c:pt idx="10">
                  <c:v>13.341117109379152</c:v>
                </c:pt>
                <c:pt idx="11">
                  <c:v>15.072705761325791</c:v>
                </c:pt>
                <c:pt idx="12">
                  <c:v>15.379062594380258</c:v>
                </c:pt>
                <c:pt idx="13">
                  <c:v>18.962913636585249</c:v>
                </c:pt>
                <c:pt idx="14">
                  <c:v>22.396220063054049</c:v>
                </c:pt>
                <c:pt idx="15">
                  <c:v>22.326998136513978</c:v>
                </c:pt>
                <c:pt idx="16">
                  <c:v>22.326579930213185</c:v>
                </c:pt>
                <c:pt idx="17">
                  <c:v>22.819066642159552</c:v>
                </c:pt>
                <c:pt idx="18">
                  <c:v>23.236648975465741</c:v>
                </c:pt>
                <c:pt idx="19">
                  <c:v>25.2247962163053</c:v>
                </c:pt>
                <c:pt idx="20">
                  <c:v>26.437108007867181</c:v>
                </c:pt>
                <c:pt idx="21">
                  <c:v>27.903721332474472</c:v>
                </c:pt>
                <c:pt idx="22">
                  <c:v>28.466623691858391</c:v>
                </c:pt>
                <c:pt idx="23">
                  <c:v>29.356029903505426</c:v>
                </c:pt>
                <c:pt idx="24">
                  <c:v>31.228850088020057</c:v>
                </c:pt>
                <c:pt idx="25">
                  <c:v>32.03035131330742</c:v>
                </c:pt>
                <c:pt idx="26">
                  <c:v>33.237142395895823</c:v>
                </c:pt>
                <c:pt idx="27">
                  <c:v>33.649346813924922</c:v>
                </c:pt>
                <c:pt idx="28">
                  <c:v>34.205335312381422</c:v>
                </c:pt>
                <c:pt idx="29">
                  <c:v>34.462219499869839</c:v>
                </c:pt>
                <c:pt idx="30">
                  <c:v>34.209524854040275</c:v>
                </c:pt>
                <c:pt idx="31">
                  <c:v>34.224591296523521</c:v>
                </c:pt>
                <c:pt idx="32">
                  <c:v>34.080759372146325</c:v>
                </c:pt>
                <c:pt idx="33">
                  <c:v>34.034343336945092</c:v>
                </c:pt>
                <c:pt idx="34">
                  <c:v>36.201335989192145</c:v>
                </c:pt>
                <c:pt idx="35">
                  <c:v>39.033286712016022</c:v>
                </c:pt>
                <c:pt idx="36">
                  <c:v>38.937108185865043</c:v>
                </c:pt>
                <c:pt idx="37">
                  <c:v>39.874401023250989</c:v>
                </c:pt>
                <c:pt idx="38">
                  <c:v>41.018804979438698</c:v>
                </c:pt>
                <c:pt idx="39">
                  <c:v>40.835032477137069</c:v>
                </c:pt>
                <c:pt idx="40">
                  <c:v>40.798140366313596</c:v>
                </c:pt>
                <c:pt idx="41">
                  <c:v>40.78329790849741</c:v>
                </c:pt>
                <c:pt idx="42">
                  <c:v>40.781524586741426</c:v>
                </c:pt>
                <c:pt idx="43">
                  <c:v>42.630591565573653</c:v>
                </c:pt>
                <c:pt idx="44">
                  <c:v>44.138877269086066</c:v>
                </c:pt>
                <c:pt idx="45">
                  <c:v>48.149227588119828</c:v>
                </c:pt>
                <c:pt idx="46">
                  <c:v>52.342284614119009</c:v>
                </c:pt>
                <c:pt idx="47">
                  <c:v>52.242933817014794</c:v>
                </c:pt>
                <c:pt idx="48">
                  <c:v>52.18078074317468</c:v>
                </c:pt>
                <c:pt idx="49">
                  <c:v>52.281318246482606</c:v>
                </c:pt>
                <c:pt idx="50">
                  <c:v>52.275290632763642</c:v>
                </c:pt>
                <c:pt idx="51">
                  <c:v>52.494800238447937</c:v>
                </c:pt>
                <c:pt idx="52">
                  <c:v>55.643438908127607</c:v>
                </c:pt>
                <c:pt idx="53">
                  <c:v>61.208861191432767</c:v>
                </c:pt>
                <c:pt idx="54">
                  <c:v>61.751502139101738</c:v>
                </c:pt>
                <c:pt idx="55">
                  <c:v>61.685529002119139</c:v>
                </c:pt>
                <c:pt idx="56">
                  <c:v>64.002882443781061</c:v>
                </c:pt>
                <c:pt idx="57">
                  <c:v>65.429944932256646</c:v>
                </c:pt>
                <c:pt idx="58">
                  <c:v>70.024211261284037</c:v>
                </c:pt>
                <c:pt idx="59">
                  <c:v>71.675268337064409</c:v>
                </c:pt>
                <c:pt idx="60">
                  <c:v>75.700114846369033</c:v>
                </c:pt>
                <c:pt idx="61">
                  <c:v>75.40786448671173</c:v>
                </c:pt>
                <c:pt idx="62">
                  <c:v>75.473391143805244</c:v>
                </c:pt>
                <c:pt idx="63">
                  <c:v>75.859175690136738</c:v>
                </c:pt>
                <c:pt idx="64">
                  <c:v>75.829649004442373</c:v>
                </c:pt>
                <c:pt idx="65">
                  <c:v>75.823865155291159</c:v>
                </c:pt>
                <c:pt idx="66">
                  <c:v>75.822724664800702</c:v>
                </c:pt>
                <c:pt idx="67">
                  <c:v>77.132556176936433</c:v>
                </c:pt>
                <c:pt idx="68">
                  <c:v>78.550127209414057</c:v>
                </c:pt>
                <c:pt idx="69">
                  <c:v>82.242508418442952</c:v>
                </c:pt>
                <c:pt idx="70">
                  <c:v>84.348214590268967</c:v>
                </c:pt>
                <c:pt idx="71">
                  <c:v>85.704957170350923</c:v>
                </c:pt>
                <c:pt idx="72">
                  <c:v>87.603813207789386</c:v>
                </c:pt>
                <c:pt idx="73">
                  <c:v>91.479108637279751</c:v>
                </c:pt>
                <c:pt idx="74">
                  <c:v>91.854285861562886</c:v>
                </c:pt>
                <c:pt idx="75">
                  <c:v>91.759082256721726</c:v>
                </c:pt>
                <c:pt idx="76">
                  <c:v>91.703432962793428</c:v>
                </c:pt>
                <c:pt idx="77">
                  <c:v>93.524322575636802</c:v>
                </c:pt>
                <c:pt idx="78">
                  <c:v>95.299433363986708</c:v>
                </c:pt>
                <c:pt idx="79">
                  <c:v>97.680358924772378</c:v>
                </c:pt>
                <c:pt idx="80">
                  <c:v>104.86094765635862</c:v>
                </c:pt>
                <c:pt idx="81">
                  <c:v>108.21150768965929</c:v>
                </c:pt>
                <c:pt idx="82">
                  <c:v>113.14724566144443</c:v>
                </c:pt>
                <c:pt idx="83">
                  <c:v>118.02602752543815</c:v>
                </c:pt>
                <c:pt idx="84">
                  <c:v>122.5412696708609</c:v>
                </c:pt>
                <c:pt idx="85">
                  <c:v>125.86165065554297</c:v>
                </c:pt>
                <c:pt idx="86">
                  <c:v>130.78635309330664</c:v>
                </c:pt>
                <c:pt idx="87">
                  <c:v>130.70045480949582</c:v>
                </c:pt>
                <c:pt idx="88">
                  <c:v>131.74147013572465</c:v>
                </c:pt>
                <c:pt idx="89">
                  <c:v>131.57199063215828</c:v>
                </c:pt>
                <c:pt idx="90">
                  <c:v>131.53886795140423</c:v>
                </c:pt>
                <c:pt idx="91">
                  <c:v>132.70707527906578</c:v>
                </c:pt>
                <c:pt idx="92">
                  <c:v>138.32862715181994</c:v>
                </c:pt>
                <c:pt idx="93">
                  <c:v>143.698647413754</c:v>
                </c:pt>
                <c:pt idx="94">
                  <c:v>146.84622761838364</c:v>
                </c:pt>
                <c:pt idx="95">
                  <c:v>153.79237284572559</c:v>
                </c:pt>
                <c:pt idx="96">
                  <c:v>156.33243348007963</c:v>
                </c:pt>
                <c:pt idx="97">
                  <c:v>157.25560768638962</c:v>
                </c:pt>
                <c:pt idx="98">
                  <c:v>157.91684942044424</c:v>
                </c:pt>
                <c:pt idx="99">
                  <c:v>158.306076019773</c:v>
                </c:pt>
                <c:pt idx="100">
                  <c:v>158.23918919413094</c:v>
                </c:pt>
                <c:pt idx="101">
                  <c:v>162.00468245814821</c:v>
                </c:pt>
                <c:pt idx="102">
                  <c:v>162.27895595694994</c:v>
                </c:pt>
                <c:pt idx="103">
                  <c:v>161.99321164839105</c:v>
                </c:pt>
                <c:pt idx="104">
                  <c:v>163.86913106468575</c:v>
                </c:pt>
                <c:pt idx="105">
                  <c:v>163.61418810854201</c:v>
                </c:pt>
                <c:pt idx="106">
                  <c:v>163.56421295859153</c:v>
                </c:pt>
                <c:pt idx="107">
                  <c:v>166.44154563254901</c:v>
                </c:pt>
                <c:pt idx="108">
                  <c:v>169.2725902485931</c:v>
                </c:pt>
                <c:pt idx="109">
                  <c:v>170.70495279270992</c:v>
                </c:pt>
                <c:pt idx="110">
                  <c:v>174.93077565626538</c:v>
                </c:pt>
                <c:pt idx="111">
                  <c:v>174.6991023851543</c:v>
                </c:pt>
                <c:pt idx="112">
                  <c:v>174.64811438526985</c:v>
                </c:pt>
                <c:pt idx="113">
                  <c:v>174.62576939223521</c:v>
                </c:pt>
                <c:pt idx="114">
                  <c:v>174.62362169585845</c:v>
                </c:pt>
                <c:pt idx="115">
                  <c:v>174.6231940034869</c:v>
                </c:pt>
                <c:pt idx="116">
                  <c:v>175.59900154140897</c:v>
                </c:pt>
                <c:pt idx="117">
                  <c:v>178.68330928799509</c:v>
                </c:pt>
                <c:pt idx="118">
                  <c:v>182.07396889594062</c:v>
                </c:pt>
                <c:pt idx="119">
                  <c:v>182.41303214514303</c:v>
                </c:pt>
                <c:pt idx="120">
                  <c:v>183.13004413359968</c:v>
                </c:pt>
                <c:pt idx="121">
                  <c:v>186.4481569789132</c:v>
                </c:pt>
                <c:pt idx="122">
                  <c:v>190.82431567584865</c:v>
                </c:pt>
                <c:pt idx="123">
                  <c:v>194.84949586475338</c:v>
                </c:pt>
                <c:pt idx="124">
                  <c:v>202.87161523782606</c:v>
                </c:pt>
                <c:pt idx="125">
                  <c:v>211.26914707548517</c:v>
                </c:pt>
                <c:pt idx="126">
                  <c:v>217.55033515985124</c:v>
                </c:pt>
                <c:pt idx="127">
                  <c:v>220.31239392016985</c:v>
                </c:pt>
                <c:pt idx="128">
                  <c:v>219.84806748704594</c:v>
                </c:pt>
                <c:pt idx="129">
                  <c:v>228.8860424969576</c:v>
                </c:pt>
                <c:pt idx="130">
                  <c:v>259.75417438587317</c:v>
                </c:pt>
                <c:pt idx="131">
                  <c:v>266.51289339594518</c:v>
                </c:pt>
                <c:pt idx="132">
                  <c:v>273.71323832769252</c:v>
                </c:pt>
                <c:pt idx="133">
                  <c:v>279.01727875077995</c:v>
                </c:pt>
                <c:pt idx="134">
                  <c:v>282.7058185045218</c:v>
                </c:pt>
                <c:pt idx="135">
                  <c:v>283.84749419467141</c:v>
                </c:pt>
                <c:pt idx="136">
                  <c:v>304.13610247956854</c:v>
                </c:pt>
                <c:pt idx="137">
                  <c:v>307.143780162425</c:v>
                </c:pt>
                <c:pt idx="138">
                  <c:v>318.55645824958032</c:v>
                </c:pt>
                <c:pt idx="139">
                  <c:v>321.9473055925144</c:v>
                </c:pt>
                <c:pt idx="140">
                  <c:v>333.05570522546958</c:v>
                </c:pt>
                <c:pt idx="141">
                  <c:v>338.60300418738882</c:v>
                </c:pt>
                <c:pt idx="142">
                  <c:v>344.21863965880539</c:v>
                </c:pt>
                <c:pt idx="143">
                  <c:v>348.16600876261805</c:v>
                </c:pt>
                <c:pt idx="144">
                  <c:v>368.22668863826556</c:v>
                </c:pt>
                <c:pt idx="145">
                  <c:v>371.44770845626846</c:v>
                </c:pt>
                <c:pt idx="146">
                  <c:v>375.18615463007541</c:v>
                </c:pt>
                <c:pt idx="147">
                  <c:v>408.28842156382132</c:v>
                </c:pt>
                <c:pt idx="148">
                  <c:v>448.737457574345</c:v>
                </c:pt>
                <c:pt idx="149">
                  <c:v>451.99942060884467</c:v>
                </c:pt>
                <c:pt idx="150">
                  <c:v>455.9378230471703</c:v>
                </c:pt>
                <c:pt idx="151">
                  <c:v>460.98211167961023</c:v>
                </c:pt>
                <c:pt idx="152">
                  <c:v>466.62830496484821</c:v>
                </c:pt>
                <c:pt idx="153">
                  <c:v>474.73667379341077</c:v>
                </c:pt>
                <c:pt idx="154">
                  <c:v>481.51075024917481</c:v>
                </c:pt>
                <c:pt idx="155">
                  <c:v>489.96353108593257</c:v>
                </c:pt>
                <c:pt idx="156">
                  <c:v>502.43851654540629</c:v>
                </c:pt>
                <c:pt idx="157">
                  <c:v>506.93249130413295</c:v>
                </c:pt>
                <c:pt idx="158">
                  <c:v>515.77393698562867</c:v>
                </c:pt>
                <c:pt idx="159">
                  <c:v>545.99720973567378</c:v>
                </c:pt>
                <c:pt idx="160">
                  <c:v>562.77577306879573</c:v>
                </c:pt>
                <c:pt idx="161">
                  <c:v>598.75315648713558</c:v>
                </c:pt>
                <c:pt idx="162">
                  <c:v>628.99379440342216</c:v>
                </c:pt>
                <c:pt idx="163">
                  <c:v>638.10202985288026</c:v>
                </c:pt>
                <c:pt idx="164">
                  <c:v>688.83194102860841</c:v>
                </c:pt>
                <c:pt idx="165">
                  <c:v>720.82517783684523</c:v>
                </c:pt>
                <c:pt idx="166">
                  <c:v>746.06745268712814</c:v>
                </c:pt>
                <c:pt idx="167">
                  <c:v>753.10894500250208</c:v>
                </c:pt>
                <c:pt idx="168">
                  <c:v>765.04006731103425</c:v>
                </c:pt>
                <c:pt idx="169">
                  <c:v>772.0471457358052</c:v>
                </c:pt>
                <c:pt idx="170">
                  <c:v>782.82244347221683</c:v>
                </c:pt>
                <c:pt idx="171">
                  <c:v>807.77747666103369</c:v>
                </c:pt>
                <c:pt idx="172">
                  <c:v>853.2236407245839</c:v>
                </c:pt>
                <c:pt idx="173">
                  <c:v>878.30348463262453</c:v>
                </c:pt>
                <c:pt idx="174">
                  <c:v>934.71411156100737</c:v>
                </c:pt>
                <c:pt idx="175">
                  <c:v>958.56953409739401</c:v>
                </c:pt>
                <c:pt idx="176">
                  <c:v>974.5418491644532</c:v>
                </c:pt>
                <c:pt idx="177">
                  <c:v>996.96848824235576</c:v>
                </c:pt>
                <c:pt idx="178">
                  <c:v>998.73511665557623</c:v>
                </c:pt>
                <c:pt idx="179">
                  <c:v>1027.1364608705528</c:v>
                </c:pt>
                <c:pt idx="180">
                  <c:v>1045.009633192456</c:v>
                </c:pt>
                <c:pt idx="181">
                  <c:v>1052.8796122053034</c:v>
                </c:pt>
                <c:pt idx="182">
                  <c:v>1065.0143296437252</c:v>
                </c:pt>
                <c:pt idx="183">
                  <c:v>1083.6022262675708</c:v>
                </c:pt>
                <c:pt idx="184">
                  <c:v>1092.0690536983225</c:v>
                </c:pt>
                <c:pt idx="185">
                  <c:v>1091.6891751801254</c:v>
                </c:pt>
                <c:pt idx="186">
                  <c:v>1095.2233639867725</c:v>
                </c:pt>
                <c:pt idx="187">
                  <c:v>1096.3369120529221</c:v>
                </c:pt>
                <c:pt idx="188">
                  <c:v>1102.6181892474804</c:v>
                </c:pt>
                <c:pt idx="189">
                  <c:v>1115.3443313471494</c:v>
                </c:pt>
                <c:pt idx="190">
                  <c:v>1132.7559679840999</c:v>
                </c:pt>
                <c:pt idx="191">
                  <c:v>1137.8755576245919</c:v>
                </c:pt>
                <c:pt idx="192">
                  <c:v>1158.2553462849837</c:v>
                </c:pt>
                <c:pt idx="193">
                  <c:v>1160.1429570823786</c:v>
                </c:pt>
                <c:pt idx="194">
                  <c:v>1162.386506764668</c:v>
                </c:pt>
                <c:pt idx="195">
                  <c:v>1164.4082397191239</c:v>
                </c:pt>
                <c:pt idx="196">
                  <c:v>1164.3321755180527</c:v>
                </c:pt>
                <c:pt idx="197">
                  <c:v>1164.5378802531789</c:v>
                </c:pt>
                <c:pt idx="198">
                  <c:v>1165.8572149834608</c:v>
                </c:pt>
                <c:pt idx="199">
                  <c:v>1165.5930012832905</c:v>
                </c:pt>
                <c:pt idx="200">
                  <c:v>1165.5220451001551</c:v>
                </c:pt>
                <c:pt idx="201">
                  <c:v>1165.9852121782308</c:v>
                </c:pt>
                <c:pt idx="202">
                  <c:v>1165.9605666196148</c:v>
                </c:pt>
                <c:pt idx="203">
                  <c:v>1165.9558704223969</c:v>
                </c:pt>
                <c:pt idx="204">
                  <c:v>1165.954946665895</c:v>
                </c:pt>
                <c:pt idx="205">
                  <c:v>1166.1367331763172</c:v>
                </c:pt>
                <c:pt idx="206">
                  <c:v>1166.4125577443097</c:v>
                </c:pt>
                <c:pt idx="207">
                  <c:v>1166.5593803355564</c:v>
                </c:pt>
                <c:pt idx="208">
                  <c:v>1166.6819453810015</c:v>
                </c:pt>
                <c:pt idx="209">
                  <c:v>1166.6778690555423</c:v>
                </c:pt>
                <c:pt idx="210">
                  <c:v>1167.0176830686453</c:v>
                </c:pt>
                <c:pt idx="211">
                  <c:v>1168.6174672175896</c:v>
                </c:pt>
                <c:pt idx="212">
                  <c:v>1168.7193299269402</c:v>
                </c:pt>
                <c:pt idx="213">
                  <c:v>1168.7023737332167</c:v>
                </c:pt>
                <c:pt idx="214">
                  <c:v>1169.5813604173859</c:v>
                </c:pt>
                <c:pt idx="215">
                  <c:v>1169.6734078026229</c:v>
                </c:pt>
                <c:pt idx="216">
                  <c:v>1169.7999570860379</c:v>
                </c:pt>
                <c:pt idx="217">
                  <c:v>1169.8018560067528</c:v>
                </c:pt>
                <c:pt idx="218">
                  <c:v>1169.800425243036</c:v>
                </c:pt>
                <c:pt idx="219">
                  <c:v>1169.8010716101901</c:v>
                </c:pt>
                <c:pt idx="220">
                  <c:v>1169.7994562967881</c:v>
                </c:pt>
                <c:pt idx="221">
                  <c:v>1169.7991124565226</c:v>
                </c:pt>
                <c:pt idx="222">
                  <c:v>1169.7990297940089</c:v>
                </c:pt>
                <c:pt idx="223">
                  <c:v>1170.0862168150843</c:v>
                </c:pt>
                <c:pt idx="224">
                  <c:v>1170.1379277797307</c:v>
                </c:pt>
                <c:pt idx="225">
                  <c:v>1170.1304773711124</c:v>
                </c:pt>
                <c:pt idx="226">
                  <c:v>1170.3707037021113</c:v>
                </c:pt>
                <c:pt idx="227">
                  <c:v>1170.342172937417</c:v>
                </c:pt>
                <c:pt idx="228">
                  <c:v>1170.4009162661619</c:v>
                </c:pt>
                <c:pt idx="229">
                  <c:v>1170.3956287808123</c:v>
                </c:pt>
                <c:pt idx="230">
                  <c:v>1170.3949203395432</c:v>
                </c:pt>
                <c:pt idx="231">
                  <c:v>1170.3946811166832</c:v>
                </c:pt>
                <c:pt idx="232">
                  <c:v>1170.6356608121826</c:v>
                </c:pt>
                <c:pt idx="233">
                  <c:v>1170.6199943350523</c:v>
                </c:pt>
                <c:pt idx="234">
                  <c:v>1171.3000464939068</c:v>
                </c:pt>
                <c:pt idx="235">
                  <c:v>1172.8761709759988</c:v>
                </c:pt>
                <c:pt idx="236">
                  <c:v>1172.7939228876851</c:v>
                </c:pt>
                <c:pt idx="237">
                  <c:v>1172.7828853961969</c:v>
                </c:pt>
                <c:pt idx="238">
                  <c:v>1173.1871950271586</c:v>
                </c:pt>
                <c:pt idx="239">
                  <c:v>1173.8103059612095</c:v>
                </c:pt>
                <c:pt idx="240">
                  <c:v>1175.4766102751357</c:v>
                </c:pt>
                <c:pt idx="241">
                  <c:v>1175.5913794632263</c:v>
                </c:pt>
                <c:pt idx="242">
                  <c:v>1181.6051503034791</c:v>
                </c:pt>
                <c:pt idx="243">
                  <c:v>1181.5119848398692</c:v>
                </c:pt>
                <c:pt idx="244">
                  <c:v>1181.4788216579166</c:v>
                </c:pt>
                <c:pt idx="245">
                  <c:v>1181.903587142363</c:v>
                </c:pt>
                <c:pt idx="246">
                  <c:v>1181.9577118557704</c:v>
                </c:pt>
                <c:pt idx="247">
                  <c:v>1181.9527756492178</c:v>
                </c:pt>
                <c:pt idx="248">
                  <c:v>1182.2686062398016</c:v>
                </c:pt>
                <c:pt idx="249">
                  <c:v>1182.4266291387939</c:v>
                </c:pt>
                <c:pt idx="250">
                  <c:v>1182.4003518563159</c:v>
                </c:pt>
                <c:pt idx="251">
                  <c:v>1182.4074185877714</c:v>
                </c:pt>
                <c:pt idx="252">
                  <c:v>1182.5695738774857</c:v>
                </c:pt>
                <c:pt idx="253">
                  <c:v>1182.6349648696228</c:v>
                </c:pt>
                <c:pt idx="254">
                  <c:v>1182.8644217215858</c:v>
                </c:pt>
                <c:pt idx="255">
                  <c:v>1182.8539181999381</c:v>
                </c:pt>
                <c:pt idx="256">
                  <c:v>1182.8517862052054</c:v>
                </c:pt>
                <c:pt idx="257">
                  <c:v>1182.883840768329</c:v>
                </c:pt>
                <c:pt idx="258">
                  <c:v>1182.8784450429503</c:v>
                </c:pt>
                <c:pt idx="259">
                  <c:v>1182.9604755169403</c:v>
                </c:pt>
                <c:pt idx="260">
                  <c:v>1183.6881124234421</c:v>
                </c:pt>
                <c:pt idx="261">
                  <c:v>1184.0148774259289</c:v>
                </c:pt>
                <c:pt idx="262">
                  <c:v>1184.5359094148296</c:v>
                </c:pt>
                <c:pt idx="263">
                  <c:v>1184.5203118488123</c:v>
                </c:pt>
                <c:pt idx="264">
                  <c:v>1184.6484246832915</c:v>
                </c:pt>
                <c:pt idx="265">
                  <c:v>1185.5065245825674</c:v>
                </c:pt>
                <c:pt idx="266">
                  <c:v>1187.1588780570141</c:v>
                </c:pt>
                <c:pt idx="267">
                  <c:v>1187.5720946172555</c:v>
                </c:pt>
                <c:pt idx="268">
                  <c:v>1188.0559443331165</c:v>
                </c:pt>
                <c:pt idx="269">
                  <c:v>1189.0233551526478</c:v>
                </c:pt>
                <c:pt idx="270">
                  <c:v>1189.90192069862</c:v>
                </c:pt>
                <c:pt idx="271">
                  <c:v>1190.1232786146013</c:v>
                </c:pt>
                <c:pt idx="272">
                  <c:v>1190.056467464877</c:v>
                </c:pt>
                <c:pt idx="273">
                  <c:v>1190.1979801549876</c:v>
                </c:pt>
                <c:pt idx="274">
                  <c:v>1190.188989115338</c:v>
                </c:pt>
                <c:pt idx="275">
                  <c:v>1191.3362098300838</c:v>
                </c:pt>
                <c:pt idx="276">
                  <c:v>1192.0012555800938</c:v>
                </c:pt>
                <c:pt idx="277">
                  <c:v>1191.9404809851883</c:v>
                </c:pt>
                <c:pt idx="278">
                  <c:v>1191.9323931292708</c:v>
                </c:pt>
                <c:pt idx="279">
                  <c:v>1193.1798734477945</c:v>
                </c:pt>
                <c:pt idx="280">
                  <c:v>1193.1179852597647</c:v>
                </c:pt>
                <c:pt idx="281">
                  <c:v>1193.3013998126562</c:v>
                </c:pt>
                <c:pt idx="282">
                  <c:v>1193.4816602000246</c:v>
                </c:pt>
                <c:pt idx="283">
                  <c:v>1195.6253699897554</c:v>
                </c:pt>
                <c:pt idx="284">
                  <c:v>1195.5245940944089</c:v>
                </c:pt>
                <c:pt idx="285">
                  <c:v>1195.5116351941801</c:v>
                </c:pt>
                <c:pt idx="286">
                  <c:v>1196.3948412272089</c:v>
                </c:pt>
                <c:pt idx="287">
                  <c:v>1196.4092402453248</c:v>
                </c:pt>
                <c:pt idx="288">
                  <c:v>1196.6542945009542</c:v>
                </c:pt>
                <c:pt idx="289">
                  <c:v>1198.5334122109984</c:v>
                </c:pt>
                <c:pt idx="290">
                  <c:v>1199.0082835401943</c:v>
                </c:pt>
                <c:pt idx="291">
                  <c:v>1199.1519900273577</c:v>
                </c:pt>
                <c:pt idx="292">
                  <c:v>1200.141983373039</c:v>
                </c:pt>
                <c:pt idx="293">
                  <c:v>1201.0519435572003</c:v>
                </c:pt>
                <c:pt idx="294">
                  <c:v>1202.4307234356456</c:v>
                </c:pt>
                <c:pt idx="295">
                  <c:v>1202.3594058094072</c:v>
                </c:pt>
                <c:pt idx="296">
                  <c:v>1202.8912425147782</c:v>
                </c:pt>
                <c:pt idx="297">
                  <c:v>1204.7864030292708</c:v>
                </c:pt>
                <c:pt idx="298">
                  <c:v>1205.7677424035051</c:v>
                </c:pt>
                <c:pt idx="299">
                  <c:v>1206.1627863233398</c:v>
                </c:pt>
                <c:pt idx="300">
                  <c:v>1206.1112624475352</c:v>
                </c:pt>
                <c:pt idx="301">
                  <c:v>1207.5437413335378</c:v>
                </c:pt>
                <c:pt idx="302">
                  <c:v>1208.5467093945629</c:v>
                </c:pt>
                <c:pt idx="303">
                  <c:v>1212.4773974146513</c:v>
                </c:pt>
                <c:pt idx="304">
                  <c:v>1215.6212928651785</c:v>
                </c:pt>
                <c:pt idx="305">
                  <c:v>1218.1502678029167</c:v>
                </c:pt>
                <c:pt idx="306">
                  <c:v>1217.9932557495742</c:v>
                </c:pt>
                <c:pt idx="307">
                  <c:v>1217.9629196472799</c:v>
                </c:pt>
                <c:pt idx="308">
                  <c:v>1218.5773736172187</c:v>
                </c:pt>
                <c:pt idx="309">
                  <c:v>1219.1357119419438</c:v>
                </c:pt>
                <c:pt idx="310">
                  <c:v>1219.9798695184311</c:v>
                </c:pt>
                <c:pt idx="311">
                  <c:v>1219.9606779889384</c:v>
                </c:pt>
                <c:pt idx="312">
                  <c:v>1220.0898799030417</c:v>
                </c:pt>
                <c:pt idx="313">
                  <c:v>1220.5303477305201</c:v>
                </c:pt>
                <c:pt idx="314">
                  <c:v>1221.0885101071442</c:v>
                </c:pt>
                <c:pt idx="315">
                  <c:v>1221.9834752540198</c:v>
                </c:pt>
                <c:pt idx="316">
                  <c:v>1223.3806541166189</c:v>
                </c:pt>
                <c:pt idx="317">
                  <c:v>1259.6034195610744</c:v>
                </c:pt>
                <c:pt idx="318">
                  <c:v>1265.7080926929298</c:v>
                </c:pt>
                <c:pt idx="319">
                  <c:v>1265.7606789510312</c:v>
                </c:pt>
                <c:pt idx="320">
                  <c:v>1269.8469938889164</c:v>
                </c:pt>
                <c:pt idx="321">
                  <c:v>1306.2988196291972</c:v>
                </c:pt>
                <c:pt idx="322">
                  <c:v>1307.6698196453228</c:v>
                </c:pt>
                <c:pt idx="323">
                  <c:v>1308.272720760338</c:v>
                </c:pt>
                <c:pt idx="324">
                  <c:v>1308.14421672256</c:v>
                </c:pt>
                <c:pt idx="325">
                  <c:v>1308.1191220870385</c:v>
                </c:pt>
                <c:pt idx="326">
                  <c:v>1308.1157506202583</c:v>
                </c:pt>
                <c:pt idx="327">
                  <c:v>1309.555608150662</c:v>
                </c:pt>
                <c:pt idx="328">
                  <c:v>1309.4786958782379</c:v>
                </c:pt>
                <c:pt idx="329">
                  <c:v>1311.1334994344559</c:v>
                </c:pt>
                <c:pt idx="330">
                  <c:v>1311.5502622602955</c:v>
                </c:pt>
                <c:pt idx="331">
                  <c:v>1311.7248684345941</c:v>
                </c:pt>
                <c:pt idx="332">
                  <c:v>1328.3813886051421</c:v>
                </c:pt>
                <c:pt idx="333">
                  <c:v>1328.7684781878268</c:v>
                </c:pt>
                <c:pt idx="334">
                  <c:v>1329.0248443186053</c:v>
                </c:pt>
                <c:pt idx="335">
                  <c:v>1329.0031202979462</c:v>
                </c:pt>
                <c:pt idx="336">
                  <c:v>1328.9989034466828</c:v>
                </c:pt>
                <c:pt idx="337">
                  <c:v>1329.5598850577917</c:v>
                </c:pt>
                <c:pt idx="338">
                  <c:v>1329.800586799086</c:v>
                </c:pt>
                <c:pt idx="339">
                  <c:v>1330.1678912088348</c:v>
                </c:pt>
                <c:pt idx="340">
                  <c:v>1332.2241526294204</c:v>
                </c:pt>
                <c:pt idx="341">
                  <c:v>1333.2349927268381</c:v>
                </c:pt>
                <c:pt idx="342">
                  <c:v>1334.9033371853795</c:v>
                </c:pt>
                <c:pt idx="343">
                  <c:v>1335.629132714326</c:v>
                </c:pt>
                <c:pt idx="344">
                  <c:v>1335.5831525879612</c:v>
                </c:pt>
                <c:pt idx="345">
                  <c:v>1336.4734376126821</c:v>
                </c:pt>
                <c:pt idx="346">
                  <c:v>1337.0991771490744</c:v>
                </c:pt>
                <c:pt idx="347">
                  <c:v>1337.0429191547603</c:v>
                </c:pt>
                <c:pt idx="348">
                  <c:v>1337.3846091967184</c:v>
                </c:pt>
                <c:pt idx="349">
                  <c:v>1337.7681475731106</c:v>
                </c:pt>
                <c:pt idx="350">
                  <c:v>1337.7407455106484</c:v>
                </c:pt>
                <c:pt idx="351">
                  <c:v>1337.735245009007</c:v>
                </c:pt>
                <c:pt idx="352">
                  <c:v>1337.7418654621645</c:v>
                </c:pt>
                <c:pt idx="353">
                  <c:v>1337.7412617217115</c:v>
                </c:pt>
                <c:pt idx="354">
                  <c:v>1337.8000438603078</c:v>
                </c:pt>
                <c:pt idx="355">
                  <c:v>1338.2567586184045</c:v>
                </c:pt>
                <c:pt idx="356">
                  <c:v>1339.0527937247057</c:v>
                </c:pt>
                <c:pt idx="357">
                  <c:v>1339.3198420596061</c:v>
                </c:pt>
                <c:pt idx="358">
                  <c:v>1339.4798335251724</c:v>
                </c:pt>
                <c:pt idx="359">
                  <c:v>1339.8085063261506</c:v>
                </c:pt>
                <c:pt idx="360">
                  <c:v>1339.798012048296</c:v>
                </c:pt>
                <c:pt idx="361">
                  <c:v>1340.6915284910538</c:v>
                </c:pt>
                <c:pt idx="362">
                  <c:v>1341.0460521343628</c:v>
                </c:pt>
                <c:pt idx="363">
                  <c:v>1341.0302273121715</c:v>
                </c:pt>
                <c:pt idx="364">
                  <c:v>1341.5444823535313</c:v>
                </c:pt>
                <c:pt idx="365">
                  <c:v>1341.8190463189258</c:v>
                </c:pt>
                <c:pt idx="366">
                  <c:v>1345.3896072241241</c:v>
                </c:pt>
                <c:pt idx="367">
                  <c:v>1345.2229376125902</c:v>
                </c:pt>
                <c:pt idx="368">
                  <c:v>1345.2470668709343</c:v>
                </c:pt>
                <c:pt idx="369">
                  <c:v>1345.2337287724663</c:v>
                </c:pt>
                <c:pt idx="370">
                  <c:v>1345.2290790600005</c:v>
                </c:pt>
                <c:pt idx="371">
                  <c:v>1345.7339230674572</c:v>
                </c:pt>
                <c:pt idx="372">
                  <c:v>1345.6972805245337</c:v>
                </c:pt>
                <c:pt idx="373">
                  <c:v>1345.6901151287007</c:v>
                </c:pt>
                <c:pt idx="374">
                  <c:v>1346.1631749311707</c:v>
                </c:pt>
                <c:pt idx="375">
                  <c:v>1346.296885637847</c:v>
                </c:pt>
                <c:pt idx="376">
                  <c:v>1346.2852517725064</c:v>
                </c:pt>
                <c:pt idx="377">
                  <c:v>1346.3610267102772</c:v>
                </c:pt>
                <c:pt idx="378">
                  <c:v>1346.3539855253437</c:v>
                </c:pt>
                <c:pt idx="379">
                  <c:v>1346.7773481526815</c:v>
                </c:pt>
                <c:pt idx="380">
                  <c:v>1346.8392434115124</c:v>
                </c:pt>
                <c:pt idx="381">
                  <c:v>1346.8327709873361</c:v>
                </c:pt>
                <c:pt idx="382">
                  <c:v>1346.8315215304601</c:v>
                </c:pt>
                <c:pt idx="383">
                  <c:v>1347.6476889514697</c:v>
                </c:pt>
                <c:pt idx="384">
                  <c:v>1349.0927876579706</c:v>
                </c:pt>
                <c:pt idx="385">
                  <c:v>1352.5741579046598</c:v>
                </c:pt>
                <c:pt idx="386">
                  <c:v>1353.587575934368</c:v>
                </c:pt>
                <c:pt idx="387">
                  <c:v>1354.6298783913896</c:v>
                </c:pt>
                <c:pt idx="388">
                  <c:v>1356.2230796323754</c:v>
                </c:pt>
                <c:pt idx="389">
                  <c:v>1358.6312023923113</c:v>
                </c:pt>
                <c:pt idx="390">
                  <c:v>1358.5017602744833</c:v>
                </c:pt>
                <c:pt idx="391">
                  <c:v>1358.575934380583</c:v>
                </c:pt>
                <c:pt idx="392">
                  <c:v>1358.7949515411817</c:v>
                </c:pt>
                <c:pt idx="393">
                  <c:v>1358.7688688805131</c:v>
                </c:pt>
                <c:pt idx="394">
                  <c:v>1359.1917620975291</c:v>
                </c:pt>
                <c:pt idx="395">
                  <c:v>1359.1549436029202</c:v>
                </c:pt>
                <c:pt idx="396">
                  <c:v>1360.8004713210928</c:v>
                </c:pt>
                <c:pt idx="397">
                  <c:v>1362.197778586193</c:v>
                </c:pt>
                <c:pt idx="398">
                  <c:v>1362.446810152964</c:v>
                </c:pt>
                <c:pt idx="399">
                  <c:v>1363.3449797848371</c:v>
                </c:pt>
                <c:pt idx="400">
                  <c:v>1363.2942229945386</c:v>
                </c:pt>
                <c:pt idx="401">
                  <c:v>1363.2840801187967</c:v>
                </c:pt>
                <c:pt idx="402">
                  <c:v>1363.862111491833</c:v>
                </c:pt>
                <c:pt idx="403">
                  <c:v>1363.8333163782268</c:v>
                </c:pt>
                <c:pt idx="404">
                  <c:v>1364.3852453740199</c:v>
                </c:pt>
                <c:pt idx="405">
                  <c:v>1365.4159774004315</c:v>
                </c:pt>
                <c:pt idx="406">
                  <c:v>1366.2170954081664</c:v>
                </c:pt>
                <c:pt idx="407">
                  <c:v>1366.8813638614556</c:v>
                </c:pt>
                <c:pt idx="408">
                  <c:v>1369.1614722364016</c:v>
                </c:pt>
                <c:pt idx="409">
                  <c:v>1369.938027269013</c:v>
                </c:pt>
                <c:pt idx="410">
                  <c:v>1371.1997747412117</c:v>
                </c:pt>
                <c:pt idx="411">
                  <c:v>1372.5656308869761</c:v>
                </c:pt>
                <c:pt idx="412">
                  <c:v>1372.5229554504263</c:v>
                </c:pt>
                <c:pt idx="413">
                  <c:v>1372.8834272292709</c:v>
                </c:pt>
                <c:pt idx="414">
                  <c:v>1372.9565301729258</c:v>
                </c:pt>
                <c:pt idx="415">
                  <c:v>1373.4454126382582</c:v>
                </c:pt>
                <c:pt idx="416">
                  <c:v>1373.4082111078365</c:v>
                </c:pt>
                <c:pt idx="417">
                  <c:v>1373.4008746808518</c:v>
                </c:pt>
                <c:pt idx="418">
                  <c:v>1373.3994150141352</c:v>
                </c:pt>
                <c:pt idx="419">
                  <c:v>1373.7026954003647</c:v>
                </c:pt>
                <c:pt idx="420">
                  <c:v>1374.491100968997</c:v>
                </c:pt>
                <c:pt idx="421">
                  <c:v>1374.429557004315</c:v>
                </c:pt>
                <c:pt idx="422">
                  <c:v>1375.9052502517898</c:v>
                </c:pt>
                <c:pt idx="423">
                  <c:v>1376.4743548600491</c:v>
                </c:pt>
                <c:pt idx="424">
                  <c:v>1376.7071019959501</c:v>
                </c:pt>
                <c:pt idx="425">
                  <c:v>1376.7017161703079</c:v>
                </c:pt>
                <c:pt idx="426">
                  <c:v>1376.8144761653868</c:v>
                </c:pt>
                <c:pt idx="427">
                  <c:v>1377.0277523341222</c:v>
                </c:pt>
                <c:pt idx="428">
                  <c:v>1377.6811583668648</c:v>
                </c:pt>
                <c:pt idx="429">
                  <c:v>1377.6603452517297</c:v>
                </c:pt>
                <c:pt idx="430">
                  <c:v>1378.8138338358983</c:v>
                </c:pt>
                <c:pt idx="431">
                  <c:v>1378.7823392953608</c:v>
                </c:pt>
                <c:pt idx="432">
                  <c:v>1379.0495530759024</c:v>
                </c:pt>
                <c:pt idx="433">
                  <c:v>1379.3610537932045</c:v>
                </c:pt>
                <c:pt idx="434">
                  <c:v>1379.5526355496056</c:v>
                </c:pt>
                <c:pt idx="435">
                  <c:v>1380.093168876753</c:v>
                </c:pt>
                <c:pt idx="436">
                  <c:v>1380.0566678616003</c:v>
                </c:pt>
                <c:pt idx="437">
                  <c:v>1380.2316276857805</c:v>
                </c:pt>
                <c:pt idx="438">
                  <c:v>1380.6113916473482</c:v>
                </c:pt>
                <c:pt idx="439">
                  <c:v>1380.6678275561583</c:v>
                </c:pt>
                <c:pt idx="440">
                  <c:v>1380.6500365297857</c:v>
                </c:pt>
                <c:pt idx="441">
                  <c:v>1380.690361399108</c:v>
                </c:pt>
                <c:pt idx="442">
                  <c:v>1380.6864150715974</c:v>
                </c:pt>
                <c:pt idx="443">
                  <c:v>1380.6854269447535</c:v>
                </c:pt>
                <c:pt idx="444">
                  <c:v>1380.7406671840945</c:v>
                </c:pt>
                <c:pt idx="445">
                  <c:v>1381.1599247212901</c:v>
                </c:pt>
                <c:pt idx="446">
                  <c:v>1381.1424732494443</c:v>
                </c:pt>
                <c:pt idx="447">
                  <c:v>1381.3961484516572</c:v>
                </c:pt>
                <c:pt idx="448">
                  <c:v>1383.8769980742111</c:v>
                </c:pt>
                <c:pt idx="449">
                  <c:v>1383.7630291483122</c:v>
                </c:pt>
                <c:pt idx="450">
                  <c:v>1383.8019589118289</c:v>
                </c:pt>
                <c:pt idx="451">
                  <c:v>1383.7947609251894</c:v>
                </c:pt>
                <c:pt idx="452">
                  <c:v>1384.3958825779416</c:v>
                </c:pt>
                <c:pt idx="453">
                  <c:v>1384.7629269136041</c:v>
                </c:pt>
                <c:pt idx="454">
                  <c:v>1385.0200958518858</c:v>
                </c:pt>
                <c:pt idx="455">
                  <c:v>1385.1998448815455</c:v>
                </c:pt>
                <c:pt idx="456">
                  <c:v>1385.1904717634006</c:v>
                </c:pt>
                <c:pt idx="457">
                  <c:v>1385.2790199531848</c:v>
                </c:pt>
                <c:pt idx="458">
                  <c:v>1385.276065752566</c:v>
                </c:pt>
                <c:pt idx="459">
                  <c:v>1388.7561457270479</c:v>
                </c:pt>
                <c:pt idx="460">
                  <c:v>1388.6164422938709</c:v>
                </c:pt>
                <c:pt idx="461">
                  <c:v>1392.7082274864242</c:v>
                </c:pt>
                <c:pt idx="462">
                  <c:v>1403.4741943863776</c:v>
                </c:pt>
                <c:pt idx="463">
                  <c:v>1403.5154173958108</c:v>
                </c:pt>
                <c:pt idx="464">
                  <c:v>1403.5903318149828</c:v>
                </c:pt>
                <c:pt idx="465">
                  <c:v>1403.5619072992747</c:v>
                </c:pt>
                <c:pt idx="466">
                  <c:v>1403.9891297209917</c:v>
                </c:pt>
                <c:pt idx="467">
                  <c:v>1404.3048970362888</c:v>
                </c:pt>
                <c:pt idx="468">
                  <c:v>1404.275069416607</c:v>
                </c:pt>
                <c:pt idx="469">
                  <c:v>1404.741136294633</c:v>
                </c:pt>
                <c:pt idx="470">
                  <c:v>1405.4275626228955</c:v>
                </c:pt>
                <c:pt idx="471">
                  <c:v>1405.5791532409403</c:v>
                </c:pt>
                <c:pt idx="472">
                  <c:v>1405.6868182104224</c:v>
                </c:pt>
                <c:pt idx="473">
                  <c:v>1405.7843378873711</c:v>
                </c:pt>
                <c:pt idx="474">
                  <c:v>1405.8049178517078</c:v>
                </c:pt>
                <c:pt idx="475">
                  <c:v>1405.9448365646938</c:v>
                </c:pt>
                <c:pt idx="476">
                  <c:v>1406.5017950508102</c:v>
                </c:pt>
                <c:pt idx="477">
                  <c:v>1407.1830986512159</c:v>
                </c:pt>
                <c:pt idx="478">
                  <c:v>1407.7599274919551</c:v>
                </c:pt>
                <c:pt idx="479">
                  <c:v>1407.8382097513161</c:v>
                </c:pt>
                <c:pt idx="480">
                  <c:v>1407.8293705448468</c:v>
                </c:pt>
                <c:pt idx="481">
                  <c:v>1407.8278675852719</c:v>
                </c:pt>
                <c:pt idx="482">
                  <c:v>1407.8278675852719</c:v>
                </c:pt>
                <c:pt idx="483">
                  <c:v>1407.8278675852719</c:v>
                </c:pt>
                <c:pt idx="484">
                  <c:v>1408.0520764735413</c:v>
                </c:pt>
                <c:pt idx="485">
                  <c:v>1408.0441793460113</c:v>
                </c:pt>
                <c:pt idx="486">
                  <c:v>1408.0410243226868</c:v>
                </c:pt>
                <c:pt idx="487">
                  <c:v>1408.088476858185</c:v>
                </c:pt>
                <c:pt idx="488">
                  <c:v>1408.1497882440374</c:v>
                </c:pt>
                <c:pt idx="489">
                  <c:v>1408.7364284774401</c:v>
                </c:pt>
                <c:pt idx="490">
                  <c:v>1408.7342943098338</c:v>
                </c:pt>
                <c:pt idx="491">
                  <c:v>1408.7208369366472</c:v>
                </c:pt>
                <c:pt idx="492">
                  <c:v>1409.0148723590089</c:v>
                </c:pt>
                <c:pt idx="493">
                  <c:v>1409.0006831356022</c:v>
                </c:pt>
                <c:pt idx="494">
                  <c:v>1409.092150995863</c:v>
                </c:pt>
                <c:pt idx="495">
                  <c:v>1409.23020632101</c:v>
                </c:pt>
                <c:pt idx="496">
                  <c:v>1409.4242389861208</c:v>
                </c:pt>
                <c:pt idx="497">
                  <c:v>1409.4135956743235</c:v>
                </c:pt>
                <c:pt idx="498">
                  <c:v>1409.4355352989755</c:v>
                </c:pt>
                <c:pt idx="499">
                  <c:v>1409.8251411382992</c:v>
                </c:pt>
                <c:pt idx="500">
                  <c:v>1410.3687550952868</c:v>
                </c:pt>
                <c:pt idx="501">
                  <c:v>1410.9883528406715</c:v>
                </c:pt>
                <c:pt idx="502">
                  <c:v>1411.1931499899226</c:v>
                </c:pt>
                <c:pt idx="503">
                  <c:v>1411.5489282732062</c:v>
                </c:pt>
                <c:pt idx="504">
                  <c:v>1411.6710056072473</c:v>
                </c:pt>
                <c:pt idx="505">
                  <c:v>1411.7439671833765</c:v>
                </c:pt>
                <c:pt idx="506">
                  <c:v>1411.8410416832887</c:v>
                </c:pt>
                <c:pt idx="507">
                  <c:v>1412.4476711681673</c:v>
                </c:pt>
                <c:pt idx="508">
                  <c:v>1414.3912184902672</c:v>
                </c:pt>
                <c:pt idx="509">
                  <c:v>1414.3651019004114</c:v>
                </c:pt>
                <c:pt idx="510">
                  <c:v>1423.0339412746425</c:v>
                </c:pt>
                <c:pt idx="511">
                  <c:v>1423.0830257704856</c:v>
                </c:pt>
                <c:pt idx="512">
                  <c:v>1423.1844666472919</c:v>
                </c:pt>
                <c:pt idx="513">
                  <c:v>1423.9415759688557</c:v>
                </c:pt>
                <c:pt idx="514">
                  <c:v>1423.8791240211949</c:v>
                </c:pt>
                <c:pt idx="515">
                  <c:v>1424.0106661168336</c:v>
                </c:pt>
                <c:pt idx="516">
                  <c:v>1424.2095213727373</c:v>
                </c:pt>
                <c:pt idx="517">
                  <c:v>1424.188670488086</c:v>
                </c:pt>
                <c:pt idx="518">
                  <c:v>1424.3921091552077</c:v>
                </c:pt>
                <c:pt idx="519">
                  <c:v>1424.5098373160433</c:v>
                </c:pt>
                <c:pt idx="520">
                  <c:v>1428.5638802024835</c:v>
                </c:pt>
                <c:pt idx="521">
                  <c:v>1428.46694580704</c:v>
                </c:pt>
                <c:pt idx="522">
                  <c:v>1428.7029150361311</c:v>
                </c:pt>
                <c:pt idx="523">
                  <c:v>1429.2689815783046</c:v>
                </c:pt>
                <c:pt idx="524">
                  <c:v>1429.6979946956988</c:v>
                </c:pt>
                <c:pt idx="525">
                  <c:v>1431.1219880403239</c:v>
                </c:pt>
                <c:pt idx="526">
                  <c:v>1431.6862971668891</c:v>
                </c:pt>
                <c:pt idx="527">
                  <c:v>1431.7891185054282</c:v>
                </c:pt>
                <c:pt idx="528">
                  <c:v>1431.7818592362044</c:v>
                </c:pt>
                <c:pt idx="529">
                  <c:v>1432.0477468938509</c:v>
                </c:pt>
                <c:pt idx="530">
                  <c:v>1432.1255509914781</c:v>
                </c:pt>
                <c:pt idx="531">
                  <c:v>1432.2391401189739</c:v>
                </c:pt>
                <c:pt idx="532">
                  <c:v>1432.230640565368</c:v>
                </c:pt>
                <c:pt idx="533">
                  <c:v>1434.2268131652138</c:v>
                </c:pt>
                <c:pt idx="534">
                  <c:v>1434.210064695581</c:v>
                </c:pt>
                <c:pt idx="535">
                  <c:v>1434.30459969359</c:v>
                </c:pt>
                <c:pt idx="536">
                  <c:v>1434.2837158556918</c:v>
                </c:pt>
                <c:pt idx="537">
                  <c:v>1434.4249670970908</c:v>
                </c:pt>
                <c:pt idx="538">
                  <c:v>1434.4141476588561</c:v>
                </c:pt>
                <c:pt idx="539">
                  <c:v>1434.4104365829135</c:v>
                </c:pt>
                <c:pt idx="540">
                  <c:v>1434.7059072612674</c:v>
                </c:pt>
                <c:pt idx="541">
                  <c:v>1434.9296018594414</c:v>
                </c:pt>
                <c:pt idx="542">
                  <c:v>1435.0356759058211</c:v>
                </c:pt>
                <c:pt idx="543">
                  <c:v>1435.1070991216329</c:v>
                </c:pt>
                <c:pt idx="544">
                  <c:v>1435.233113070022</c:v>
                </c:pt>
                <c:pt idx="545">
                  <c:v>1435.2786288659365</c:v>
                </c:pt>
                <c:pt idx="546">
                  <c:v>1435.8867037016614</c:v>
                </c:pt>
                <c:pt idx="547">
                  <c:v>1435.85878866344</c:v>
                </c:pt>
                <c:pt idx="548">
                  <c:v>1435.9296512818719</c:v>
                </c:pt>
                <c:pt idx="549">
                  <c:v>1436.6925001202665</c:v>
                </c:pt>
                <c:pt idx="550">
                  <c:v>1436.672338960783</c:v>
                </c:pt>
                <c:pt idx="551">
                  <c:v>1437.7853634674445</c:v>
                </c:pt>
                <c:pt idx="552">
                  <c:v>1437.9804452441995</c:v>
                </c:pt>
                <c:pt idx="553">
                  <c:v>1438.2255998402413</c:v>
                </c:pt>
                <c:pt idx="554">
                  <c:v>1439.5184434084049</c:v>
                </c:pt>
                <c:pt idx="555">
                  <c:v>1439.6872710635623</c:v>
                </c:pt>
                <c:pt idx="556">
                  <c:v>1439.6660302413811</c:v>
                </c:pt>
                <c:pt idx="557">
                  <c:v>1439.9772009862436</c:v>
                </c:pt>
                <c:pt idx="558">
                  <c:v>1440.3176712497477</c:v>
                </c:pt>
                <c:pt idx="559">
                  <c:v>1441.0888566129076</c:v>
                </c:pt>
                <c:pt idx="560">
                  <c:v>1443.3837467526546</c:v>
                </c:pt>
                <c:pt idx="561">
                  <c:v>1444.3810198275539</c:v>
                </c:pt>
                <c:pt idx="562">
                  <c:v>1445.6672545643407</c:v>
                </c:pt>
                <c:pt idx="563">
                  <c:v>1445.3627853624307</c:v>
                </c:pt>
                <c:pt idx="564">
                  <c:v>1445.3033608489452</c:v>
                </c:pt>
                <c:pt idx="565">
                  <c:v>1445.299460948992</c:v>
                </c:pt>
                <c:pt idx="566">
                  <c:v>1445.3068185739946</c:v>
                </c:pt>
                <c:pt idx="567">
                  <c:v>1445.3062460906233</c:v>
                </c:pt>
                <c:pt idx="568">
                  <c:v>1445.5397927268991</c:v>
                </c:pt>
                <c:pt idx="569">
                  <c:v>1445.5308924232702</c:v>
                </c:pt>
                <c:pt idx="570">
                  <c:v>1445.5291342018572</c:v>
                </c:pt>
                <c:pt idx="571">
                  <c:v>1446.0375831745405</c:v>
                </c:pt>
                <c:pt idx="572">
                  <c:v>1446.8859166920909</c:v>
                </c:pt>
                <c:pt idx="573">
                  <c:v>1447.5608944770079</c:v>
                </c:pt>
                <c:pt idx="574">
                  <c:v>1447.844938016784</c:v>
                </c:pt>
                <c:pt idx="575">
                  <c:v>1447.828963593591</c:v>
                </c:pt>
                <c:pt idx="576">
                  <c:v>1448.1984356740568</c:v>
                </c:pt>
                <c:pt idx="577">
                  <c:v>1450.2361504657672</c:v>
                </c:pt>
                <c:pt idx="578">
                  <c:v>1450.1416847271225</c:v>
                </c:pt>
                <c:pt idx="579">
                  <c:v>1450.1231616979267</c:v>
                </c:pt>
                <c:pt idx="580">
                  <c:v>1451.1110063479593</c:v>
                </c:pt>
                <c:pt idx="581">
                  <c:v>1452.3396978187404</c:v>
                </c:pt>
                <c:pt idx="582">
                  <c:v>1452.2757460619516</c:v>
                </c:pt>
                <c:pt idx="583">
                  <c:v>1452.551017697924</c:v>
                </c:pt>
                <c:pt idx="584">
                  <c:v>1453.393559499714</c:v>
                </c:pt>
                <c:pt idx="585">
                  <c:v>1453.3251447275927</c:v>
                </c:pt>
                <c:pt idx="586">
                  <c:v>1453.9831568912005</c:v>
                </c:pt>
                <c:pt idx="587">
                  <c:v>1454.2034876629068</c:v>
                </c:pt>
                <c:pt idx="588">
                  <c:v>1454.814422966544</c:v>
                </c:pt>
                <c:pt idx="589">
                  <c:v>1454.7627806044788</c:v>
                </c:pt>
                <c:pt idx="590">
                  <c:v>1454.7581084168428</c:v>
                </c:pt>
                <c:pt idx="591">
                  <c:v>1454.7567661759031</c:v>
                </c:pt>
                <c:pt idx="592">
                  <c:v>1455.0481287033201</c:v>
                </c:pt>
                <c:pt idx="593">
                  <c:v>1455.158434565092</c:v>
                </c:pt>
                <c:pt idx="594">
                  <c:v>1456.3217209709824</c:v>
                </c:pt>
                <c:pt idx="595">
                  <c:v>1456.3043506330769</c:v>
                </c:pt>
                <c:pt idx="596">
                  <c:v>1456.2899003714442</c:v>
                </c:pt>
                <c:pt idx="597">
                  <c:v>1457.5809666392452</c:v>
                </c:pt>
                <c:pt idx="598">
                  <c:v>1457.5323971019159</c:v>
                </c:pt>
                <c:pt idx="599">
                  <c:v>1457.6731355875129</c:v>
                </c:pt>
                <c:pt idx="600">
                  <c:v>1457.8648709188799</c:v>
                </c:pt>
                <c:pt idx="601">
                  <c:v>1457.9435324959979</c:v>
                </c:pt>
                <c:pt idx="602">
                  <c:v>1458.4285761617302</c:v>
                </c:pt>
                <c:pt idx="603">
                  <c:v>1458.8568683240921</c:v>
                </c:pt>
                <c:pt idx="604">
                  <c:v>1460.7095743946268</c:v>
                </c:pt>
                <c:pt idx="605">
                  <c:v>1460.6230062035802</c:v>
                </c:pt>
                <c:pt idx="606">
                  <c:v>1460.6049641828301</c:v>
                </c:pt>
                <c:pt idx="607">
                  <c:v>1461.0606712108793</c:v>
                </c:pt>
                <c:pt idx="608">
                  <c:v>1462.744915423425</c:v>
                </c:pt>
                <c:pt idx="609">
                  <c:v>1467.3918656844805</c:v>
                </c:pt>
                <c:pt idx="610">
                  <c:v>1467.1320751093451</c:v>
                </c:pt>
                <c:pt idx="611">
                  <c:v>1470.4327185298407</c:v>
                </c:pt>
                <c:pt idx="612">
                  <c:v>1481.5688748812731</c:v>
                </c:pt>
                <c:pt idx="613">
                  <c:v>1481.8372177935389</c:v>
                </c:pt>
                <c:pt idx="614">
                  <c:v>1484.4649601664166</c:v>
                </c:pt>
                <c:pt idx="615">
                  <c:v>1485.050124323981</c:v>
                </c:pt>
                <c:pt idx="616">
                  <c:v>1489.7731727901876</c:v>
                </c:pt>
                <c:pt idx="617">
                  <c:v>1489.5833388944448</c:v>
                </c:pt>
                <c:pt idx="618">
                  <c:v>1490.7523633259859</c:v>
                </c:pt>
                <c:pt idx="619">
                  <c:v>1491.6392238290782</c:v>
                </c:pt>
                <c:pt idx="620">
                  <c:v>1493.5002459064212</c:v>
                </c:pt>
                <c:pt idx="621">
                  <c:v>1494.362816802859</c:v>
                </c:pt>
                <c:pt idx="622">
                  <c:v>1494.7277259943965</c:v>
                </c:pt>
                <c:pt idx="623">
                  <c:v>1496.5594843083745</c:v>
                </c:pt>
                <c:pt idx="624">
                  <c:v>1496.7698313973099</c:v>
                </c:pt>
                <c:pt idx="625">
                  <c:v>1496.7336698761465</c:v>
                </c:pt>
                <c:pt idx="626">
                  <c:v>1496.8072549224555</c:v>
                </c:pt>
                <c:pt idx="627">
                  <c:v>1496.8033076530421</c:v>
                </c:pt>
                <c:pt idx="628">
                  <c:v>1496.8021160758317</c:v>
                </c:pt>
                <c:pt idx="629">
                  <c:v>1496.9115115196741</c:v>
                </c:pt>
                <c:pt idx="630">
                  <c:v>1496.9060942267013</c:v>
                </c:pt>
                <c:pt idx="631">
                  <c:v>1496.9050628471107</c:v>
                </c:pt>
                <c:pt idx="632">
                  <c:v>1496.9296322689563</c:v>
                </c:pt>
                <c:pt idx="633">
                  <c:v>1496.9248788486791</c:v>
                </c:pt>
                <c:pt idx="634">
                  <c:v>1496.9285624189185</c:v>
                </c:pt>
                <c:pt idx="635">
                  <c:v>1496.9339803345981</c:v>
                </c:pt>
                <c:pt idx="636">
                  <c:v>1496.9346767222946</c:v>
                </c:pt>
                <c:pt idx="637">
                  <c:v>1496.9345251745772</c:v>
                </c:pt>
                <c:pt idx="638">
                  <c:v>1496.9344957755793</c:v>
                </c:pt>
                <c:pt idx="639">
                  <c:v>1496.934479263894</c:v>
                </c:pt>
                <c:pt idx="640">
                  <c:v>1499.3216297963054</c:v>
                </c:pt>
                <c:pt idx="641">
                  <c:v>1499.1742726865159</c:v>
                </c:pt>
                <c:pt idx="642">
                  <c:v>1499.1472476336648</c:v>
                </c:pt>
                <c:pt idx="643">
                  <c:v>1500.4593033592753</c:v>
                </c:pt>
                <c:pt idx="644">
                  <c:v>1500.4989512670418</c:v>
                </c:pt>
                <c:pt idx="645">
                  <c:v>1500.8296963674452</c:v>
                </c:pt>
                <c:pt idx="646">
                  <c:v>1501.2614211091282</c:v>
                </c:pt>
                <c:pt idx="647">
                  <c:v>1501.246982492054</c:v>
                </c:pt>
                <c:pt idx="648">
                  <c:v>1501.3359716764573</c:v>
                </c:pt>
                <c:pt idx="649">
                  <c:v>1501.4803602188231</c:v>
                </c:pt>
                <c:pt idx="650">
                  <c:v>1503.0281474221651</c:v>
                </c:pt>
                <c:pt idx="651">
                  <c:v>1503.2445497010858</c:v>
                </c:pt>
                <c:pt idx="652">
                  <c:v>1503.5888723323105</c:v>
                </c:pt>
                <c:pt idx="653">
                  <c:v>1516.6064620236111</c:v>
                </c:pt>
                <c:pt idx="654">
                  <c:v>1526.3877885857682</c:v>
                </c:pt>
                <c:pt idx="655">
                  <c:v>1526.1958636468887</c:v>
                </c:pt>
                <c:pt idx="656">
                  <c:v>1526.0727994283891</c:v>
                </c:pt>
                <c:pt idx="657">
                  <c:v>1526.0491144165828</c:v>
                </c:pt>
                <c:pt idx="658">
                  <c:v>1526.396912208407</c:v>
                </c:pt>
                <c:pt idx="659">
                  <c:v>1526.8874217019138</c:v>
                </c:pt>
                <c:pt idx="660">
                  <c:v>1526.8329065374139</c:v>
                </c:pt>
                <c:pt idx="661">
                  <c:v>1526.8221900963565</c:v>
                </c:pt>
                <c:pt idx="662">
                  <c:v>1526.8207739971017</c:v>
                </c:pt>
                <c:pt idx="663">
                  <c:v>1526.929868185056</c:v>
                </c:pt>
                <c:pt idx="664">
                  <c:v>1527.7243298277276</c:v>
                </c:pt>
                <c:pt idx="665">
                  <c:v>1527.6909415694445</c:v>
                </c:pt>
                <c:pt idx="666">
                  <c:v>1527.7978869490848</c:v>
                </c:pt>
                <c:pt idx="667">
                  <c:v>1527.789402894404</c:v>
                </c:pt>
                <c:pt idx="668">
                  <c:v>1528.4284363086076</c:v>
                </c:pt>
                <c:pt idx="669">
                  <c:v>1529.7287502406573</c:v>
                </c:pt>
                <c:pt idx="670">
                  <c:v>1529.9083399441238</c:v>
                </c:pt>
                <c:pt idx="671">
                  <c:v>1530.2101192902246</c:v>
                </c:pt>
                <c:pt idx="672">
                  <c:v>1530.3027485133216</c:v>
                </c:pt>
                <c:pt idx="673">
                  <c:v>1530.3039579649733</c:v>
                </c:pt>
                <c:pt idx="674">
                  <c:v>1530.8446354902101</c:v>
                </c:pt>
                <c:pt idx="675">
                  <c:v>1531.3099905380905</c:v>
                </c:pt>
                <c:pt idx="676">
                  <c:v>1531.2876928304779</c:v>
                </c:pt>
                <c:pt idx="677">
                  <c:v>1540.9560184046068</c:v>
                </c:pt>
                <c:pt idx="678">
                  <c:v>1545.2750488943936</c:v>
                </c:pt>
                <c:pt idx="679">
                  <c:v>1545.3665244146532</c:v>
                </c:pt>
                <c:pt idx="680">
                  <c:v>1545.6015875410801</c:v>
                </c:pt>
                <c:pt idx="681">
                  <c:v>1545.5558479638062</c:v>
                </c:pt>
                <c:pt idx="682">
                  <c:v>1548.1483536719977</c:v>
                </c:pt>
                <c:pt idx="683">
                  <c:v>1548.4520573773107</c:v>
                </c:pt>
                <c:pt idx="684">
                  <c:v>1548.7064057265586</c:v>
                </c:pt>
                <c:pt idx="685">
                  <c:v>1549.1993111218073</c:v>
                </c:pt>
                <c:pt idx="686">
                  <c:v>1549.2324576398212</c:v>
                </c:pt>
                <c:pt idx="687">
                  <c:v>1549.2240637652362</c:v>
                </c:pt>
                <c:pt idx="688">
                  <c:v>1550.5344924564017</c:v>
                </c:pt>
                <c:pt idx="689">
                  <c:v>1550.6569911005299</c:v>
                </c:pt>
                <c:pt idx="690">
                  <c:v>1550.6963850422756</c:v>
                </c:pt>
                <c:pt idx="691">
                  <c:v>1550.7287948259038</c:v>
                </c:pt>
                <c:pt idx="692">
                  <c:v>1551.080114508432</c:v>
                </c:pt>
                <c:pt idx="693">
                  <c:v>1551.515713728417</c:v>
                </c:pt>
                <c:pt idx="694">
                  <c:v>1552.9891782555408</c:v>
                </c:pt>
                <c:pt idx="695">
                  <c:v>1553.6210744902655</c:v>
                </c:pt>
                <c:pt idx="696">
                  <c:v>1554.2846748409684</c:v>
                </c:pt>
                <c:pt idx="697">
                  <c:v>1554.5005272028754</c:v>
                </c:pt>
                <c:pt idx="698">
                  <c:v>1554.4870637982806</c:v>
                </c:pt>
                <c:pt idx="699">
                  <c:v>1554.7748267969446</c:v>
                </c:pt>
                <c:pt idx="700">
                  <c:v>1554.7581115646813</c:v>
                </c:pt>
                <c:pt idx="701">
                  <c:v>1554.9430209120374</c:v>
                </c:pt>
                <c:pt idx="702">
                  <c:v>1554.9360618317351</c:v>
                </c:pt>
                <c:pt idx="703">
                  <c:v>1555.0397225217914</c:v>
                </c:pt>
                <c:pt idx="704">
                  <c:v>1555.0226074422199</c:v>
                </c:pt>
                <c:pt idx="705">
                  <c:v>1556.4007733443898</c:v>
                </c:pt>
                <c:pt idx="706">
                  <c:v>1557.8498542358791</c:v>
                </c:pt>
                <c:pt idx="707">
                  <c:v>1557.7798007326915</c:v>
                </c:pt>
                <c:pt idx="708">
                  <c:v>1557.7240874904819</c:v>
                </c:pt>
                <c:pt idx="709">
                  <c:v>1557.7169930789155</c:v>
                </c:pt>
                <c:pt idx="710">
                  <c:v>1557.7160500311193</c:v>
                </c:pt>
                <c:pt idx="711">
                  <c:v>1557.7158523714793</c:v>
                </c:pt>
                <c:pt idx="712">
                  <c:v>1558.0240620334368</c:v>
                </c:pt>
                <c:pt idx="713">
                  <c:v>1558.8154992421294</c:v>
                </c:pt>
                <c:pt idx="714">
                  <c:v>1566.8163482234083</c:v>
                </c:pt>
                <c:pt idx="715">
                  <c:v>1569.1565234872539</c:v>
                </c:pt>
                <c:pt idx="716">
                  <c:v>1570.6451591878256</c:v>
                </c:pt>
                <c:pt idx="717">
                  <c:v>1573.2317051201967</c:v>
                </c:pt>
                <c:pt idx="718">
                  <c:v>1574.1930901715734</c:v>
                </c:pt>
                <c:pt idx="719">
                  <c:v>1574.6676088497368</c:v>
                </c:pt>
                <c:pt idx="720">
                  <c:v>1575.2235720275949</c:v>
                </c:pt>
                <c:pt idx="721">
                  <c:v>1575.4683487792431</c:v>
                </c:pt>
                <c:pt idx="722">
                  <c:v>1576.1990784996362</c:v>
                </c:pt>
                <c:pt idx="723">
                  <c:v>1577.006003684334</c:v>
                </c:pt>
                <c:pt idx="724">
                  <c:v>1576.9656116174351</c:v>
                </c:pt>
                <c:pt idx="725">
                  <c:v>1583.3010048610734</c:v>
                </c:pt>
                <c:pt idx="726">
                  <c:v>1585.4761180317053</c:v>
                </c:pt>
                <c:pt idx="727">
                  <c:v>1586.1670124643047</c:v>
                </c:pt>
                <c:pt idx="728">
                  <c:v>1592.1920326043803</c:v>
                </c:pt>
                <c:pt idx="729">
                  <c:v>1591.7272342969638</c:v>
                </c:pt>
                <c:pt idx="730">
                  <c:v>1592.9006417787782</c:v>
                </c:pt>
                <c:pt idx="731">
                  <c:v>1594.5791440752776</c:v>
                </c:pt>
                <c:pt idx="732">
                  <c:v>1594.4464212106393</c:v>
                </c:pt>
                <c:pt idx="733">
                  <c:v>1594.4204857066441</c:v>
                </c:pt>
                <c:pt idx="734">
                  <c:v>1594.4176081325259</c:v>
                </c:pt>
                <c:pt idx="735">
                  <c:v>1594.4793504265069</c:v>
                </c:pt>
                <c:pt idx="736">
                  <c:v>1597.4361474988143</c:v>
                </c:pt>
                <c:pt idx="737">
                  <c:v>1597.3907884565883</c:v>
                </c:pt>
                <c:pt idx="738">
                  <c:v>1597.4726538134073</c:v>
                </c:pt>
                <c:pt idx="739">
                  <c:v>1598.2506446498383</c:v>
                </c:pt>
                <c:pt idx="740">
                  <c:v>1598.8928471884153</c:v>
                </c:pt>
                <c:pt idx="741">
                  <c:v>1599.7485630091285</c:v>
                </c:pt>
                <c:pt idx="742">
                  <c:v>1599.9589219971547</c:v>
                </c:pt>
                <c:pt idx="743">
                  <c:v>1601.1793931369932</c:v>
                </c:pt>
                <c:pt idx="744">
                  <c:v>1602.7043477482941</c:v>
                </c:pt>
                <c:pt idx="745">
                  <c:v>1604.3170200514812</c:v>
                </c:pt>
                <c:pt idx="746">
                  <c:v>1604.7334162782863</c:v>
                </c:pt>
                <c:pt idx="747">
                  <c:v>1605.453139920568</c:v>
                </c:pt>
                <c:pt idx="748">
                  <c:v>1605.9346085116092</c:v>
                </c:pt>
                <c:pt idx="749">
                  <c:v>1609.8180353240066</c:v>
                </c:pt>
                <c:pt idx="750">
                  <c:v>1611.0940870951194</c:v>
                </c:pt>
                <c:pt idx="751">
                  <c:v>1622.7715342158037</c:v>
                </c:pt>
                <c:pt idx="752">
                  <c:v>1622.1010013846776</c:v>
                </c:pt>
                <c:pt idx="753">
                  <c:v>1626.5707249181969</c:v>
                </c:pt>
                <c:pt idx="754">
                  <c:v>1626.2321327539405</c:v>
                </c:pt>
                <c:pt idx="755">
                  <c:v>1626.1652766199843</c:v>
                </c:pt>
                <c:pt idx="756">
                  <c:v>1627.0603071543551</c:v>
                </c:pt>
                <c:pt idx="757">
                  <c:v>1629.5805555193951</c:v>
                </c:pt>
                <c:pt idx="758">
                  <c:v>1630.4719027972433</c:v>
                </c:pt>
                <c:pt idx="759">
                  <c:v>1631.4358324882937</c:v>
                </c:pt>
                <c:pt idx="760">
                  <c:v>1633.762133153954</c:v>
                </c:pt>
                <c:pt idx="761">
                  <c:v>1633.6449703355779</c:v>
                </c:pt>
                <c:pt idx="762">
                  <c:v>1634.7969051844748</c:v>
                </c:pt>
                <c:pt idx="763">
                  <c:v>1636.260524746303</c:v>
                </c:pt>
                <c:pt idx="764">
                  <c:v>1637.0695796948112</c:v>
                </c:pt>
                <c:pt idx="765">
                  <c:v>1638.0066467324029</c:v>
                </c:pt>
                <c:pt idx="766">
                  <c:v>1638.9585108166768</c:v>
                </c:pt>
                <c:pt idx="767">
                  <c:v>1639.5385738160273</c:v>
                </c:pt>
                <c:pt idx="768">
                  <c:v>1640.7337404435118</c:v>
                </c:pt>
                <c:pt idx="769">
                  <c:v>1641.1049650253428</c:v>
                </c:pt>
                <c:pt idx="770">
                  <c:v>1641.7700831347106</c:v>
                </c:pt>
                <c:pt idx="771">
                  <c:v>1641.7377701447517</c:v>
                </c:pt>
                <c:pt idx="772">
                  <c:v>1641.7278691207698</c:v>
                </c:pt>
                <c:pt idx="773">
                  <c:v>1641.9076808271202</c:v>
                </c:pt>
                <c:pt idx="774">
                  <c:v>1642.272233331262</c:v>
                </c:pt>
                <c:pt idx="775">
                  <c:v>1642.4865519533366</c:v>
                </c:pt>
                <c:pt idx="776">
                  <c:v>1642.4535340190582</c:v>
                </c:pt>
                <c:pt idx="777">
                  <c:v>1642.5035642620101</c:v>
                </c:pt>
                <c:pt idx="778">
                  <c:v>1642.4976741631463</c:v>
                </c:pt>
                <c:pt idx="779">
                  <c:v>1643.3850339175854</c:v>
                </c:pt>
                <c:pt idx="780">
                  <c:v>1644.3917486231574</c:v>
                </c:pt>
                <c:pt idx="781">
                  <c:v>1646.1631380021524</c:v>
                </c:pt>
                <c:pt idx="782">
                  <c:v>1646.3970875320128</c:v>
                </c:pt>
                <c:pt idx="783">
                  <c:v>1646.3614566144954</c:v>
                </c:pt>
                <c:pt idx="784">
                  <c:v>1657.1150163916327</c:v>
                </c:pt>
                <c:pt idx="785">
                  <c:v>1676.879553908949</c:v>
                </c:pt>
                <c:pt idx="786">
                  <c:v>1677.2580997656664</c:v>
                </c:pt>
                <c:pt idx="787">
                  <c:v>1688.0059452214389</c:v>
                </c:pt>
                <c:pt idx="788">
                  <c:v>1689.9934087439365</c:v>
                </c:pt>
                <c:pt idx="789">
                  <c:v>1692.1568606958804</c:v>
                </c:pt>
                <c:pt idx="790">
                  <c:v>1696.847037250235</c:v>
                </c:pt>
                <c:pt idx="791">
                  <c:v>1697.0117684945349</c:v>
                </c:pt>
                <c:pt idx="792">
                  <c:v>1697.6926384800995</c:v>
                </c:pt>
                <c:pt idx="793">
                  <c:v>1698.187790092006</c:v>
                </c:pt>
                <c:pt idx="794">
                  <c:v>1699.6333826970533</c:v>
                </c:pt>
                <c:pt idx="795">
                  <c:v>1699.5754112662512</c:v>
                </c:pt>
                <c:pt idx="796">
                  <c:v>1699.5531084605307</c:v>
                </c:pt>
                <c:pt idx="797">
                  <c:v>1699.547864118806</c:v>
                </c:pt>
                <c:pt idx="798">
                  <c:v>1700.9218925627806</c:v>
                </c:pt>
                <c:pt idx="799">
                  <c:v>1701.437830595785</c:v>
                </c:pt>
                <c:pt idx="800">
                  <c:v>1701.4836192208941</c:v>
                </c:pt>
                <c:pt idx="801">
                  <c:v>1701.4581338052139</c:v>
                </c:pt>
                <c:pt idx="802">
                  <c:v>1701.4532018899947</c:v>
                </c:pt>
                <c:pt idx="803">
                  <c:v>1701.801940968187</c:v>
                </c:pt>
                <c:pt idx="804">
                  <c:v>1702.1934881637796</c:v>
                </c:pt>
                <c:pt idx="805">
                  <c:v>1702.1537304846011</c:v>
                </c:pt>
                <c:pt idx="806">
                  <c:v>1702.1487407823736</c:v>
                </c:pt>
                <c:pt idx="807">
                  <c:v>1702.2873033391661</c:v>
                </c:pt>
                <c:pt idx="808">
                  <c:v>1702.3513625981134</c:v>
                </c:pt>
                <c:pt idx="809">
                  <c:v>1702.8886831295463</c:v>
                </c:pt>
                <c:pt idx="810">
                  <c:v>1703.5970792887767</c:v>
                </c:pt>
                <c:pt idx="811">
                  <c:v>1708.2858240377591</c:v>
                </c:pt>
                <c:pt idx="812">
                  <c:v>1709.801821503328</c:v>
                </c:pt>
                <c:pt idx="813">
                  <c:v>1710.3441937943264</c:v>
                </c:pt>
                <c:pt idx="814">
                  <c:v>1710.7507618147088</c:v>
                </c:pt>
                <c:pt idx="815">
                  <c:v>1712.0840263237365</c:v>
                </c:pt>
                <c:pt idx="816">
                  <c:v>1711.9553505955787</c:v>
                </c:pt>
                <c:pt idx="817">
                  <c:v>1711.9330966173281</c:v>
                </c:pt>
                <c:pt idx="818">
                  <c:v>1712.199937341022</c:v>
                </c:pt>
                <c:pt idx="819">
                  <c:v>1712.362705149259</c:v>
                </c:pt>
                <c:pt idx="820">
                  <c:v>1712.7835923219457</c:v>
                </c:pt>
                <c:pt idx="821">
                  <c:v>1712.7658094728215</c:v>
                </c:pt>
                <c:pt idx="822">
                  <c:v>1716.2390419144704</c:v>
                </c:pt>
                <c:pt idx="823">
                  <c:v>1716.2893814829802</c:v>
                </c:pt>
                <c:pt idx="824">
                  <c:v>1716.6906118204975</c:v>
                </c:pt>
                <c:pt idx="825">
                  <c:v>1716.6419320272901</c:v>
                </c:pt>
                <c:pt idx="826">
                  <c:v>1719.6153115753573</c:v>
                </c:pt>
                <c:pt idx="827">
                  <c:v>1722.2432784468349</c:v>
                </c:pt>
                <c:pt idx="828">
                  <c:v>1723.2788872235656</c:v>
                </c:pt>
                <c:pt idx="829">
                  <c:v>1724.0895641137015</c:v>
                </c:pt>
                <c:pt idx="830">
                  <c:v>1724.7247777517439</c:v>
                </c:pt>
                <c:pt idx="831">
                  <c:v>1725.8595013577165</c:v>
                </c:pt>
                <c:pt idx="832">
                  <c:v>1726.9411660508267</c:v>
                </c:pt>
                <c:pt idx="833">
                  <c:v>1726.8802166741405</c:v>
                </c:pt>
                <c:pt idx="834">
                  <c:v>1727.446393839391</c:v>
                </c:pt>
                <c:pt idx="835">
                  <c:v>1728.5745646761477</c:v>
                </c:pt>
                <c:pt idx="836">
                  <c:v>1728.8639076248196</c:v>
                </c:pt>
                <c:pt idx="837">
                  <c:v>1730.3385218280087</c:v>
                </c:pt>
                <c:pt idx="838">
                  <c:v>1730.4735790580569</c:v>
                </c:pt>
                <c:pt idx="839">
                  <c:v>1741.695304946961</c:v>
                </c:pt>
                <c:pt idx="840">
                  <c:v>1754.1395899080828</c:v>
                </c:pt>
                <c:pt idx="841">
                  <c:v>1759.1082659525077</c:v>
                </c:pt>
                <c:pt idx="842">
                  <c:v>1758.9111426723687</c:v>
                </c:pt>
                <c:pt idx="843">
                  <c:v>1760.7451191173795</c:v>
                </c:pt>
                <c:pt idx="844">
                  <c:v>1762.3567786290719</c:v>
                </c:pt>
                <c:pt idx="845">
                  <c:v>1764.5820805691192</c:v>
                </c:pt>
                <c:pt idx="846">
                  <c:v>1764.6638765506161</c:v>
                </c:pt>
                <c:pt idx="847">
                  <c:v>1764.9110822428281</c:v>
                </c:pt>
                <c:pt idx="848">
                  <c:v>1764.8658276807655</c:v>
                </c:pt>
                <c:pt idx="849">
                  <c:v>1764.8550765094662</c:v>
                </c:pt>
                <c:pt idx="850">
                  <c:v>1765.2503180001956</c:v>
                </c:pt>
                <c:pt idx="851">
                  <c:v>1766.0364600868538</c:v>
                </c:pt>
                <c:pt idx="852">
                  <c:v>1769.1268646817703</c:v>
                </c:pt>
                <c:pt idx="853">
                  <c:v>1768.779743487162</c:v>
                </c:pt>
                <c:pt idx="854">
                  <c:v>1769.4753674300109</c:v>
                </c:pt>
                <c:pt idx="855">
                  <c:v>1770.5612469942278</c:v>
                </c:pt>
                <c:pt idx="856">
                  <c:v>1780.7658789626867</c:v>
                </c:pt>
                <c:pt idx="857">
                  <c:v>1782.492863267476</c:v>
                </c:pt>
                <c:pt idx="858">
                  <c:v>1788.4170300678798</c:v>
                </c:pt>
                <c:pt idx="859">
                  <c:v>1788.8220823318759</c:v>
                </c:pt>
                <c:pt idx="860">
                  <c:v>1789.7599284501455</c:v>
                </c:pt>
                <c:pt idx="861">
                  <c:v>1792.2598505668263</c:v>
                </c:pt>
                <c:pt idx="862">
                  <c:v>1792.1780884031632</c:v>
                </c:pt>
                <c:pt idx="863">
                  <c:v>1792.7656906956759</c:v>
                </c:pt>
                <c:pt idx="864">
                  <c:v>1792.7382230312971</c:v>
                </c:pt>
                <c:pt idx="865">
                  <c:v>1792.9334990787215</c:v>
                </c:pt>
                <c:pt idx="866">
                  <c:v>1793.3018070504791</c:v>
                </c:pt>
                <c:pt idx="867">
                  <c:v>1793.6461346614092</c:v>
                </c:pt>
                <c:pt idx="868">
                  <c:v>1794.1268406964484</c:v>
                </c:pt>
                <c:pt idx="869">
                  <c:v>1808.4646830552294</c:v>
                </c:pt>
                <c:pt idx="870">
                  <c:v>1814.294338951194</c:v>
                </c:pt>
                <c:pt idx="871">
                  <c:v>1815.8482892126747</c:v>
                </c:pt>
                <c:pt idx="872">
                  <c:v>1815.6687686558937</c:v>
                </c:pt>
                <c:pt idx="873">
                  <c:v>1815.6335158890331</c:v>
                </c:pt>
                <c:pt idx="874">
                  <c:v>1815.6245932278136</c:v>
                </c:pt>
                <c:pt idx="875">
                  <c:v>1816.2934515553832</c:v>
                </c:pt>
                <c:pt idx="876">
                  <c:v>1816.2416233461902</c:v>
                </c:pt>
                <c:pt idx="877">
                  <c:v>1816.9163072022429</c:v>
                </c:pt>
                <c:pt idx="878">
                  <c:v>1817.0784578136877</c:v>
                </c:pt>
                <c:pt idx="879">
                  <c:v>1817.3283460459472</c:v>
                </c:pt>
                <c:pt idx="880">
                  <c:v>1817.4121624340298</c:v>
                </c:pt>
                <c:pt idx="881">
                  <c:v>1817.4029318040273</c:v>
                </c:pt>
                <c:pt idx="882">
                  <c:v>1818.2314661574994</c:v>
                </c:pt>
                <c:pt idx="883">
                  <c:v>1818.181997493132</c:v>
                </c:pt>
                <c:pt idx="884">
                  <c:v>1818.6083774847593</c:v>
                </c:pt>
                <c:pt idx="885">
                  <c:v>1819.3353304912187</c:v>
                </c:pt>
                <c:pt idx="886">
                  <c:v>1819.9344506159721</c:v>
                </c:pt>
                <c:pt idx="887">
                  <c:v>1820.2705913258458</c:v>
                </c:pt>
                <c:pt idx="888">
                  <c:v>1820.2571349212924</c:v>
                </c:pt>
                <c:pt idx="889">
                  <c:v>1820.5245717996916</c:v>
                </c:pt>
                <c:pt idx="890">
                  <c:v>1820.6224036206231</c:v>
                </c:pt>
                <c:pt idx="891">
                  <c:v>1820.7515578850039</c:v>
                </c:pt>
                <c:pt idx="892">
                  <c:v>1820.7417353191215</c:v>
                </c:pt>
                <c:pt idx="893">
                  <c:v>1821.4796127404529</c:v>
                </c:pt>
                <c:pt idx="894">
                  <c:v>1821.4452367468186</c:v>
                </c:pt>
                <c:pt idx="895">
                  <c:v>1821.6055602279496</c:v>
                </c:pt>
                <c:pt idx="896">
                  <c:v>1866.7804916724986</c:v>
                </c:pt>
                <c:pt idx="897">
                  <c:v>1892.8904911641648</c:v>
                </c:pt>
                <c:pt idx="898">
                  <c:v>1891.9731888619783</c:v>
                </c:pt>
                <c:pt idx="899">
                  <c:v>1892.6865164003402</c:v>
                </c:pt>
                <c:pt idx="900">
                  <c:v>1893.2286744945654</c:v>
                </c:pt>
                <c:pt idx="901">
                  <c:v>1899.5522688063616</c:v>
                </c:pt>
                <c:pt idx="902">
                  <c:v>1900.3882455593332</c:v>
                </c:pt>
                <c:pt idx="903">
                  <c:v>1900.3098247311266</c:v>
                </c:pt>
                <c:pt idx="904">
                  <c:v>1900.6739732942717</c:v>
                </c:pt>
                <c:pt idx="905">
                  <c:v>1902.0107267221194</c:v>
                </c:pt>
                <c:pt idx="906">
                  <c:v>1901.9524809667128</c:v>
                </c:pt>
                <c:pt idx="907">
                  <c:v>1902.3962485180975</c:v>
                </c:pt>
                <c:pt idx="908">
                  <c:v>1902.3801509134321</c:v>
                </c:pt>
                <c:pt idx="909">
                  <c:v>1902.6145613545959</c:v>
                </c:pt>
                <c:pt idx="910">
                  <c:v>1905.2340859127348</c:v>
                </c:pt>
                <c:pt idx="911">
                  <c:v>1905.5366553475478</c:v>
                </c:pt>
                <c:pt idx="912">
                  <c:v>1905.8192925873732</c:v>
                </c:pt>
                <c:pt idx="913">
                  <c:v>1906.1894636191894</c:v>
                </c:pt>
                <c:pt idx="914">
                  <c:v>1906.3262521203392</c:v>
                </c:pt>
                <c:pt idx="915">
                  <c:v>1906.3192945118155</c:v>
                </c:pt>
                <c:pt idx="916">
                  <c:v>1906.3171224991806</c:v>
                </c:pt>
                <c:pt idx="917">
                  <c:v>1906.5576271795476</c:v>
                </c:pt>
                <c:pt idx="918">
                  <c:v>1906.5457615242881</c:v>
                </c:pt>
                <c:pt idx="919">
                  <c:v>1906.762980671476</c:v>
                </c:pt>
                <c:pt idx="920">
                  <c:v>1907.3122443515306</c:v>
                </c:pt>
                <c:pt idx="921">
                  <c:v>1907.2831464500932</c:v>
                </c:pt>
                <c:pt idx="922">
                  <c:v>1908.7380644189109</c:v>
                </c:pt>
                <c:pt idx="923">
                  <c:v>1908.9532002556743</c:v>
                </c:pt>
                <c:pt idx="924">
                  <c:v>1909.0036357743493</c:v>
                </c:pt>
                <c:pt idx="925">
                  <c:v>1910.1037316820587</c:v>
                </c:pt>
                <c:pt idx="926">
                  <c:v>1910.5349106013127</c:v>
                </c:pt>
                <c:pt idx="927">
                  <c:v>1916.7938940142985</c:v>
                </c:pt>
                <c:pt idx="928">
                  <c:v>1916.4940647680291</c:v>
                </c:pt>
                <c:pt idx="929">
                  <c:v>1916.7494148274154</c:v>
                </c:pt>
                <c:pt idx="930">
                  <c:v>1916.9731447549921</c:v>
                </c:pt>
                <c:pt idx="931">
                  <c:v>1917.0044944026802</c:v>
                </c:pt>
                <c:pt idx="932">
                  <c:v>1917.7743594560277</c:v>
                </c:pt>
                <c:pt idx="933">
                  <c:v>1917.9480198863484</c:v>
                </c:pt>
                <c:pt idx="934">
                  <c:v>1918.3512119246182</c:v>
                </c:pt>
                <c:pt idx="935">
                  <c:v>1918.4350376777311</c:v>
                </c:pt>
                <c:pt idx="936">
                  <c:v>1918.4312450565469</c:v>
                </c:pt>
                <c:pt idx="937">
                  <c:v>1918.5345101691746</c:v>
                </c:pt>
                <c:pt idx="938">
                  <c:v>1918.5629800303921</c:v>
                </c:pt>
                <c:pt idx="939">
                  <c:v>1918.8442054192262</c:v>
                </c:pt>
                <c:pt idx="940">
                  <c:v>1918.8325043924365</c:v>
                </c:pt>
                <c:pt idx="941">
                  <c:v>1919.7055920138091</c:v>
                </c:pt>
                <c:pt idx="942">
                  <c:v>1922.0297537213382</c:v>
                </c:pt>
                <c:pt idx="943">
                  <c:v>1923.2361583434918</c:v>
                </c:pt>
                <c:pt idx="944">
                  <c:v>1923.979917312578</c:v>
                </c:pt>
                <c:pt idx="945">
                  <c:v>1936.4123373496352</c:v>
                </c:pt>
                <c:pt idx="946">
                  <c:v>1941.0293743596803</c:v>
                </c:pt>
                <c:pt idx="947">
                  <c:v>1945.912930819967</c:v>
                </c:pt>
                <c:pt idx="948">
                  <c:v>1945.3714763831899</c:v>
                </c:pt>
                <c:pt idx="949">
                  <c:v>1946.0905710556058</c:v>
                </c:pt>
                <c:pt idx="950">
                  <c:v>1947.678667238752</c:v>
                </c:pt>
                <c:pt idx="951">
                  <c:v>1951.5729337182506</c:v>
                </c:pt>
                <c:pt idx="952">
                  <c:v>1953.5505775499569</c:v>
                </c:pt>
                <c:pt idx="953">
                  <c:v>1954.8435905040469</c:v>
                </c:pt>
                <c:pt idx="954">
                  <c:v>1956.1843029489858</c:v>
                </c:pt>
                <c:pt idx="955">
                  <c:v>1974.8829547146054</c:v>
                </c:pt>
                <c:pt idx="956">
                  <c:v>1980.1113897755306</c:v>
                </c:pt>
                <c:pt idx="957">
                  <c:v>1980.3848526685201</c:v>
                </c:pt>
                <c:pt idx="958">
                  <c:v>1980.5575974978312</c:v>
                </c:pt>
                <c:pt idx="959">
                  <c:v>1980.8020186426875</c:v>
                </c:pt>
                <c:pt idx="960">
                  <c:v>1980.8020186426875</c:v>
                </c:pt>
                <c:pt idx="961">
                  <c:v>1985.1927611784263</c:v>
                </c:pt>
                <c:pt idx="962">
                  <c:v>1984.9129953967113</c:v>
                </c:pt>
                <c:pt idx="963">
                  <c:v>1984.935054130566</c:v>
                </c:pt>
                <c:pt idx="964">
                  <c:v>1984.9163133627967</c:v>
                </c:pt>
                <c:pt idx="965">
                  <c:v>1989.5522716131388</c:v>
                </c:pt>
                <c:pt idx="966">
                  <c:v>1990.0402973196983</c:v>
                </c:pt>
                <c:pt idx="967">
                  <c:v>1991.1545067275088</c:v>
                </c:pt>
                <c:pt idx="968">
                  <c:v>1992.6235902508593</c:v>
                </c:pt>
                <c:pt idx="969">
                  <c:v>1994.9118057614228</c:v>
                </c:pt>
                <c:pt idx="970">
                  <c:v>1995.4540947244413</c:v>
                </c:pt>
                <c:pt idx="971">
                  <c:v>1998.2548349983072</c:v>
                </c:pt>
                <c:pt idx="972">
                  <c:v>2001.6293109012058</c:v>
                </c:pt>
                <c:pt idx="973">
                  <c:v>2001.6471591622089</c:v>
                </c:pt>
                <c:pt idx="974">
                  <c:v>2002.9523445136749</c:v>
                </c:pt>
                <c:pt idx="975">
                  <c:v>2002.8681365155305</c:v>
                </c:pt>
                <c:pt idx="976">
                  <c:v>2003.2967402533407</c:v>
                </c:pt>
                <c:pt idx="977">
                  <c:v>2003.6243552245348</c:v>
                </c:pt>
                <c:pt idx="978">
                  <c:v>2005.2683581987915</c:v>
                </c:pt>
                <c:pt idx="979">
                  <c:v>2006.2300549408415</c:v>
                </c:pt>
                <c:pt idx="980">
                  <c:v>2009.2061540661571</c:v>
                </c:pt>
                <c:pt idx="981">
                  <c:v>2012.1210562319202</c:v>
                </c:pt>
                <c:pt idx="982">
                  <c:v>2012.8641979156887</c:v>
                </c:pt>
                <c:pt idx="983">
                  <c:v>2012.9378217880155</c:v>
                </c:pt>
                <c:pt idx="984">
                  <c:v>2012.9261973371511</c:v>
                </c:pt>
                <c:pt idx="985">
                  <c:v>2013.0803748215055</c:v>
                </c:pt>
                <c:pt idx="986">
                  <c:v>2014.1609309154094</c:v>
                </c:pt>
                <c:pt idx="987">
                  <c:v>2014.8579751791028</c:v>
                </c:pt>
                <c:pt idx="988">
                  <c:v>2015.3253867210544</c:v>
                </c:pt>
                <c:pt idx="989">
                  <c:v>2025.8349998538802</c:v>
                </c:pt>
                <c:pt idx="990">
                  <c:v>2027.0945203986498</c:v>
                </c:pt>
                <c:pt idx="991">
                  <c:v>2028.6754183776306</c:v>
                </c:pt>
                <c:pt idx="992">
                  <c:v>2030.504947693885</c:v>
                </c:pt>
                <c:pt idx="993">
                  <c:v>2030.3546322680795</c:v>
                </c:pt>
                <c:pt idx="994">
                  <c:v>2030.2979695434462</c:v>
                </c:pt>
                <c:pt idx="995">
                  <c:v>2031.7467405692498</c:v>
                </c:pt>
                <c:pt idx="996">
                  <c:v>2033.8804171834224</c:v>
                </c:pt>
                <c:pt idx="997">
                  <c:v>2033.7183384996017</c:v>
                </c:pt>
                <c:pt idx="998">
                  <c:v>2034.9664799085938</c:v>
                </c:pt>
                <c:pt idx="999">
                  <c:v>2041.3076371329898</c:v>
                </c:pt>
                <c:pt idx="1000">
                  <c:v>2041.1044870937028</c:v>
                </c:pt>
                <c:pt idx="1001">
                  <c:v>2042.8245887028393</c:v>
                </c:pt>
                <c:pt idx="1002">
                  <c:v>2045.5338275847255</c:v>
                </c:pt>
                <c:pt idx="1003">
                  <c:v>2045.5921344592823</c:v>
                </c:pt>
                <c:pt idx="1004">
                  <c:v>2046.3898562771831</c:v>
                </c:pt>
                <c:pt idx="1005">
                  <c:v>2046.9389785292519</c:v>
                </c:pt>
                <c:pt idx="1006">
                  <c:v>2047.0270967153817</c:v>
                </c:pt>
                <c:pt idx="1007">
                  <c:v>2048.7091411942151</c:v>
                </c:pt>
                <c:pt idx="1008">
                  <c:v>2050.0469461480939</c:v>
                </c:pt>
                <c:pt idx="1009">
                  <c:v>2050.0404726327856</c:v>
                </c:pt>
                <c:pt idx="1010">
                  <c:v>2050.0202169194708</c:v>
                </c:pt>
                <c:pt idx="1011">
                  <c:v>2050.1501369899797</c:v>
                </c:pt>
                <c:pt idx="1012">
                  <c:v>2051.099126479688</c:v>
                </c:pt>
                <c:pt idx="1013">
                  <c:v>2051.0482338872766</c:v>
                </c:pt>
                <c:pt idx="1014">
                  <c:v>2051.0683223512092</c:v>
                </c:pt>
                <c:pt idx="1015">
                  <c:v>2051.1205799820018</c:v>
                </c:pt>
                <c:pt idx="1016">
                  <c:v>2052.117080790732</c:v>
                </c:pt>
                <c:pt idx="1017">
                  <c:v>2052.0439493556787</c:v>
                </c:pt>
                <c:pt idx="1018">
                  <c:v>2052.0295965548644</c:v>
                </c:pt>
                <c:pt idx="1019">
                  <c:v>2052.1459219119647</c:v>
                </c:pt>
                <c:pt idx="1020">
                  <c:v>2052.1286346108004</c:v>
                </c:pt>
                <c:pt idx="1021">
                  <c:v>2052.126326601528</c:v>
                </c:pt>
                <c:pt idx="1022">
                  <c:v>2052.1258653135837</c:v>
                </c:pt>
                <c:pt idx="1023">
                  <c:v>2052.9939607237507</c:v>
                </c:pt>
                <c:pt idx="1024">
                  <c:v>2054.7075949940031</c:v>
                </c:pt>
                <c:pt idx="1025">
                  <c:v>2060.9717559265923</c:v>
                </c:pt>
                <c:pt idx="1026">
                  <c:v>2060.8933662900263</c:v>
                </c:pt>
                <c:pt idx="1027">
                  <c:v>2060.8585041468236</c:v>
                </c:pt>
                <c:pt idx="1028">
                  <c:v>2062.5754467197285</c:v>
                </c:pt>
                <c:pt idx="1029">
                  <c:v>2066.1890387376316</c:v>
                </c:pt>
                <c:pt idx="1030">
                  <c:v>2068.1943138861943</c:v>
                </c:pt>
                <c:pt idx="1031">
                  <c:v>2068.1461248573864</c:v>
                </c:pt>
                <c:pt idx="1032">
                  <c:v>2072.6391686421298</c:v>
                </c:pt>
                <c:pt idx="1033">
                  <c:v>2074.4938720249133</c:v>
                </c:pt>
                <c:pt idx="1034">
                  <c:v>2082.9866414532416</c:v>
                </c:pt>
                <c:pt idx="1035">
                  <c:v>2084.4320879172815</c:v>
                </c:pt>
                <c:pt idx="1036">
                  <c:v>2091.2705812080958</c:v>
                </c:pt>
                <c:pt idx="1037">
                  <c:v>2120.9950289407016</c:v>
                </c:pt>
                <c:pt idx="1038">
                  <c:v>2155.2847188851115</c:v>
                </c:pt>
                <c:pt idx="1039">
                  <c:v>2157.5323951012097</c:v>
                </c:pt>
                <c:pt idx="1040">
                  <c:v>2160.582888900557</c:v>
                </c:pt>
                <c:pt idx="1041">
                  <c:v>2166.366711061029</c:v>
                </c:pt>
                <c:pt idx="1042">
                  <c:v>2168.5310111496824</c:v>
                </c:pt>
                <c:pt idx="1043">
                  <c:v>2168.7884674932152</c:v>
                </c:pt>
                <c:pt idx="1044">
                  <c:v>2171.9305974576127</c:v>
                </c:pt>
                <c:pt idx="1045">
                  <c:v>2171.5641295847227</c:v>
                </c:pt>
                <c:pt idx="1046">
                  <c:v>2172.7269035527438</c:v>
                </c:pt>
                <c:pt idx="1047">
                  <c:v>2172.6559493508398</c:v>
                </c:pt>
                <c:pt idx="1048">
                  <c:v>2173.8191412552464</c:v>
                </c:pt>
                <c:pt idx="1049">
                  <c:v>2177.8757439157962</c:v>
                </c:pt>
                <c:pt idx="1050">
                  <c:v>2177.7894820467518</c:v>
                </c:pt>
                <c:pt idx="1051">
                  <c:v>2178.4345828834125</c:v>
                </c:pt>
                <c:pt idx="1052">
                  <c:v>2178.8910585249287</c:v>
                </c:pt>
                <c:pt idx="1053">
                  <c:v>2181.2547274315471</c:v>
                </c:pt>
                <c:pt idx="1054">
                  <c:v>2182.1897128507717</c:v>
                </c:pt>
                <c:pt idx="1055">
                  <c:v>2183.3805276585476</c:v>
                </c:pt>
                <c:pt idx="1056">
                  <c:v>2184.2888585485643</c:v>
                </c:pt>
                <c:pt idx="1057">
                  <c:v>2184.3628013319694</c:v>
                </c:pt>
                <c:pt idx="1058">
                  <c:v>2184.7357282323278</c:v>
                </c:pt>
                <c:pt idx="1059">
                  <c:v>2184.744194130235</c:v>
                </c:pt>
                <c:pt idx="1060">
                  <c:v>2184.7390256223539</c:v>
                </c:pt>
                <c:pt idx="1061">
                  <c:v>2184.8125311303293</c:v>
                </c:pt>
                <c:pt idx="1062">
                  <c:v>2184.8095274175448</c:v>
                </c:pt>
                <c:pt idx="1063">
                  <c:v>2187.9330906921532</c:v>
                </c:pt>
                <c:pt idx="1064">
                  <c:v>2196.1820162480744</c:v>
                </c:pt>
                <c:pt idx="1065">
                  <c:v>2204.3749431137853</c:v>
                </c:pt>
                <c:pt idx="1066">
                  <c:v>2204.7332543981629</c:v>
                </c:pt>
                <c:pt idx="1067">
                  <c:v>2205.6852444271221</c:v>
                </c:pt>
                <c:pt idx="1068">
                  <c:v>2205.5406471155052</c:v>
                </c:pt>
                <c:pt idx="1069">
                  <c:v>2206.2036890529162</c:v>
                </c:pt>
                <c:pt idx="1070">
                  <c:v>2206.2007778973407</c:v>
                </c:pt>
                <c:pt idx="1071">
                  <c:v>2206.191378003281</c:v>
                </c:pt>
                <c:pt idx="1072">
                  <c:v>2206.9326458989426</c:v>
                </c:pt>
                <c:pt idx="1073">
                  <c:v>2206.8891656683918</c:v>
                </c:pt>
                <c:pt idx="1074">
                  <c:v>2206.9460324696315</c:v>
                </c:pt>
                <c:pt idx="1075">
                  <c:v>2206.9389778939121</c:v>
                </c:pt>
                <c:pt idx="1076">
                  <c:v>2207.6640608283947</c:v>
                </c:pt>
                <c:pt idx="1077">
                  <c:v>2209.0675776135699</c:v>
                </c:pt>
                <c:pt idx="1078">
                  <c:v>2211.5011128567608</c:v>
                </c:pt>
                <c:pt idx="1079">
                  <c:v>2211.5794341411724</c:v>
                </c:pt>
                <c:pt idx="1080">
                  <c:v>2211.5653021275016</c:v>
                </c:pt>
                <c:pt idx="1081">
                  <c:v>2214.7984123289925</c:v>
                </c:pt>
                <c:pt idx="1082">
                  <c:v>2217.6324970367932</c:v>
                </c:pt>
                <c:pt idx="1083">
                  <c:v>2227.4982261975347</c:v>
                </c:pt>
                <c:pt idx="1084">
                  <c:v>2236.0545426767526</c:v>
                </c:pt>
                <c:pt idx="1085">
                  <c:v>2252.9656415188424</c:v>
                </c:pt>
                <c:pt idx="1086">
                  <c:v>2256.1384311312531</c:v>
                </c:pt>
                <c:pt idx="1087">
                  <c:v>2261.6692779536256</c:v>
                </c:pt>
                <c:pt idx="1088">
                  <c:v>2276.6512084902602</c:v>
                </c:pt>
                <c:pt idx="1089">
                  <c:v>2280.6245128402497</c:v>
                </c:pt>
                <c:pt idx="1090">
                  <c:v>2298.6049527331038</c:v>
                </c:pt>
                <c:pt idx="1091">
                  <c:v>2303.5544180227239</c:v>
                </c:pt>
                <c:pt idx="1092">
                  <c:v>2328.0535707148074</c:v>
                </c:pt>
                <c:pt idx="1093">
                  <c:v>2342.4352625474376</c:v>
                </c:pt>
                <c:pt idx="1094">
                  <c:v>2357.2302560919866</c:v>
                </c:pt>
                <c:pt idx="1095">
                  <c:v>2358.9955877620882</c:v>
                </c:pt>
                <c:pt idx="1096">
                  <c:v>2359.9197225589587</c:v>
                </c:pt>
                <c:pt idx="1097">
                  <c:v>2363.1001222598338</c:v>
                </c:pt>
                <c:pt idx="1098">
                  <c:v>2367.9447574711066</c:v>
                </c:pt>
                <c:pt idx="1099">
                  <c:v>2379.5634681028287</c:v>
                </c:pt>
                <c:pt idx="1100">
                  <c:v>2416.1278875786234</c:v>
                </c:pt>
                <c:pt idx="1101">
                  <c:v>2436.1062603810255</c:v>
                </c:pt>
                <c:pt idx="1102">
                  <c:v>2443.7621049477293</c:v>
                </c:pt>
                <c:pt idx="1103">
                  <c:v>2459.397882278975</c:v>
                </c:pt>
                <c:pt idx="1104">
                  <c:v>2469.0076492987646</c:v>
                </c:pt>
                <c:pt idx="1105">
                  <c:v>2483.7170595328921</c:v>
                </c:pt>
                <c:pt idx="1106">
                  <c:v>2485.3447027269663</c:v>
                </c:pt>
                <c:pt idx="1107">
                  <c:v>2497.2462850637717</c:v>
                </c:pt>
                <c:pt idx="1108">
                  <c:v>2528.1755265631518</c:v>
                </c:pt>
                <c:pt idx="1109">
                  <c:v>2539.4634614640963</c:v>
                </c:pt>
                <c:pt idx="1110">
                  <c:v>2555.9750373145166</c:v>
                </c:pt>
                <c:pt idx="1111">
                  <c:v>2561.1431775083774</c:v>
                </c:pt>
                <c:pt idx="1112">
                  <c:v>2608.3032458567623</c:v>
                </c:pt>
                <c:pt idx="1113">
                  <c:v>2663.1353277005828</c:v>
                </c:pt>
                <c:pt idx="1114">
                  <c:v>2677.5682102141727</c:v>
                </c:pt>
                <c:pt idx="1115">
                  <c:v>2723.7656048551144</c:v>
                </c:pt>
                <c:pt idx="1116">
                  <c:v>2746.3997738208645</c:v>
                </c:pt>
                <c:pt idx="1117">
                  <c:v>2775.1786984228211</c:v>
                </c:pt>
                <c:pt idx="1118">
                  <c:v>2785.2476291026851</c:v>
                </c:pt>
                <c:pt idx="1119">
                  <c:v>2792.7362298004964</c:v>
                </c:pt>
                <c:pt idx="1120">
                  <c:v>2804.586696918851</c:v>
                </c:pt>
                <c:pt idx="1121">
                  <c:v>2827.1263208924111</c:v>
                </c:pt>
                <c:pt idx="1122">
                  <c:v>2839.0426834490127</c:v>
                </c:pt>
                <c:pt idx="1123">
                  <c:v>2840.9172249830403</c:v>
                </c:pt>
                <c:pt idx="1124">
                  <c:v>2880.7525209963414</c:v>
                </c:pt>
                <c:pt idx="1125">
                  <c:v>2893.9907304769231</c:v>
                </c:pt>
                <c:pt idx="1126">
                  <c:v>2897.5226732841024</c:v>
                </c:pt>
                <c:pt idx="1127">
                  <c:v>2910.6309565307461</c:v>
                </c:pt>
                <c:pt idx="1128">
                  <c:v>2935.1735981202573</c:v>
                </c:pt>
                <c:pt idx="1129">
                  <c:v>2937.0148106845695</c:v>
                </c:pt>
                <c:pt idx="1130">
                  <c:v>2941.4078709934306</c:v>
                </c:pt>
                <c:pt idx="1131">
                  <c:v>2943.2831363915807</c:v>
                </c:pt>
                <c:pt idx="1132">
                  <c:v>2945.5928830691842</c:v>
                </c:pt>
                <c:pt idx="1133">
                  <c:v>2953.8273845246731</c:v>
                </c:pt>
                <c:pt idx="1134">
                  <c:v>2953.3604337909892</c:v>
                </c:pt>
                <c:pt idx="1135">
                  <c:v>2954.5405728444834</c:v>
                </c:pt>
                <c:pt idx="1136">
                  <c:v>2959.8467994816529</c:v>
                </c:pt>
                <c:pt idx="1137">
                  <c:v>2959.5786033970821</c:v>
                </c:pt>
                <c:pt idx="1138">
                  <c:v>2962.5913212607161</c:v>
                </c:pt>
                <c:pt idx="1139">
                  <c:v>2966.5830660383776</c:v>
                </c:pt>
                <c:pt idx="1140">
                  <c:v>2966.111108529009</c:v>
                </c:pt>
                <c:pt idx="1141">
                  <c:v>2973.5410184671532</c:v>
                </c:pt>
                <c:pt idx="1142">
                  <c:v>2975.7368544633605</c:v>
                </c:pt>
                <c:pt idx="1143">
                  <c:v>2975.6735836897119</c:v>
                </c:pt>
                <c:pt idx="1144">
                  <c:v>2982.3954594499264</c:v>
                </c:pt>
                <c:pt idx="1145">
                  <c:v>2987.7838742896038</c:v>
                </c:pt>
                <c:pt idx="1146">
                  <c:v>2998.4595123562317</c:v>
                </c:pt>
                <c:pt idx="1147">
                  <c:v>2999.4391348236263</c:v>
                </c:pt>
                <c:pt idx="1148">
                  <c:v>3004.3813646525364</c:v>
                </c:pt>
                <c:pt idx="1149">
                  <c:v>3005.0201164359514</c:v>
                </c:pt>
                <c:pt idx="1150">
                  <c:v>3009.787120646437</c:v>
                </c:pt>
                <c:pt idx="1151">
                  <c:v>3011.4900834088121</c:v>
                </c:pt>
                <c:pt idx="1152">
                  <c:v>3014.1702504017571</c:v>
                </c:pt>
                <c:pt idx="1153">
                  <c:v>3018.1936305914605</c:v>
                </c:pt>
                <c:pt idx="1154">
                  <c:v>3018.4105359556183</c:v>
                </c:pt>
                <c:pt idx="1155">
                  <c:v>3019.9770456282517</c:v>
                </c:pt>
                <c:pt idx="1156">
                  <c:v>3032.2129743463097</c:v>
                </c:pt>
                <c:pt idx="1157">
                  <c:v>3064.0074792795835</c:v>
                </c:pt>
                <c:pt idx="1158">
                  <c:v>3099.4582702105981</c:v>
                </c:pt>
                <c:pt idx="1159">
                  <c:v>3110.5422518148152</c:v>
                </c:pt>
                <c:pt idx="1160">
                  <c:v>3124.7503972661689</c:v>
                </c:pt>
                <c:pt idx="1161">
                  <c:v>3130.9969636022988</c:v>
                </c:pt>
                <c:pt idx="1162">
                  <c:v>3134.7151582302772</c:v>
                </c:pt>
                <c:pt idx="1163">
                  <c:v>3137.3790208941464</c:v>
                </c:pt>
                <c:pt idx="1164">
                  <c:v>3138.0085559615623</c:v>
                </c:pt>
                <c:pt idx="1165">
                  <c:v>3139.8513328676909</c:v>
                </c:pt>
                <c:pt idx="1166">
                  <c:v>3141.8440548473709</c:v>
                </c:pt>
                <c:pt idx="1167">
                  <c:v>3142.2804308598329</c:v>
                </c:pt>
                <c:pt idx="1168">
                  <c:v>3148.1350299065243</c:v>
                </c:pt>
                <c:pt idx="1169">
                  <c:v>3159.8956759392972</c:v>
                </c:pt>
                <c:pt idx="1170">
                  <c:v>3158.9858880014262</c:v>
                </c:pt>
                <c:pt idx="1171">
                  <c:v>3177.4250304885954</c:v>
                </c:pt>
                <c:pt idx="1172">
                  <c:v>3181.2818151997317</c:v>
                </c:pt>
                <c:pt idx="1173">
                  <c:v>3181.4497302365617</c:v>
                </c:pt>
                <c:pt idx="1174">
                  <c:v>3185.1048522511987</c:v>
                </c:pt>
                <c:pt idx="1175">
                  <c:v>3186.8508443726159</c:v>
                </c:pt>
                <c:pt idx="1176">
                  <c:v>3199.4151902999197</c:v>
                </c:pt>
                <c:pt idx="1177">
                  <c:v>3199.4882822968862</c:v>
                </c:pt>
                <c:pt idx="1178">
                  <c:v>3200.8214230036706</c:v>
                </c:pt>
                <c:pt idx="1179">
                  <c:v>3200.7321122842059</c:v>
                </c:pt>
                <c:pt idx="1180">
                  <c:v>3216.1402427612802</c:v>
                </c:pt>
                <c:pt idx="1181">
                  <c:v>3229.2382902576037</c:v>
                </c:pt>
                <c:pt idx="1182">
                  <c:v>3262.0840116561135</c:v>
                </c:pt>
                <c:pt idx="1183">
                  <c:v>3260.7556973414012</c:v>
                </c:pt>
                <c:pt idx="1184">
                  <c:v>3286.4328898050194</c:v>
                </c:pt>
                <c:pt idx="1185">
                  <c:v>3340.2387868659612</c:v>
                </c:pt>
                <c:pt idx="1186">
                  <c:v>3389.837092248204</c:v>
                </c:pt>
                <c:pt idx="1187">
                  <c:v>3397.820403488176</c:v>
                </c:pt>
                <c:pt idx="1188">
                  <c:v>3423.8473952431727</c:v>
                </c:pt>
                <c:pt idx="1189">
                  <c:v>3433.3008775445769</c:v>
                </c:pt>
                <c:pt idx="1190">
                  <c:v>3435.2807375099819</c:v>
                </c:pt>
                <c:pt idx="1191">
                  <c:v>3446.3105248449588</c:v>
                </c:pt>
                <c:pt idx="1192">
                  <c:v>3445.155746261978</c:v>
                </c:pt>
                <c:pt idx="1193">
                  <c:v>3453.3643434018154</c:v>
                </c:pt>
                <c:pt idx="1194">
                  <c:v>3453.3313266552245</c:v>
                </c:pt>
                <c:pt idx="1195">
                  <c:v>3477.1772614392662</c:v>
                </c:pt>
                <c:pt idx="1196">
                  <c:v>3509.1691828219023</c:v>
                </c:pt>
                <c:pt idx="1197">
                  <c:v>3530.514893133362</c:v>
                </c:pt>
                <c:pt idx="1198">
                  <c:v>3552.6488875161149</c:v>
                </c:pt>
                <c:pt idx="1199">
                  <c:v>3560.4480942622927</c:v>
                </c:pt>
                <c:pt idx="1200">
                  <c:v>3563.9754360946604</c:v>
                </c:pt>
                <c:pt idx="1201">
                  <c:v>3574.3176422956944</c:v>
                </c:pt>
                <c:pt idx="1202">
                  <c:v>3581.0395752017221</c:v>
                </c:pt>
                <c:pt idx="1203">
                  <c:v>3590.6731792300752</c:v>
                </c:pt>
                <c:pt idx="1204">
                  <c:v>3598.3047152807703</c:v>
                </c:pt>
                <c:pt idx="1205">
                  <c:v>3621.4896468080005</c:v>
                </c:pt>
                <c:pt idx="1206">
                  <c:v>3689.8183496780612</c:v>
                </c:pt>
                <c:pt idx="1207">
                  <c:v>3717.9285545369021</c:v>
                </c:pt>
                <c:pt idx="1208">
                  <c:v>3726.9221180087056</c:v>
                </c:pt>
                <c:pt idx="1209">
                  <c:v>3726.082479120952</c:v>
                </c:pt>
                <c:pt idx="1210">
                  <c:v>3755.4095915878479</c:v>
                </c:pt>
                <c:pt idx="1211">
                  <c:v>3757.3083486046971</c:v>
                </c:pt>
                <c:pt idx="1212">
                  <c:v>3778.273381854764</c:v>
                </c:pt>
                <c:pt idx="1213">
                  <c:v>3793.502165607184</c:v>
                </c:pt>
                <c:pt idx="1214">
                  <c:v>3807.7817806030616</c:v>
                </c:pt>
                <c:pt idx="1215">
                  <c:v>3812.0092117233248</c:v>
                </c:pt>
                <c:pt idx="1216">
                  <c:v>3815.1000900075746</c:v>
                </c:pt>
                <c:pt idx="1217">
                  <c:v>3821.3924705469085</c:v>
                </c:pt>
                <c:pt idx="1218">
                  <c:v>3833.1372331868656</c:v>
                </c:pt>
                <c:pt idx="1219">
                  <c:v>3908.2886605801536</c:v>
                </c:pt>
                <c:pt idx="1220">
                  <c:v>3920.819297693437</c:v>
                </c:pt>
                <c:pt idx="1221">
                  <c:v>3926.2737443413948</c:v>
                </c:pt>
                <c:pt idx="1222">
                  <c:v>3940.770873208186</c:v>
                </c:pt>
                <c:pt idx="1223">
                  <c:v>3955.309484336206</c:v>
                </c:pt>
                <c:pt idx="1224">
                  <c:v>3992.2756042735809</c:v>
                </c:pt>
                <c:pt idx="1225">
                  <c:v>3999.4177223563424</c:v>
                </c:pt>
                <c:pt idx="1226">
                  <c:v>4009.7799761338129</c:v>
                </c:pt>
                <c:pt idx="1227">
                  <c:v>4039.0616982905767</c:v>
                </c:pt>
                <c:pt idx="1228">
                  <c:v>4048.9340364499476</c:v>
                </c:pt>
                <c:pt idx="1229">
                  <c:v>4055.9784937587556</c:v>
                </c:pt>
                <c:pt idx="1230">
                  <c:v>4093.4559496974953</c:v>
                </c:pt>
                <c:pt idx="1231">
                  <c:v>4095.3448260048626</c:v>
                </c:pt>
                <c:pt idx="1232">
                  <c:v>4104.0358838217435</c:v>
                </c:pt>
                <c:pt idx="1233">
                  <c:v>4122.9392986684979</c:v>
                </c:pt>
                <c:pt idx="1234">
                  <c:v>4128.8799777160284</c:v>
                </c:pt>
                <c:pt idx="1235">
                  <c:v>4167.7531719734034</c:v>
                </c:pt>
                <c:pt idx="1236">
                  <c:v>4208.3004403365103</c:v>
                </c:pt>
                <c:pt idx="1237">
                  <c:v>4212.2116539129038</c:v>
                </c:pt>
                <c:pt idx="1238">
                  <c:v>4254.5687539971022</c:v>
                </c:pt>
                <c:pt idx="1239">
                  <c:v>4299.4002249303148</c:v>
                </c:pt>
                <c:pt idx="1240">
                  <c:v>4306.882482668655</c:v>
                </c:pt>
                <c:pt idx="1241">
                  <c:v>4328.0222107526952</c:v>
                </c:pt>
                <c:pt idx="1242">
                  <c:v>4335.8935043824677</c:v>
                </c:pt>
                <c:pt idx="1243">
                  <c:v>4347.497312566833</c:v>
                </c:pt>
                <c:pt idx="1244">
                  <c:v>4355.6334949550346</c:v>
                </c:pt>
                <c:pt idx="1245">
                  <c:v>4361.592879306203</c:v>
                </c:pt>
                <c:pt idx="1246">
                  <c:v>4370.858610899405</c:v>
                </c:pt>
                <c:pt idx="1247">
                  <c:v>4374.3111686139464</c:v>
                </c:pt>
                <c:pt idx="1248">
                  <c:v>4375.3805614455232</c:v>
                </c:pt>
                <c:pt idx="1249">
                  <c:v>4375.3138389879077</c:v>
                </c:pt>
                <c:pt idx="1250">
                  <c:v>4375.4561832408126</c:v>
                </c:pt>
                <c:pt idx="1251">
                  <c:v>4375.4497242052366</c:v>
                </c:pt>
                <c:pt idx="1252">
                  <c:v>4375.532814851631</c:v>
                </c:pt>
                <c:pt idx="1253">
                  <c:v>4375.7029076504105</c:v>
                </c:pt>
                <c:pt idx="1254">
                  <c:v>4375.6959145061828</c:v>
                </c:pt>
                <c:pt idx="1255">
                  <c:v>4381.3567919545512</c:v>
                </c:pt>
                <c:pt idx="1256">
                  <c:v>4383.541853298384</c:v>
                </c:pt>
                <c:pt idx="1257">
                  <c:v>4383.2741281206572</c:v>
                </c:pt>
                <c:pt idx="1258">
                  <c:v>4383.2216363708758</c:v>
                </c:pt>
                <c:pt idx="1259">
                  <c:v>4383.1915354287748</c:v>
                </c:pt>
                <c:pt idx="1260">
                  <c:v>4383.5097250335966</c:v>
                </c:pt>
                <c:pt idx="1261">
                  <c:v>4383.477474866967</c:v>
                </c:pt>
                <c:pt idx="1262">
                  <c:v>4383.6570949894649</c:v>
                </c:pt>
                <c:pt idx="1263">
                  <c:v>4388.0615255487983</c:v>
                </c:pt>
                <c:pt idx="1264">
                  <c:v>4393.9325734315871</c:v>
                </c:pt>
                <c:pt idx="1265">
                  <c:v>4403.9458360939216</c:v>
                </c:pt>
                <c:pt idx="1266">
                  <c:v>4403.3574192985761</c:v>
                </c:pt>
                <c:pt idx="1267">
                  <c:v>4403.849067048217</c:v>
                </c:pt>
                <c:pt idx="1268">
                  <c:v>4404.1704242300175</c:v>
                </c:pt>
                <c:pt idx="1269">
                  <c:v>4406.2970576110401</c:v>
                </c:pt>
                <c:pt idx="1270">
                  <c:v>4406.7930018538464</c:v>
                </c:pt>
                <c:pt idx="1271">
                  <c:v>4408.2304805182621</c:v>
                </c:pt>
                <c:pt idx="1272">
                  <c:v>4408.1410805214828</c:v>
                </c:pt>
                <c:pt idx="1273">
                  <c:v>4409.6154485907591</c:v>
                </c:pt>
                <c:pt idx="1274">
                  <c:v>4412.849072317611</c:v>
                </c:pt>
                <c:pt idx="1275">
                  <c:v>4414.0302088915541</c:v>
                </c:pt>
                <c:pt idx="1276">
                  <c:v>4414.8012574835966</c:v>
                </c:pt>
                <c:pt idx="1277">
                  <c:v>4421.4542915335014</c:v>
                </c:pt>
                <c:pt idx="1278">
                  <c:v>4422.5621712338007</c:v>
                </c:pt>
                <c:pt idx="1279">
                  <c:v>4440.7789885489547</c:v>
                </c:pt>
                <c:pt idx="1280">
                  <c:v>4446.8335858529645</c:v>
                </c:pt>
                <c:pt idx="1281">
                  <c:v>4454.6098479777211</c:v>
                </c:pt>
                <c:pt idx="1282">
                  <c:v>4454.8626417364812</c:v>
                </c:pt>
                <c:pt idx="1283">
                  <c:v>4466.3920080684957</c:v>
                </c:pt>
                <c:pt idx="1284">
                  <c:v>4471.1217809454911</c:v>
                </c:pt>
                <c:pt idx="1285">
                  <c:v>4473.7928794324735</c:v>
                </c:pt>
                <c:pt idx="1286">
                  <c:v>4476.5243383351317</c:v>
                </c:pt>
                <c:pt idx="1287">
                  <c:v>4493.5679741777185</c:v>
                </c:pt>
                <c:pt idx="1288">
                  <c:v>4494.3780411056441</c:v>
                </c:pt>
                <c:pt idx="1289">
                  <c:v>4495.0710970548316</c:v>
                </c:pt>
                <c:pt idx="1290">
                  <c:v>4494.8872875303678</c:v>
                </c:pt>
                <c:pt idx="1291">
                  <c:v>4498.3645247644245</c:v>
                </c:pt>
                <c:pt idx="1292">
                  <c:v>4503.6526658107932</c:v>
                </c:pt>
                <c:pt idx="1293">
                  <c:v>4510.1921549220524</c:v>
                </c:pt>
                <c:pt idx="1294">
                  <c:v>4521.6561765737588</c:v>
                </c:pt>
                <c:pt idx="1295">
                  <c:v>4525.9892732313838</c:v>
                </c:pt>
                <c:pt idx="1296">
                  <c:v>4534.3729979179298</c:v>
                </c:pt>
                <c:pt idx="1297">
                  <c:v>4539.977812274411</c:v>
                </c:pt>
                <c:pt idx="1298">
                  <c:v>4545.2692462586265</c:v>
                </c:pt>
                <c:pt idx="1299">
                  <c:v>4560.9043892527052</c:v>
                </c:pt>
                <c:pt idx="1300">
                  <c:v>4579.7666176820403</c:v>
                </c:pt>
                <c:pt idx="1301">
                  <c:v>4590.8753351516461</c:v>
                </c:pt>
                <c:pt idx="1302">
                  <c:v>4598.3595206509626</c:v>
                </c:pt>
                <c:pt idx="1303">
                  <c:v>4598.3627666119219</c:v>
                </c:pt>
                <c:pt idx="1304">
                  <c:v>4602.7161505964223</c:v>
                </c:pt>
                <c:pt idx="1305">
                  <c:v>4608.6458992321777</c:v>
                </c:pt>
                <c:pt idx="1306">
                  <c:v>4612.4816056852997</c:v>
                </c:pt>
                <c:pt idx="1307">
                  <c:v>4613.9390077274384</c:v>
                </c:pt>
                <c:pt idx="1308">
                  <c:v>4615.511922266568</c:v>
                </c:pt>
                <c:pt idx="1309">
                  <c:v>4616.1260230731332</c:v>
                </c:pt>
                <c:pt idx="1310">
                  <c:v>4620.0091883551186</c:v>
                </c:pt>
                <c:pt idx="1311">
                  <c:v>4652.9923702153446</c:v>
                </c:pt>
                <c:pt idx="1312">
                  <c:v>4652.3252717239875</c:v>
                </c:pt>
                <c:pt idx="1313">
                  <c:v>4654.7454424262378</c:v>
                </c:pt>
                <c:pt idx="1314">
                  <c:v>4657.0251034620651</c:v>
                </c:pt>
                <c:pt idx="1315">
                  <c:v>4665.0117048158863</c:v>
                </c:pt>
                <c:pt idx="1316">
                  <c:v>4678.9756734731673</c:v>
                </c:pt>
                <c:pt idx="1317">
                  <c:v>4678.4749339914588</c:v>
                </c:pt>
                <c:pt idx="1318">
                  <c:v>4685.8774803554779</c:v>
                </c:pt>
                <c:pt idx="1319">
                  <c:v>4687.2850367048286</c:v>
                </c:pt>
                <c:pt idx="1320">
                  <c:v>4697.3322917713531</c:v>
                </c:pt>
                <c:pt idx="1321">
                  <c:v>4697.1964327483756</c:v>
                </c:pt>
                <c:pt idx="1322">
                  <c:v>4711.533792925241</c:v>
                </c:pt>
                <c:pt idx="1323">
                  <c:v>4712.8082991458541</c:v>
                </c:pt>
                <c:pt idx="1324">
                  <c:v>4734.8193416260328</c:v>
                </c:pt>
                <c:pt idx="1325">
                  <c:v>4735.7564791465002</c:v>
                </c:pt>
                <c:pt idx="1326">
                  <c:v>4743.8729405460326</c:v>
                </c:pt>
                <c:pt idx="1327">
                  <c:v>4751.4236331257889</c:v>
                </c:pt>
                <c:pt idx="1328">
                  <c:v>4757.8738365327208</c:v>
                </c:pt>
                <c:pt idx="1329">
                  <c:v>4762.6855532651452</c:v>
                </c:pt>
                <c:pt idx="1330">
                  <c:v>4774.7963293503408</c:v>
                </c:pt>
                <c:pt idx="1331">
                  <c:v>4780.2009939124191</c:v>
                </c:pt>
                <c:pt idx="1332">
                  <c:v>4781.1353892600673</c:v>
                </c:pt>
                <c:pt idx="1333">
                  <c:v>4782.9468501080246</c:v>
                </c:pt>
                <c:pt idx="1334">
                  <c:v>4785.8312853594425</c:v>
                </c:pt>
                <c:pt idx="1335">
                  <c:v>4786.2685668285239</c:v>
                </c:pt>
                <c:pt idx="1336">
                  <c:v>4790.3437107458276</c:v>
                </c:pt>
                <c:pt idx="1337">
                  <c:v>4804.5515084128992</c:v>
                </c:pt>
                <c:pt idx="1338">
                  <c:v>4804.996428333463</c:v>
                </c:pt>
                <c:pt idx="1339">
                  <c:v>4805.5490403027288</c:v>
                </c:pt>
                <c:pt idx="1340">
                  <c:v>4812.9789844865945</c:v>
                </c:pt>
                <c:pt idx="1341">
                  <c:v>4824.7508111722373</c:v>
                </c:pt>
                <c:pt idx="1342">
                  <c:v>4825.5968067556023</c:v>
                </c:pt>
                <c:pt idx="1343">
                  <c:v>4825.4807307302581</c:v>
                </c:pt>
                <c:pt idx="1344">
                  <c:v>4825.7415297170091</c:v>
                </c:pt>
                <c:pt idx="1345">
                  <c:v>4826.0368407927335</c:v>
                </c:pt>
                <c:pt idx="1346">
                  <c:v>4826.0043480873319</c:v>
                </c:pt>
                <c:pt idx="1347">
                  <c:v>4827.0259286797545</c:v>
                </c:pt>
                <c:pt idx="1348">
                  <c:v>4826.9452380579123</c:v>
                </c:pt>
                <c:pt idx="1349">
                  <c:v>4829.8731363371271</c:v>
                </c:pt>
                <c:pt idx="1350">
                  <c:v>4829.9112304986147</c:v>
                </c:pt>
                <c:pt idx="1351">
                  <c:v>4829.8433380700217</c:v>
                </c:pt>
                <c:pt idx="1352">
                  <c:v>4829.8252856920972</c:v>
                </c:pt>
                <c:pt idx="1353">
                  <c:v>4838.1280023445779</c:v>
                </c:pt>
                <c:pt idx="1354">
                  <c:v>4842.1733263191963</c:v>
                </c:pt>
                <c:pt idx="1355">
                  <c:v>4846.8700830679354</c:v>
                </c:pt>
                <c:pt idx="1356">
                  <c:v>4848.3047373018544</c:v>
                </c:pt>
                <c:pt idx="1357">
                  <c:v>4849.9259372301176</c:v>
                </c:pt>
                <c:pt idx="1358">
                  <c:v>4855.8014214369841</c:v>
                </c:pt>
                <c:pt idx="1359">
                  <c:v>4858.8202503009006</c:v>
                </c:pt>
                <c:pt idx="1360">
                  <c:v>4876.4883482741534</c:v>
                </c:pt>
                <c:pt idx="1361">
                  <c:v>4878.8742442236398</c:v>
                </c:pt>
                <c:pt idx="1362">
                  <c:v>4882.5331443233417</c:v>
                </c:pt>
                <c:pt idx="1363">
                  <c:v>4890.767113564405</c:v>
                </c:pt>
                <c:pt idx="1364">
                  <c:v>4907.0093809991631</c:v>
                </c:pt>
                <c:pt idx="1365">
                  <c:v>4916.1074448690579</c:v>
                </c:pt>
                <c:pt idx="1366">
                  <c:v>4918.9084044704041</c:v>
                </c:pt>
                <c:pt idx="1367">
                  <c:v>4920.3847609104841</c:v>
                </c:pt>
                <c:pt idx="1368">
                  <c:v>4923.983378081386</c:v>
                </c:pt>
                <c:pt idx="1369">
                  <c:v>4930.9228428664965</c:v>
                </c:pt>
                <c:pt idx="1370">
                  <c:v>4931.9793472835599</c:v>
                </c:pt>
                <c:pt idx="1371">
                  <c:v>4933.4739820731011</c:v>
                </c:pt>
                <c:pt idx="1372">
                  <c:v>4933.9098077409672</c:v>
                </c:pt>
                <c:pt idx="1373">
                  <c:v>4937.3627677618051</c:v>
                </c:pt>
                <c:pt idx="1374">
                  <c:v>4937.1846540182587</c:v>
                </c:pt>
                <c:pt idx="1375">
                  <c:v>4937.1497257162418</c:v>
                </c:pt>
                <c:pt idx="1376">
                  <c:v>4937.1411159698555</c:v>
                </c:pt>
                <c:pt idx="1377">
                  <c:v>4938.4435970192944</c:v>
                </c:pt>
                <c:pt idx="1378">
                  <c:v>4941.455767330137</c:v>
                </c:pt>
                <c:pt idx="1379">
                  <c:v>4943.8596239996214</c:v>
                </c:pt>
                <c:pt idx="1380">
                  <c:v>4945.1337860273152</c:v>
                </c:pt>
                <c:pt idx="1381">
                  <c:v>4948.1284871081625</c:v>
                </c:pt>
                <c:pt idx="1382">
                  <c:v>4950.2897601778504</c:v>
                </c:pt>
                <c:pt idx="1383">
                  <c:v>4951.5550174168093</c:v>
                </c:pt>
                <c:pt idx="1384">
                  <c:v>4957.6489172028296</c:v>
                </c:pt>
                <c:pt idx="1385">
                  <c:v>4957.8819958505592</c:v>
                </c:pt>
                <c:pt idx="1386">
                  <c:v>4957.8239395575265</c:v>
                </c:pt>
                <c:pt idx="1387">
                  <c:v>4960.9356069105215</c:v>
                </c:pt>
                <c:pt idx="1388">
                  <c:v>4962.1947566885965</c:v>
                </c:pt>
                <c:pt idx="1389">
                  <c:v>4969.4096192398229</c:v>
                </c:pt>
                <c:pt idx="1390">
                  <c:v>4989.0109144662856</c:v>
                </c:pt>
                <c:pt idx="1391">
                  <c:v>4991.6524252790077</c:v>
                </c:pt>
                <c:pt idx="1392">
                  <c:v>4991.5283334409069</c:v>
                </c:pt>
                <c:pt idx="1393">
                  <c:v>4991.4938263711647</c:v>
                </c:pt>
                <c:pt idx="1394">
                  <c:v>4991.4869543748382</c:v>
                </c:pt>
                <c:pt idx="1395">
                  <c:v>4991.4876308219182</c:v>
                </c:pt>
                <c:pt idx="1396">
                  <c:v>4991.4853209639441</c:v>
                </c:pt>
                <c:pt idx="1397">
                  <c:v>5005.5219395084405</c:v>
                </c:pt>
                <c:pt idx="1398">
                  <c:v>5004.9924261029701</c:v>
                </c:pt>
                <c:pt idx="1399">
                  <c:v>5009.3678966612642</c:v>
                </c:pt>
                <c:pt idx="1400">
                  <c:v>5011.2482089943232</c:v>
                </c:pt>
                <c:pt idx="1401">
                  <c:v>5010.9589339928825</c:v>
                </c:pt>
                <c:pt idx="1402">
                  <c:v>5011.950712829992</c:v>
                </c:pt>
                <c:pt idx="1403">
                  <c:v>5013.0999061099083</c:v>
                </c:pt>
                <c:pt idx="1404">
                  <c:v>5018.6432243252611</c:v>
                </c:pt>
                <c:pt idx="1405">
                  <c:v>5018.068963746714</c:v>
                </c:pt>
                <c:pt idx="1406">
                  <c:v>5018.3680071484423</c:v>
                </c:pt>
                <c:pt idx="1407">
                  <c:v>5018.3342449739948</c:v>
                </c:pt>
                <c:pt idx="1408">
                  <c:v>5018.7465032348227</c:v>
                </c:pt>
                <c:pt idx="1409">
                  <c:v>5018.7175333997793</c:v>
                </c:pt>
                <c:pt idx="1410">
                  <c:v>5019.0009855754915</c:v>
                </c:pt>
                <c:pt idx="1411">
                  <c:v>5019.1629638346794</c:v>
                </c:pt>
                <c:pt idx="1412">
                  <c:v>5020.7944014961595</c:v>
                </c:pt>
                <c:pt idx="1413">
                  <c:v>5022.7934912762603</c:v>
                </c:pt>
                <c:pt idx="1414">
                  <c:v>5032.6695294606934</c:v>
                </c:pt>
                <c:pt idx="1415">
                  <c:v>5035.1806060518593</c:v>
                </c:pt>
                <c:pt idx="1416">
                  <c:v>5039.2998918590702</c:v>
                </c:pt>
                <c:pt idx="1417">
                  <c:v>5046.2785901870293</c:v>
                </c:pt>
                <c:pt idx="1418">
                  <c:v>5047.8838976251591</c:v>
                </c:pt>
                <c:pt idx="1419">
                  <c:v>5051.1630157874806</c:v>
                </c:pt>
                <c:pt idx="1420">
                  <c:v>5050.9598209229971</c:v>
                </c:pt>
                <c:pt idx="1421">
                  <c:v>5056.257809241717</c:v>
                </c:pt>
                <c:pt idx="1422">
                  <c:v>5058.0534019807365</c:v>
                </c:pt>
                <c:pt idx="1423">
                  <c:v>5060.8034452204456</c:v>
                </c:pt>
                <c:pt idx="1424">
                  <c:v>5066.9054963259077</c:v>
                </c:pt>
                <c:pt idx="1425">
                  <c:v>5076.6862383372782</c:v>
                </c:pt>
                <c:pt idx="1426">
                  <c:v>5088.3660696014731</c:v>
                </c:pt>
                <c:pt idx="1427">
                  <c:v>5094.6273381078609</c:v>
                </c:pt>
                <c:pt idx="1428">
                  <c:v>5095.0556535623282</c:v>
                </c:pt>
                <c:pt idx="1429">
                  <c:v>5097.2676218911083</c:v>
                </c:pt>
                <c:pt idx="1430">
                  <c:v>5109.5000173846147</c:v>
                </c:pt>
                <c:pt idx="1431">
                  <c:v>5120.5441704621962</c:v>
                </c:pt>
                <c:pt idx="1432">
                  <c:v>5124.4131004842457</c:v>
                </c:pt>
                <c:pt idx="1433">
                  <c:v>5128.0701420790474</c:v>
                </c:pt>
                <c:pt idx="1434">
                  <c:v>5133.7140049499694</c:v>
                </c:pt>
                <c:pt idx="1435">
                  <c:v>5133.7103751763007</c:v>
                </c:pt>
                <c:pt idx="1436">
                  <c:v>5137.2000268508664</c:v>
                </c:pt>
                <c:pt idx="1437">
                  <c:v>5140.0880926086647</c:v>
                </c:pt>
                <c:pt idx="1438">
                  <c:v>5141.2444229358662</c:v>
                </c:pt>
                <c:pt idx="1439">
                  <c:v>5141.9263120382811</c:v>
                </c:pt>
                <c:pt idx="1440">
                  <c:v>5142.0887464608259</c:v>
                </c:pt>
                <c:pt idx="1441">
                  <c:v>5142.9756685738403</c:v>
                </c:pt>
                <c:pt idx="1442">
                  <c:v>5143.2696295248243</c:v>
                </c:pt>
                <c:pt idx="1443">
                  <c:v>5143.858523539554</c:v>
                </c:pt>
                <c:pt idx="1444">
                  <c:v>5143.9084881876288</c:v>
                </c:pt>
                <c:pt idx="1445">
                  <c:v>5150.570740083851</c:v>
                </c:pt>
                <c:pt idx="1446">
                  <c:v>5150.570740083851</c:v>
                </c:pt>
                <c:pt idx="1447">
                  <c:v>5152.9473651718417</c:v>
                </c:pt>
                <c:pt idx="1448">
                  <c:v>5155.3082746030477</c:v>
                </c:pt>
                <c:pt idx="1449">
                  <c:v>5154.9650951885023</c:v>
                </c:pt>
                <c:pt idx="1450">
                  <c:v>5156.3046367588468</c:v>
                </c:pt>
                <c:pt idx="1451">
                  <c:v>5158.2492757608998</c:v>
                </c:pt>
                <c:pt idx="1452">
                  <c:v>5157.9014387284269</c:v>
                </c:pt>
                <c:pt idx="1453">
                  <c:v>5158.6483915923918</c:v>
                </c:pt>
                <c:pt idx="1454">
                  <c:v>5162.8573806307959</c:v>
                </c:pt>
                <c:pt idx="1455">
                  <c:v>5167.7124593704029</c:v>
                </c:pt>
                <c:pt idx="1456">
                  <c:v>5167.8942501532538</c:v>
                </c:pt>
                <c:pt idx="1457">
                  <c:v>5172.7630371162131</c:v>
                </c:pt>
                <c:pt idx="1458">
                  <c:v>5178.7823562757021</c:v>
                </c:pt>
                <c:pt idx="1459">
                  <c:v>5179.4906199365205</c:v>
                </c:pt>
                <c:pt idx="1460">
                  <c:v>5179.3458581721179</c:v>
                </c:pt>
                <c:pt idx="1461">
                  <c:v>5182.9508061747356</c:v>
                </c:pt>
                <c:pt idx="1462">
                  <c:v>5183.0624969027967</c:v>
                </c:pt>
                <c:pt idx="1463">
                  <c:v>5184.8754467432382</c:v>
                </c:pt>
                <c:pt idx="1464">
                  <c:v>5185.5548701943644</c:v>
                </c:pt>
                <c:pt idx="1465">
                  <c:v>5186.2004583176631</c:v>
                </c:pt>
                <c:pt idx="1466">
                  <c:v>5186.4514359035184</c:v>
                </c:pt>
                <c:pt idx="1467">
                  <c:v>5186.4355080055211</c:v>
                </c:pt>
                <c:pt idx="1468">
                  <c:v>5186.529651584834</c:v>
                </c:pt>
                <c:pt idx="1469">
                  <c:v>5192.0586610116861</c:v>
                </c:pt>
                <c:pt idx="1470">
                  <c:v>5193.6613529903943</c:v>
                </c:pt>
                <c:pt idx="1471">
                  <c:v>5193.4696576449815</c:v>
                </c:pt>
                <c:pt idx="1472">
                  <c:v>5194.3186296020986</c:v>
                </c:pt>
                <c:pt idx="1473">
                  <c:v>5197.3261902001241</c:v>
                </c:pt>
                <c:pt idx="1474">
                  <c:v>5198.8761690454712</c:v>
                </c:pt>
                <c:pt idx="1475">
                  <c:v>5198.7008915075867</c:v>
                </c:pt>
                <c:pt idx="1476">
                  <c:v>5207.7589343666841</c:v>
                </c:pt>
                <c:pt idx="1477">
                  <c:v>5215.6142564162947</c:v>
                </c:pt>
                <c:pt idx="1478">
                  <c:v>5216.3186641966786</c:v>
                </c:pt>
                <c:pt idx="1479">
                  <c:v>5219.9778288362013</c:v>
                </c:pt>
                <c:pt idx="1480">
                  <c:v>5229.0261940266273</c:v>
                </c:pt>
                <c:pt idx="1481">
                  <c:v>5231.5703332485582</c:v>
                </c:pt>
                <c:pt idx="1482">
                  <c:v>5235.2347101323712</c:v>
                </c:pt>
                <c:pt idx="1483">
                  <c:v>5243.1835315173903</c:v>
                </c:pt>
                <c:pt idx="1484">
                  <c:v>5245.6879448442496</c:v>
                </c:pt>
                <c:pt idx="1485">
                  <c:v>5246.7180047417978</c:v>
                </c:pt>
                <c:pt idx="1486">
                  <c:v>5246.9686560609052</c:v>
                </c:pt>
                <c:pt idx="1487">
                  <c:v>5247.3933965015567</c:v>
                </c:pt>
                <c:pt idx="1488">
                  <c:v>5247.3740174907198</c:v>
                </c:pt>
                <c:pt idx="1489">
                  <c:v>5247.3703575338432</c:v>
                </c:pt>
                <c:pt idx="1490">
                  <c:v>5247.3695917520481</c:v>
                </c:pt>
                <c:pt idx="1491">
                  <c:v>5247.6611745376886</c:v>
                </c:pt>
                <c:pt idx="1492">
                  <c:v>5247.6469881173889</c:v>
                </c:pt>
                <c:pt idx="1493">
                  <c:v>5247.6440301471084</c:v>
                </c:pt>
                <c:pt idx="1494">
                  <c:v>5250.4154448350182</c:v>
                </c:pt>
                <c:pt idx="1495">
                  <c:v>5257.2157167735186</c:v>
                </c:pt>
                <c:pt idx="1496">
                  <c:v>5258.7688711021028</c:v>
                </c:pt>
                <c:pt idx="1497">
                  <c:v>5260.3231507715336</c:v>
                </c:pt>
                <c:pt idx="1498">
                  <c:v>5261.8474143733347</c:v>
                </c:pt>
                <c:pt idx="1499">
                  <c:v>5261.6983607112879</c:v>
                </c:pt>
                <c:pt idx="1500">
                  <c:v>5263.2910899449707</c:v>
                </c:pt>
                <c:pt idx="1501">
                  <c:v>5265.9658723318544</c:v>
                </c:pt>
                <c:pt idx="1502">
                  <c:v>5270.6058475656591</c:v>
                </c:pt>
                <c:pt idx="1503">
                  <c:v>5279.2501825007121</c:v>
                </c:pt>
                <c:pt idx="1504">
                  <c:v>5279.8367036651498</c:v>
                </c:pt>
                <c:pt idx="1505">
                  <c:v>5288.1820290215437</c:v>
                </c:pt>
                <c:pt idx="1506">
                  <c:v>5293.4471172651747</c:v>
                </c:pt>
                <c:pt idx="1507">
                  <c:v>5294.0834509296874</c:v>
                </c:pt>
                <c:pt idx="1508">
                  <c:v>5294.454982273186</c:v>
                </c:pt>
                <c:pt idx="1509">
                  <c:v>5296.0919153001196</c:v>
                </c:pt>
                <c:pt idx="1510">
                  <c:v>5296.2292402425464</c:v>
                </c:pt>
                <c:pt idx="1511">
                  <c:v>5296.4961158196147</c:v>
                </c:pt>
                <c:pt idx="1512">
                  <c:v>5296.8223875449949</c:v>
                </c:pt>
                <c:pt idx="1513">
                  <c:v>5297.1217693665085</c:v>
                </c:pt>
                <c:pt idx="1514">
                  <c:v>5297.4156455739812</c:v>
                </c:pt>
                <c:pt idx="1515">
                  <c:v>5297.5053145223746</c:v>
                </c:pt>
                <c:pt idx="1516">
                  <c:v>5297.5387744308628</c:v>
                </c:pt>
                <c:pt idx="1517">
                  <c:v>5297.5345383182876</c:v>
                </c:pt>
                <c:pt idx="1518">
                  <c:v>5297.5336211007116</c:v>
                </c:pt>
                <c:pt idx="1519">
                  <c:v>5302.9811019274021</c:v>
                </c:pt>
                <c:pt idx="1520">
                  <c:v>5310.6394189597067</c:v>
                </c:pt>
                <c:pt idx="1521">
                  <c:v>5309.8591327510458</c:v>
                </c:pt>
                <c:pt idx="1522">
                  <c:v>5312.9801176690744</c:v>
                </c:pt>
                <c:pt idx="1523">
                  <c:v>5339.8741890175761</c:v>
                </c:pt>
                <c:pt idx="1524">
                  <c:v>5349.8308367866921</c:v>
                </c:pt>
                <c:pt idx="1525">
                  <c:v>5354.0048660182492</c:v>
                </c:pt>
                <c:pt idx="1526">
                  <c:v>5372.45907040152</c:v>
                </c:pt>
                <c:pt idx="1527">
                  <c:v>5377.8719474706904</c:v>
                </c:pt>
                <c:pt idx="1528">
                  <c:v>5377.4950137735923</c:v>
                </c:pt>
                <c:pt idx="1529">
                  <c:v>5393.9252360677528</c:v>
                </c:pt>
                <c:pt idx="1530">
                  <c:v>5402.9734512627092</c:v>
                </c:pt>
                <c:pt idx="1531">
                  <c:v>5408.3921590651189</c:v>
                </c:pt>
                <c:pt idx="1532">
                  <c:v>5415.6652175443678</c:v>
                </c:pt>
                <c:pt idx="1533">
                  <c:v>5427.4349487461659</c:v>
                </c:pt>
                <c:pt idx="1534">
                  <c:v>5431.1379295224733</c:v>
                </c:pt>
                <c:pt idx="1535">
                  <c:v>5431.6865914723776</c:v>
                </c:pt>
                <c:pt idx="1536">
                  <c:v>5456.3609215828337</c:v>
                </c:pt>
                <c:pt idx="1537">
                  <c:v>5459.808452646017</c:v>
                </c:pt>
                <c:pt idx="1538">
                  <c:v>5488.6995584271745</c:v>
                </c:pt>
                <c:pt idx="1539">
                  <c:v>5488.5391802036838</c:v>
                </c:pt>
                <c:pt idx="1540">
                  <c:v>5491.3758584579555</c:v>
                </c:pt>
                <c:pt idx="1541">
                  <c:v>5496.2504854542258</c:v>
                </c:pt>
                <c:pt idx="1542">
                  <c:v>5511.6754400508862</c:v>
                </c:pt>
                <c:pt idx="1543">
                  <c:v>5513.9308218688639</c:v>
                </c:pt>
                <c:pt idx="1544">
                  <c:v>5516.4099236638649</c:v>
                </c:pt>
                <c:pt idx="1545">
                  <c:v>5533.0142726206795</c:v>
                </c:pt>
                <c:pt idx="1546">
                  <c:v>5537.3417360435542</c:v>
                </c:pt>
                <c:pt idx="1547">
                  <c:v>5554.6389213359216</c:v>
                </c:pt>
                <c:pt idx="1548">
                  <c:v>5556.9433707726239</c:v>
                </c:pt>
                <c:pt idx="1549">
                  <c:v>5567.0303529820148</c:v>
                </c:pt>
                <c:pt idx="1550">
                  <c:v>5568.7191919514744</c:v>
                </c:pt>
                <c:pt idx="1551">
                  <c:v>5570.2304655396101</c:v>
                </c:pt>
                <c:pt idx="1552">
                  <c:v>5570.1262061973803</c:v>
                </c:pt>
                <c:pt idx="1553">
                  <c:v>5586.9638570838079</c:v>
                </c:pt>
                <c:pt idx="1554">
                  <c:v>5589.6146749892459</c:v>
                </c:pt>
                <c:pt idx="1555">
                  <c:v>5593.8319983684951</c:v>
                </c:pt>
                <c:pt idx="1556">
                  <c:v>5602.7497715069421</c:v>
                </c:pt>
                <c:pt idx="1557">
                  <c:v>5607.4390590481516</c:v>
                </c:pt>
                <c:pt idx="1558">
                  <c:v>5611.6283790867474</c:v>
                </c:pt>
                <c:pt idx="1559">
                  <c:v>5613.8504525141843</c:v>
                </c:pt>
                <c:pt idx="1560">
                  <c:v>5646.1966320254605</c:v>
                </c:pt>
                <c:pt idx="1561">
                  <c:v>5663.4705945614942</c:v>
                </c:pt>
                <c:pt idx="1562">
                  <c:v>5675.1759614538905</c:v>
                </c:pt>
                <c:pt idx="1563">
                  <c:v>5706.8468296397114</c:v>
                </c:pt>
                <c:pt idx="1564">
                  <c:v>5740.445704204807</c:v>
                </c:pt>
                <c:pt idx="1565">
                  <c:v>5757.307923206432</c:v>
                </c:pt>
                <c:pt idx="1566">
                  <c:v>5771.4557217279507</c:v>
                </c:pt>
                <c:pt idx="1567">
                  <c:v>5777.4871263178684</c:v>
                </c:pt>
                <c:pt idx="1568">
                  <c:v>5780.2895768331291</c:v>
                </c:pt>
                <c:pt idx="1569">
                  <c:v>5786.1268635727747</c:v>
                </c:pt>
                <c:pt idx="1570">
                  <c:v>5787.1395181088728</c:v>
                </c:pt>
                <c:pt idx="1571">
                  <c:v>5788.0821680665122</c:v>
                </c:pt>
                <c:pt idx="1572">
                  <c:v>5788.7229060725922</c:v>
                </c:pt>
                <c:pt idx="1573">
                  <c:v>5790.1182141516638</c:v>
                </c:pt>
                <c:pt idx="1574">
                  <c:v>5790.6591926065475</c:v>
                </c:pt>
                <c:pt idx="1575">
                  <c:v>5790.6178379018356</c:v>
                </c:pt>
                <c:pt idx="1576">
                  <c:v>5793.1659939912188</c:v>
                </c:pt>
                <c:pt idx="1577">
                  <c:v>5793.7786819103676</c:v>
                </c:pt>
                <c:pt idx="1578">
                  <c:v>5793.7384361136374</c:v>
                </c:pt>
                <c:pt idx="1579">
                  <c:v>5796.5541191352322</c:v>
                </c:pt>
                <c:pt idx="1580">
                  <c:v>5796.4557457555384</c:v>
                </c:pt>
                <c:pt idx="1581">
                  <c:v>5796.9048430826724</c:v>
                </c:pt>
                <c:pt idx="1582">
                  <c:v>5796.9826307195499</c:v>
                </c:pt>
                <c:pt idx="1583">
                  <c:v>5797.0848551031941</c:v>
                </c:pt>
                <c:pt idx="1584">
                  <c:v>5797.3496255573555</c:v>
                </c:pt>
                <c:pt idx="1585">
                  <c:v>5797.7768475282483</c:v>
                </c:pt>
                <c:pt idx="1586">
                  <c:v>5798.1292503902123</c:v>
                </c:pt>
                <c:pt idx="1587">
                  <c:v>5798.9831989754839</c:v>
                </c:pt>
                <c:pt idx="1588">
                  <c:v>5799.1947881658216</c:v>
                </c:pt>
                <c:pt idx="1589">
                  <c:v>5799.4554896751952</c:v>
                </c:pt>
                <c:pt idx="1590">
                  <c:v>5799.7044973580241</c:v>
                </c:pt>
                <c:pt idx="1591">
                  <c:v>5799.6833469807871</c:v>
                </c:pt>
                <c:pt idx="1592">
                  <c:v>5800.0040572935904</c:v>
                </c:pt>
                <c:pt idx="1593">
                  <c:v>5799.9539318488551</c:v>
                </c:pt>
                <c:pt idx="1594">
                  <c:v>5801.069088384801</c:v>
                </c:pt>
                <c:pt idx="1595">
                  <c:v>5801.2079131325954</c:v>
                </c:pt>
                <c:pt idx="1596">
                  <c:v>5801.7160068021876</c:v>
                </c:pt>
                <c:pt idx="1597">
                  <c:v>5801.6570483229598</c:v>
                </c:pt>
                <c:pt idx="1598">
                  <c:v>5802.901005423043</c:v>
                </c:pt>
                <c:pt idx="1599">
                  <c:v>5802.8633182438798</c:v>
                </c:pt>
                <c:pt idx="1600">
                  <c:v>5803.2456325124012</c:v>
                </c:pt>
                <c:pt idx="1601">
                  <c:v>5808.9989032158637</c:v>
                </c:pt>
                <c:pt idx="1602">
                  <c:v>5810.5820764158107</c:v>
                </c:pt>
                <c:pt idx="1603">
                  <c:v>5810.4249953352546</c:v>
                </c:pt>
                <c:pt idx="1604">
                  <c:v>5810.4545210179695</c:v>
                </c:pt>
                <c:pt idx="1605">
                  <c:v>5811.2717757958299</c:v>
                </c:pt>
                <c:pt idx="1606">
                  <c:v>5811.2633613530443</c:v>
                </c:pt>
                <c:pt idx="1607">
                  <c:v>5811.7017124729155</c:v>
                </c:pt>
                <c:pt idx="1608">
                  <c:v>5812.5484679782076</c:v>
                </c:pt>
                <c:pt idx="1609">
                  <c:v>5813.0127596453358</c:v>
                </c:pt>
                <c:pt idx="1610">
                  <c:v>5813.4456076893684</c:v>
                </c:pt>
                <c:pt idx="1611">
                  <c:v>5813.8782582327922</c:v>
                </c:pt>
                <c:pt idx="1612">
                  <c:v>5823.9677297909802</c:v>
                </c:pt>
                <c:pt idx="1613">
                  <c:v>5830.2249781009086</c:v>
                </c:pt>
                <c:pt idx="1614">
                  <c:v>5829.8722456111127</c:v>
                </c:pt>
                <c:pt idx="1615">
                  <c:v>5829.9778899666544</c:v>
                </c:pt>
                <c:pt idx="1616">
                  <c:v>5830.0306588621743</c:v>
                </c:pt>
                <c:pt idx="1617">
                  <c:v>5830.3187945156533</c:v>
                </c:pt>
                <c:pt idx="1618">
                  <c:v>5830.2857287293873</c:v>
                </c:pt>
                <c:pt idx="1619">
                  <c:v>5831.352067851295</c:v>
                </c:pt>
                <c:pt idx="1620">
                  <c:v>5833.5333365128845</c:v>
                </c:pt>
                <c:pt idx="1621">
                  <c:v>5834.1965454131259</c:v>
                </c:pt>
                <c:pt idx="1622">
                  <c:v>5834.6881519407598</c:v>
                </c:pt>
                <c:pt idx="1623">
                  <c:v>5835.008961220683</c:v>
                </c:pt>
                <c:pt idx="1624">
                  <c:v>5834.9783063065142</c:v>
                </c:pt>
                <c:pt idx="1625">
                  <c:v>5835.0464290690443</c:v>
                </c:pt>
                <c:pt idx="1626">
                  <c:v>5835.0381804140779</c:v>
                </c:pt>
                <c:pt idx="1627">
                  <c:v>5835.2942749350668</c:v>
                </c:pt>
                <c:pt idx="1628">
                  <c:v>5835.2942749350668</c:v>
                </c:pt>
                <c:pt idx="1629">
                  <c:v>5836.9242255862537</c:v>
                </c:pt>
                <c:pt idx="1630">
                  <c:v>5837.0643111867885</c:v>
                </c:pt>
                <c:pt idx="1631">
                  <c:v>5837.0447130298708</c:v>
                </c:pt>
                <c:pt idx="1632">
                  <c:v>5837.3009273036469</c:v>
                </c:pt>
                <c:pt idx="1633">
                  <c:v>5837.4261808530619</c:v>
                </c:pt>
                <c:pt idx="1634">
                  <c:v>5838.1269453047425</c:v>
                </c:pt>
                <c:pt idx="1635">
                  <c:v>5838.6929823359242</c:v>
                </c:pt>
                <c:pt idx="1636">
                  <c:v>5842.119104193981</c:v>
                </c:pt>
                <c:pt idx="1637">
                  <c:v>5841.8945744094553</c:v>
                </c:pt>
                <c:pt idx="1638">
                  <c:v>5841.941953307889</c:v>
                </c:pt>
                <c:pt idx="1639">
                  <c:v>5841.9256204764806</c:v>
                </c:pt>
                <c:pt idx="1640">
                  <c:v>5842.0668569493755</c:v>
                </c:pt>
                <c:pt idx="1641">
                  <c:v>5842.0519018416189</c:v>
                </c:pt>
                <c:pt idx="1642">
                  <c:v>5842.2205992884647</c:v>
                </c:pt>
                <c:pt idx="1643">
                  <c:v>5842.2135633626731</c:v>
                </c:pt>
                <c:pt idx="1644">
                  <c:v>5844.7267100740537</c:v>
                </c:pt>
                <c:pt idx="1645">
                  <c:v>5844.561747445593</c:v>
                </c:pt>
                <c:pt idx="1646">
                  <c:v>5844.5598677705548</c:v>
                </c:pt>
                <c:pt idx="1647">
                  <c:v>5845.0885241746209</c:v>
                </c:pt>
                <c:pt idx="1648">
                  <c:v>5845.1451086320485</c:v>
                </c:pt>
                <c:pt idx="1649">
                  <c:v>5845.5480761447188</c:v>
                </c:pt>
                <c:pt idx="1650">
                  <c:v>5845.5192979823842</c:v>
                </c:pt>
                <c:pt idx="1651">
                  <c:v>5846.2676413706176</c:v>
                </c:pt>
                <c:pt idx="1652">
                  <c:v>5848.7374804877636</c:v>
                </c:pt>
                <c:pt idx="1653">
                  <c:v>5848.6418062561825</c:v>
                </c:pt>
                <c:pt idx="1654">
                  <c:v>5848.7892665589807</c:v>
                </c:pt>
                <c:pt idx="1655">
                  <c:v>5849.72084533627</c:v>
                </c:pt>
                <c:pt idx="1656">
                  <c:v>5849.6763522001056</c:v>
                </c:pt>
                <c:pt idx="1657">
                  <c:v>5850.094069219439</c:v>
                </c:pt>
                <c:pt idx="1658">
                  <c:v>5850.5059640896361</c:v>
                </c:pt>
                <c:pt idx="1659">
                  <c:v>5851.4041400454644</c:v>
                </c:pt>
                <c:pt idx="1660">
                  <c:v>5851.9711663319613</c:v>
                </c:pt>
                <c:pt idx="1661">
                  <c:v>5851.9149802436596</c:v>
                </c:pt>
                <c:pt idx="1662">
                  <c:v>5852.1662288202388</c:v>
                </c:pt>
                <c:pt idx="1663">
                  <c:v>5852.1533851296726</c:v>
                </c:pt>
                <c:pt idx="1664">
                  <c:v>5852.1491106692029</c:v>
                </c:pt>
                <c:pt idx="1665">
                  <c:v>5852.5408102229876</c:v>
                </c:pt>
                <c:pt idx="1666">
                  <c:v>5852.51078828751</c:v>
                </c:pt>
                <c:pt idx="1667">
                  <c:v>5854.8804793117251</c:v>
                </c:pt>
                <c:pt idx="1668">
                  <c:v>5854.7075551622202</c:v>
                </c:pt>
                <c:pt idx="1669">
                  <c:v>5855.621370864279</c:v>
                </c:pt>
                <c:pt idx="1670">
                  <c:v>5856.0170782054502</c:v>
                </c:pt>
                <c:pt idx="1671">
                  <c:v>5856.5476962218509</c:v>
                </c:pt>
                <c:pt idx="1672">
                  <c:v>5856.8172960985539</c:v>
                </c:pt>
                <c:pt idx="1673">
                  <c:v>5856.9954415805196</c:v>
                </c:pt>
                <c:pt idx="1674">
                  <c:v>5857.6181470378451</c:v>
                </c:pt>
                <c:pt idx="1675">
                  <c:v>5859.7696476064402</c:v>
                </c:pt>
                <c:pt idx="1676">
                  <c:v>5861.707210078298</c:v>
                </c:pt>
                <c:pt idx="1677">
                  <c:v>5862.6829166436191</c:v>
                </c:pt>
                <c:pt idx="1678">
                  <c:v>5862.9917877585767</c:v>
                </c:pt>
                <c:pt idx="1679">
                  <c:v>5863.0673086095994</c:v>
                </c:pt>
                <c:pt idx="1680">
                  <c:v>5863.0603335858013</c:v>
                </c:pt>
                <c:pt idx="1681">
                  <c:v>5863.2460767145913</c:v>
                </c:pt>
                <c:pt idx="1682">
                  <c:v>5863.234401794085</c:v>
                </c:pt>
                <c:pt idx="1683">
                  <c:v>5863.7717879183874</c:v>
                </c:pt>
                <c:pt idx="1684">
                  <c:v>5874.242306592746</c:v>
                </c:pt>
                <c:pt idx="1685">
                  <c:v>5898.3492319931038</c:v>
                </c:pt>
                <c:pt idx="1686">
                  <c:v>5898.2448207871957</c:v>
                </c:pt>
                <c:pt idx="1687">
                  <c:v>5899.4277092894263</c:v>
                </c:pt>
                <c:pt idx="1688">
                  <c:v>5899.2294297825201</c:v>
                </c:pt>
                <c:pt idx="1689">
                  <c:v>5899.4942208068342</c:v>
                </c:pt>
                <c:pt idx="1690">
                  <c:v>5899.4492887916522</c:v>
                </c:pt>
                <c:pt idx="1691">
                  <c:v>5899.4404213213102</c:v>
                </c:pt>
                <c:pt idx="1692">
                  <c:v>5899.4386510642753</c:v>
                </c:pt>
                <c:pt idx="1693">
                  <c:v>5899.4382850869015</c:v>
                </c:pt>
                <c:pt idx="1694">
                  <c:v>5900.0100757243563</c:v>
                </c:pt>
                <c:pt idx="1695">
                  <c:v>5899.9813460212499</c:v>
                </c:pt>
                <c:pt idx="1696">
                  <c:v>5900.3288593635161</c:v>
                </c:pt>
                <c:pt idx="1697">
                  <c:v>5903.2507083853443</c:v>
                </c:pt>
                <c:pt idx="1698">
                  <c:v>5905.3225621097909</c:v>
                </c:pt>
                <c:pt idx="1699">
                  <c:v>5905.3247206664664</c:v>
                </c:pt>
                <c:pt idx="1700">
                  <c:v>5907.5839371763659</c:v>
                </c:pt>
                <c:pt idx="1701">
                  <c:v>5907.8858000066266</c:v>
                </c:pt>
                <c:pt idx="1702">
                  <c:v>5908.4343868549195</c:v>
                </c:pt>
                <c:pt idx="1703">
                  <c:v>5908.6141743486523</c:v>
                </c:pt>
                <c:pt idx="1704">
                  <c:v>5908.6826687658358</c:v>
                </c:pt>
                <c:pt idx="1705">
                  <c:v>5908.714892163237</c:v>
                </c:pt>
                <c:pt idx="1706">
                  <c:v>5908.7127311568011</c:v>
                </c:pt>
                <c:pt idx="1707">
                  <c:v>5908.9845169599002</c:v>
                </c:pt>
                <c:pt idx="1708">
                  <c:v>5920.2122116812761</c:v>
                </c:pt>
                <c:pt idx="1709">
                  <c:v>5930.463970988284</c:v>
                </c:pt>
                <c:pt idx="1710">
                  <c:v>5941.6880000076226</c:v>
                </c:pt>
                <c:pt idx="1711">
                  <c:v>5941.0900029140321</c:v>
                </c:pt>
                <c:pt idx="1712">
                  <c:v>5942.3567395146592</c:v>
                </c:pt>
                <c:pt idx="1713">
                  <c:v>5942.8273756295139</c:v>
                </c:pt>
                <c:pt idx="1714">
                  <c:v>5942.7703839065853</c:v>
                </c:pt>
                <c:pt idx="1715">
                  <c:v>5943.3846092891908</c:v>
                </c:pt>
                <c:pt idx="1716">
                  <c:v>5946.5313495722094</c:v>
                </c:pt>
                <c:pt idx="1717">
                  <c:v>5949.5206110766312</c:v>
                </c:pt>
                <c:pt idx="1718">
                  <c:v>5950.5813389296181</c:v>
                </c:pt>
                <c:pt idx="1719">
                  <c:v>5952.2564703307271</c:v>
                </c:pt>
                <c:pt idx="1720">
                  <c:v>5952.1986703931061</c:v>
                </c:pt>
                <c:pt idx="1721">
                  <c:v>5953.128193082488</c:v>
                </c:pt>
                <c:pt idx="1722">
                  <c:v>5953.4668446360447</c:v>
                </c:pt>
                <c:pt idx="1723">
                  <c:v>5953.4653611156982</c:v>
                </c:pt>
                <c:pt idx="1724">
                  <c:v>5954.8697373380692</c:v>
                </c:pt>
                <c:pt idx="1725">
                  <c:v>5955.1383215621754</c:v>
                </c:pt>
                <c:pt idx="1726">
                  <c:v>5955.2090580658623</c:v>
                </c:pt>
                <c:pt idx="1727">
                  <c:v>5955.2924114756888</c:v>
                </c:pt>
                <c:pt idx="1728">
                  <c:v>5955.45027981151</c:v>
                </c:pt>
                <c:pt idx="1729">
                  <c:v>5955.4912154610138</c:v>
                </c:pt>
                <c:pt idx="1730">
                  <c:v>5955.7387996212274</c:v>
                </c:pt>
                <c:pt idx="1731">
                  <c:v>5955.7077045588812</c:v>
                </c:pt>
                <c:pt idx="1732">
                  <c:v>5955.6980613718833</c:v>
                </c:pt>
                <c:pt idx="1733">
                  <c:v>5956.0601670261849</c:v>
                </c:pt>
                <c:pt idx="1734">
                  <c:v>5956.6542079279216</c:v>
                </c:pt>
                <c:pt idx="1735">
                  <c:v>5960.2071226078015</c:v>
                </c:pt>
                <c:pt idx="1736">
                  <c:v>5959.9528973735814</c:v>
                </c:pt>
                <c:pt idx="1737">
                  <c:v>5959.9027141381375</c:v>
                </c:pt>
                <c:pt idx="1738">
                  <c:v>5959.8915781916266</c:v>
                </c:pt>
                <c:pt idx="1739">
                  <c:v>5961.4192288853919</c:v>
                </c:pt>
                <c:pt idx="1740">
                  <c:v>5961.8103855227882</c:v>
                </c:pt>
                <c:pt idx="1741">
                  <c:v>5961.9311606034607</c:v>
                </c:pt>
                <c:pt idx="1742">
                  <c:v>5962.1056232672263</c:v>
                </c:pt>
                <c:pt idx="1743">
                  <c:v>5962.0870137918064</c:v>
                </c:pt>
                <c:pt idx="1744">
                  <c:v>5962.6434374584178</c:v>
                </c:pt>
                <c:pt idx="1745">
                  <c:v>5962.6145882879227</c:v>
                </c:pt>
                <c:pt idx="1746">
                  <c:v>5962.6481339762568</c:v>
                </c:pt>
                <c:pt idx="1747">
                  <c:v>5962.6422110840031</c:v>
                </c:pt>
                <c:pt idx="1748">
                  <c:v>5962.7806309097186</c:v>
                </c:pt>
                <c:pt idx="1749">
                  <c:v>5962.9334589141927</c:v>
                </c:pt>
                <c:pt idx="1750">
                  <c:v>5962.9418594529016</c:v>
                </c:pt>
                <c:pt idx="1751">
                  <c:v>5962.9367474014671</c:v>
                </c:pt>
                <c:pt idx="1752">
                  <c:v>5962.9571727060929</c:v>
                </c:pt>
                <c:pt idx="1753">
                  <c:v>5962.9508230029242</c:v>
                </c:pt>
                <c:pt idx="1754">
                  <c:v>5963.0065323401968</c:v>
                </c:pt>
                <c:pt idx="1755">
                  <c:v>5963.0516023666569</c:v>
                </c:pt>
                <c:pt idx="1756">
                  <c:v>5963.0471965826027</c:v>
                </c:pt>
                <c:pt idx="1757">
                  <c:v>5963.0463017253078</c:v>
                </c:pt>
                <c:pt idx="1758">
                  <c:v>5963.072640596014</c:v>
                </c:pt>
                <c:pt idx="1759">
                  <c:v>5963.6094598326836</c:v>
                </c:pt>
                <c:pt idx="1760">
                  <c:v>5964.5544162126189</c:v>
                </c:pt>
                <c:pt idx="1761">
                  <c:v>5964.5429203641906</c:v>
                </c:pt>
                <c:pt idx="1762">
                  <c:v>5965.064449062078</c:v>
                </c:pt>
                <c:pt idx="1763">
                  <c:v>5965.4922983350452</c:v>
                </c:pt>
                <c:pt idx="1764">
                  <c:v>5965.4489315219753</c:v>
                </c:pt>
                <c:pt idx="1765">
                  <c:v>5965.7914152453995</c:v>
                </c:pt>
                <c:pt idx="1766">
                  <c:v>5965.7591536933096</c:v>
                </c:pt>
                <c:pt idx="1767">
                  <c:v>5966.5165079818789</c:v>
                </c:pt>
                <c:pt idx="1768">
                  <c:v>5967.0466921314965</c:v>
                </c:pt>
                <c:pt idx="1769">
                  <c:v>5967.0120481020449</c:v>
                </c:pt>
                <c:pt idx="1770">
                  <c:v>5967.3426420822607</c:v>
                </c:pt>
                <c:pt idx="1771">
                  <c:v>5967.3426420822607</c:v>
                </c:pt>
                <c:pt idx="1772">
                  <c:v>5968.3072911161944</c:v>
                </c:pt>
                <c:pt idx="1773">
                  <c:v>5968.4865087103854</c:v>
                </c:pt>
                <c:pt idx="1774">
                  <c:v>5968.549382998096</c:v>
                </c:pt>
                <c:pt idx="1775">
                  <c:v>5968.5436829209402</c:v>
                </c:pt>
                <c:pt idx="1776">
                  <c:v>5968.5523174433383</c:v>
                </c:pt>
                <c:pt idx="1777">
                  <c:v>5968.571335614547</c:v>
                </c:pt>
                <c:pt idx="1778">
                  <c:v>5969.3662063991751</c:v>
                </c:pt>
                <c:pt idx="1779">
                  <c:v>5969.3382944255045</c:v>
                </c:pt>
                <c:pt idx="1780">
                  <c:v>5976.7666552576356</c:v>
                </c:pt>
                <c:pt idx="1781">
                  <c:v>5983.0993069513725</c:v>
                </c:pt>
                <c:pt idx="1782">
                  <c:v>5982.9082068514417</c:v>
                </c:pt>
                <c:pt idx="1783">
                  <c:v>5982.8734704553744</c:v>
                </c:pt>
                <c:pt idx="1784">
                  <c:v>5982.8633307390201</c:v>
                </c:pt>
                <c:pt idx="1785">
                  <c:v>5983.3243551141313</c:v>
                </c:pt>
                <c:pt idx="1786">
                  <c:v>5983.2721491491993</c:v>
                </c:pt>
                <c:pt idx="1787">
                  <c:v>5985.4394826979351</c:v>
                </c:pt>
                <c:pt idx="1788">
                  <c:v>5987.3842607935248</c:v>
                </c:pt>
                <c:pt idx="1789">
                  <c:v>5987.2441500355635</c:v>
                </c:pt>
                <c:pt idx="1790">
                  <c:v>5987.1970915690945</c:v>
                </c:pt>
                <c:pt idx="1791">
                  <c:v>5988.0394796823703</c:v>
                </c:pt>
                <c:pt idx="1792">
                  <c:v>5988.1594258807763</c:v>
                </c:pt>
                <c:pt idx="1793">
                  <c:v>6000.6845343521491</c:v>
                </c:pt>
                <c:pt idx="1794">
                  <c:v>6002.5398103683483</c:v>
                </c:pt>
                <c:pt idx="1795">
                  <c:v>6002.3440939435122</c:v>
                </c:pt>
                <c:pt idx="1796">
                  <c:v>6004.0193196246582</c:v>
                </c:pt>
                <c:pt idx="1797">
                  <c:v>6006.2032752570276</c:v>
                </c:pt>
                <c:pt idx="1798">
                  <c:v>6006.1280200472111</c:v>
                </c:pt>
                <c:pt idx="1799">
                  <c:v>6006.1675682424839</c:v>
                </c:pt>
                <c:pt idx="1800">
                  <c:v>6007.1176623936235</c:v>
                </c:pt>
                <c:pt idx="1801">
                  <c:v>6007.2205481331857</c:v>
                </c:pt>
                <c:pt idx="1802">
                  <c:v>6007.2058119524572</c:v>
                </c:pt>
                <c:pt idx="1803">
                  <c:v>6007.2985209600856</c:v>
                </c:pt>
                <c:pt idx="1804">
                  <c:v>6007.4090457165057</c:v>
                </c:pt>
                <c:pt idx="1805">
                  <c:v>6012.953919933756</c:v>
                </c:pt>
                <c:pt idx="1806">
                  <c:v>6012.7562187760959</c:v>
                </c:pt>
                <c:pt idx="1807">
                  <c:v>6012.8800977203473</c:v>
                </c:pt>
                <c:pt idx="1808">
                  <c:v>6012.8382590531573</c:v>
                </c:pt>
                <c:pt idx="1809">
                  <c:v>6012.8921890107413</c:v>
                </c:pt>
                <c:pt idx="1810">
                  <c:v>6013.1237352775815</c:v>
                </c:pt>
                <c:pt idx="1811">
                  <c:v>6013.1133177285346</c:v>
                </c:pt>
                <c:pt idx="1812">
                  <c:v>6013.1087476870171</c:v>
                </c:pt>
                <c:pt idx="1813">
                  <c:v>6014.0959295169187</c:v>
                </c:pt>
                <c:pt idx="1814">
                  <c:v>6014.0377198537217</c:v>
                </c:pt>
                <c:pt idx="1815">
                  <c:v>6018.4817732126148</c:v>
                </c:pt>
                <c:pt idx="1816">
                  <c:v>6017.933678968916</c:v>
                </c:pt>
                <c:pt idx="1817">
                  <c:v>6020.6541985869144</c:v>
                </c:pt>
                <c:pt idx="1818">
                  <c:v>6022.6534385232953</c:v>
                </c:pt>
                <c:pt idx="1819">
                  <c:v>6028.4188867033599</c:v>
                </c:pt>
                <c:pt idx="1820">
                  <c:v>6028.4300995376234</c:v>
                </c:pt>
                <c:pt idx="1821">
                  <c:v>6029.8240891501655</c:v>
                </c:pt>
                <c:pt idx="1822">
                  <c:v>6029.7547332265576</c:v>
                </c:pt>
                <c:pt idx="1823">
                  <c:v>6029.8901295304522</c:v>
                </c:pt>
                <c:pt idx="1824">
                  <c:v>6030.3513945260929</c:v>
                </c:pt>
                <c:pt idx="1825">
                  <c:v>6030.6233237305651</c:v>
                </c:pt>
                <c:pt idx="1826">
                  <c:v>6031.338202820054</c:v>
                </c:pt>
                <c:pt idx="1827">
                  <c:v>6031.987448358489</c:v>
                </c:pt>
                <c:pt idx="1828">
                  <c:v>6047.9082869967115</c:v>
                </c:pt>
                <c:pt idx="1829">
                  <c:v>6064.2358012975183</c:v>
                </c:pt>
                <c:pt idx="1830">
                  <c:v>6063.6826864085542</c:v>
                </c:pt>
                <c:pt idx="1831">
                  <c:v>6064.4569687256162</c:v>
                </c:pt>
                <c:pt idx="1832">
                  <c:v>6075.2651987299942</c:v>
                </c:pt>
                <c:pt idx="1833">
                  <c:v>6086.2283005746249</c:v>
                </c:pt>
                <c:pt idx="1834">
                  <c:v>6085.7631916374185</c:v>
                </c:pt>
                <c:pt idx="1835">
                  <c:v>6093.115856216642</c:v>
                </c:pt>
                <c:pt idx="1836">
                  <c:v>6093.9113644118233</c:v>
                </c:pt>
                <c:pt idx="1837">
                  <c:v>6094.4165093980728</c:v>
                </c:pt>
                <c:pt idx="1838">
                  <c:v>6095.1398072596739</c:v>
                </c:pt>
                <c:pt idx="1839">
                  <c:v>6095.0718522720945</c:v>
                </c:pt>
                <c:pt idx="1840">
                  <c:v>6095.5772729799655</c:v>
                </c:pt>
                <c:pt idx="1841">
                  <c:v>6102.0068052262104</c:v>
                </c:pt>
                <c:pt idx="1842">
                  <c:v>6104.6923370048662</c:v>
                </c:pt>
                <c:pt idx="1843">
                  <c:v>6110.6611412732755</c:v>
                </c:pt>
                <c:pt idx="1844">
                  <c:v>6110.4057519571988</c:v>
                </c:pt>
                <c:pt idx="1845">
                  <c:v>6111.9104884232511</c:v>
                </c:pt>
                <c:pt idx="1846">
                  <c:v>6111.9489835317027</c:v>
                </c:pt>
                <c:pt idx="1847">
                  <c:v>6112.09554218014</c:v>
                </c:pt>
                <c:pt idx="1848">
                  <c:v>6112.2655913942217</c:v>
                </c:pt>
                <c:pt idx="1849">
                  <c:v>6112.429892634862</c:v>
                </c:pt>
                <c:pt idx="1850">
                  <c:v>6112.7881718330227</c:v>
                </c:pt>
                <c:pt idx="1851">
                  <c:v>6113.0566806346969</c:v>
                </c:pt>
                <c:pt idx="1852">
                  <c:v>6120.2464113320502</c:v>
                </c:pt>
                <c:pt idx="1853">
                  <c:v>6128.3679887513626</c:v>
                </c:pt>
                <c:pt idx="1854">
                  <c:v>6127.9600924090291</c:v>
                </c:pt>
                <c:pt idx="1855">
                  <c:v>6127.894743662484</c:v>
                </c:pt>
                <c:pt idx="1856">
                  <c:v>6129.7797079858456</c:v>
                </c:pt>
                <c:pt idx="1857">
                  <c:v>6129.6318452882124</c:v>
                </c:pt>
                <c:pt idx="1858">
                  <c:v>6130.2861259681931</c:v>
                </c:pt>
                <c:pt idx="1859">
                  <c:v>6130.2411119555518</c:v>
                </c:pt>
                <c:pt idx="1860">
                  <c:v>6131.15901276973</c:v>
                </c:pt>
                <c:pt idx="1861">
                  <c:v>6131.7061754407714</c:v>
                </c:pt>
                <c:pt idx="1862">
                  <c:v>6131.7582668407695</c:v>
                </c:pt>
                <c:pt idx="1863">
                  <c:v>6131.7482097920765</c:v>
                </c:pt>
                <c:pt idx="1864">
                  <c:v>6132.2013022880838</c:v>
                </c:pt>
                <c:pt idx="1865">
                  <c:v>6134.2530258120014</c:v>
                </c:pt>
                <c:pt idx="1866">
                  <c:v>6134.6844406725768</c:v>
                </c:pt>
                <c:pt idx="1867">
                  <c:v>6142.4801816396239</c:v>
                </c:pt>
                <c:pt idx="1868">
                  <c:v>6142.2418958788921</c:v>
                </c:pt>
                <c:pt idx="1869">
                  <c:v>6142.2154562253982</c:v>
                </c:pt>
                <c:pt idx="1870">
                  <c:v>6142.3128122578955</c:v>
                </c:pt>
                <c:pt idx="1871">
                  <c:v>6142.3063800858936</c:v>
                </c:pt>
                <c:pt idx="1872">
                  <c:v>6142.6891373330445</c:v>
                </c:pt>
                <c:pt idx="1873">
                  <c:v>6142.6959404363397</c:v>
                </c:pt>
                <c:pt idx="1874">
                  <c:v>6142.7864605337218</c:v>
                </c:pt>
                <c:pt idx="1875">
                  <c:v>6143.0788824262536</c:v>
                </c:pt>
                <c:pt idx="1876">
                  <c:v>6143.0630893282096</c:v>
                </c:pt>
                <c:pt idx="1877">
                  <c:v>6143.059388186125</c:v>
                </c:pt>
                <c:pt idx="1878">
                  <c:v>6143.058595055375</c:v>
                </c:pt>
                <c:pt idx="1879">
                  <c:v>6143.0575687969449</c:v>
                </c:pt>
                <c:pt idx="1880">
                  <c:v>6143.2494329933743</c:v>
                </c:pt>
                <c:pt idx="1881">
                  <c:v>6145.0125075348742</c:v>
                </c:pt>
                <c:pt idx="1882">
                  <c:v>6145.9233478904916</c:v>
                </c:pt>
                <c:pt idx="1883">
                  <c:v>6148.5696741322663</c:v>
                </c:pt>
                <c:pt idx="1884">
                  <c:v>6148.2928447475333</c:v>
                </c:pt>
                <c:pt idx="1885">
                  <c:v>6148.6547725642495</c:v>
                </c:pt>
                <c:pt idx="1886">
                  <c:v>6150.6265677047713</c:v>
                </c:pt>
                <c:pt idx="1887">
                  <c:v>6152.8650563407518</c:v>
                </c:pt>
                <c:pt idx="1888">
                  <c:v>6152.8560387440311</c:v>
                </c:pt>
                <c:pt idx="1889">
                  <c:v>6152.8331037713278</c:v>
                </c:pt>
                <c:pt idx="1890">
                  <c:v>6152.9327871255755</c:v>
                </c:pt>
                <c:pt idx="1891">
                  <c:v>6153.347658560765</c:v>
                </c:pt>
                <c:pt idx="1892">
                  <c:v>6154.060975521169</c:v>
                </c:pt>
                <c:pt idx="1893">
                  <c:v>6154.0287160712605</c:v>
                </c:pt>
                <c:pt idx="1894">
                  <c:v>6156.1688090335938</c:v>
                </c:pt>
                <c:pt idx="1895">
                  <c:v>6156.4855640318847</c:v>
                </c:pt>
                <c:pt idx="1896">
                  <c:v>6156.6842529390233</c:v>
                </c:pt>
                <c:pt idx="1897">
                  <c:v>6156.6792700532924</c:v>
                </c:pt>
                <c:pt idx="1898">
                  <c:v>6158.0745937236234</c:v>
                </c:pt>
                <c:pt idx="1899">
                  <c:v>6158.6173748267356</c:v>
                </c:pt>
                <c:pt idx="1900">
                  <c:v>6161.2373269221662</c:v>
                </c:pt>
                <c:pt idx="1901">
                  <c:v>6171.121869303508</c:v>
                </c:pt>
                <c:pt idx="1902">
                  <c:v>6170.9080383668643</c:v>
                </c:pt>
                <c:pt idx="1903">
                  <c:v>6178.6245110351592</c:v>
                </c:pt>
                <c:pt idx="1904">
                  <c:v>6178.0035839929697</c:v>
                </c:pt>
                <c:pt idx="1905">
                  <c:v>6188.6886714759821</c:v>
                </c:pt>
                <c:pt idx="1906">
                  <c:v>6187.7893382089442</c:v>
                </c:pt>
                <c:pt idx="1907">
                  <c:v>6188.5920598356133</c:v>
                </c:pt>
                <c:pt idx="1908">
                  <c:v>6188.4943450531327</c:v>
                </c:pt>
                <c:pt idx="1909">
                  <c:v>6188.9699427997175</c:v>
                </c:pt>
                <c:pt idx="1910">
                  <c:v>6189.7540820537442</c:v>
                </c:pt>
                <c:pt idx="1911">
                  <c:v>6190.2368283767082</c:v>
                </c:pt>
                <c:pt idx="1912">
                  <c:v>6190.6481616951769</c:v>
                </c:pt>
                <c:pt idx="1913">
                  <c:v>6190.6051641543481</c:v>
                </c:pt>
                <c:pt idx="1914">
                  <c:v>6192.2670134033233</c:v>
                </c:pt>
                <c:pt idx="1915">
                  <c:v>6192.9790900770649</c:v>
                </c:pt>
                <c:pt idx="1916">
                  <c:v>6194.0151085249527</c:v>
                </c:pt>
                <c:pt idx="1917">
                  <c:v>6196.5707739184036</c:v>
                </c:pt>
                <c:pt idx="1918">
                  <c:v>6196.4877719709757</c:v>
                </c:pt>
                <c:pt idx="1919">
                  <c:v>6196.4711290863397</c:v>
                </c:pt>
                <c:pt idx="1920">
                  <c:v>6196.6524724766905</c:v>
                </c:pt>
                <c:pt idx="1921">
                  <c:v>6196.7803765634426</c:v>
                </c:pt>
                <c:pt idx="1922">
                  <c:v>6196.9087344602476</c:v>
                </c:pt>
                <c:pt idx="1923">
                  <c:v>6197.1590709511684</c:v>
                </c:pt>
                <c:pt idx="1924">
                  <c:v>6197.1369462751918</c:v>
                </c:pt>
                <c:pt idx="1925">
                  <c:v>6197.2551033325317</c:v>
                </c:pt>
                <c:pt idx="1926">
                  <c:v>6197.9260597267894</c:v>
                </c:pt>
                <c:pt idx="1927">
                  <c:v>6197.8911865562341</c:v>
                </c:pt>
                <c:pt idx="1928">
                  <c:v>6198.3131228790389</c:v>
                </c:pt>
                <c:pt idx="1929">
                  <c:v>6199.7949083579952</c:v>
                </c:pt>
                <c:pt idx="1930">
                  <c:v>6199.6742362970508</c:v>
                </c:pt>
                <c:pt idx="1931">
                  <c:v>6200.1289145500095</c:v>
                </c:pt>
                <c:pt idx="1932">
                  <c:v>6201.0162232673338</c:v>
                </c:pt>
                <c:pt idx="1933">
                  <c:v>6200.925698189154</c:v>
                </c:pt>
                <c:pt idx="1934">
                  <c:v>6201.9273005367131</c:v>
                </c:pt>
                <c:pt idx="1935">
                  <c:v>6203.3715685249808</c:v>
                </c:pt>
                <c:pt idx="1936">
                  <c:v>6203.5949112230901</c:v>
                </c:pt>
                <c:pt idx="1937">
                  <c:v>6210.8994688910725</c:v>
                </c:pt>
                <c:pt idx="1938">
                  <c:v>6213.426159689855</c:v>
                </c:pt>
                <c:pt idx="1939">
                  <c:v>6213.2447306311424</c:v>
                </c:pt>
                <c:pt idx="1940">
                  <c:v>6216.5303671324409</c:v>
                </c:pt>
                <c:pt idx="1941">
                  <c:v>6216.5340903659817</c:v>
                </c:pt>
                <c:pt idx="1942">
                  <c:v>6216.7851964066558</c:v>
                </c:pt>
                <c:pt idx="1943">
                  <c:v>6216.8833177097376</c:v>
                </c:pt>
                <c:pt idx="1944">
                  <c:v>6217.4866387157808</c:v>
                </c:pt>
                <c:pt idx="1945">
                  <c:v>6217.7377532008359</c:v>
                </c:pt>
                <c:pt idx="1946">
                  <c:v>6218.5756513883343</c:v>
                </c:pt>
                <c:pt idx="1947">
                  <c:v>6218.5730399401082</c:v>
                </c:pt>
                <c:pt idx="1948">
                  <c:v>6218.6251693981703</c:v>
                </c:pt>
                <c:pt idx="1949">
                  <c:v>6221.5397084726737</c:v>
                </c:pt>
                <c:pt idx="1950">
                  <c:v>6221.4384432346033</c:v>
                </c:pt>
                <c:pt idx="1951">
                  <c:v>6221.4209892510689</c:v>
                </c:pt>
                <c:pt idx="1952">
                  <c:v>6221.653599997233</c:v>
                </c:pt>
                <c:pt idx="1953">
                  <c:v>6221.6622798913522</c:v>
                </c:pt>
                <c:pt idx="1954">
                  <c:v>6222.3901054770176</c:v>
                </c:pt>
                <c:pt idx="1955">
                  <c:v>6222.309534398185</c:v>
                </c:pt>
                <c:pt idx="1956">
                  <c:v>6222.2935416957471</c:v>
                </c:pt>
                <c:pt idx="1957">
                  <c:v>6222.7095137570668</c:v>
                </c:pt>
                <c:pt idx="1958">
                  <c:v>6224.1776660079186</c:v>
                </c:pt>
                <c:pt idx="1959">
                  <c:v>6225.381167618928</c:v>
                </c:pt>
                <c:pt idx="1960">
                  <c:v>6225.824714796825</c:v>
                </c:pt>
                <c:pt idx="1961">
                  <c:v>6232.0924826542914</c:v>
                </c:pt>
                <c:pt idx="1962">
                  <c:v>6235.5983223927342</c:v>
                </c:pt>
                <c:pt idx="1963">
                  <c:v>6237.4292819805805</c:v>
                </c:pt>
                <c:pt idx="1964">
                  <c:v>6239.2543167201638</c:v>
                </c:pt>
                <c:pt idx="1965">
                  <c:v>6239.1642263764543</c:v>
                </c:pt>
                <c:pt idx="1966">
                  <c:v>6239.1532214231502</c:v>
                </c:pt>
                <c:pt idx="1967">
                  <c:v>6239.2102973870915</c:v>
                </c:pt>
                <c:pt idx="1968">
                  <c:v>6239.2304071776953</c:v>
                </c:pt>
                <c:pt idx="1969">
                  <c:v>6239.2269038657078</c:v>
                </c:pt>
                <c:pt idx="1970">
                  <c:v>6239.226194063931</c:v>
                </c:pt>
                <c:pt idx="1971">
                  <c:v>6239.8691206664298</c:v>
                </c:pt>
                <c:pt idx="1972">
                  <c:v>6239.8328013226383</c:v>
                </c:pt>
                <c:pt idx="1973">
                  <c:v>6239.8236616438062</c:v>
                </c:pt>
                <c:pt idx="1974">
                  <c:v>6239.8215626841211</c:v>
                </c:pt>
                <c:pt idx="1975">
                  <c:v>6239.8212193701129</c:v>
                </c:pt>
                <c:pt idx="1976">
                  <c:v>6240.5103890756454</c:v>
                </c:pt>
                <c:pt idx="1977">
                  <c:v>6240.4377608806399</c:v>
                </c:pt>
                <c:pt idx="1978">
                  <c:v>6240.4222649116955</c:v>
                </c:pt>
                <c:pt idx="1979">
                  <c:v>6241.5569436626511</c:v>
                </c:pt>
                <c:pt idx="1980">
                  <c:v>6242.2838180361177</c:v>
                </c:pt>
                <c:pt idx="1981">
                  <c:v>6242.202101803965</c:v>
                </c:pt>
                <c:pt idx="1982">
                  <c:v>6242.2955087361543</c:v>
                </c:pt>
                <c:pt idx="1983">
                  <c:v>6242.5881089825289</c:v>
                </c:pt>
                <c:pt idx="1984">
                  <c:v>6243.1194796134141</c:v>
                </c:pt>
                <c:pt idx="1985">
                  <c:v>6244.9388157744343</c:v>
                </c:pt>
                <c:pt idx="1986">
                  <c:v>6245.9729678222602</c:v>
                </c:pt>
                <c:pt idx="1987">
                  <c:v>6245.8808732202642</c:v>
                </c:pt>
                <c:pt idx="1988">
                  <c:v>6246.6189187321561</c:v>
                </c:pt>
                <c:pt idx="1989">
                  <c:v>6247.2395648444253</c:v>
                </c:pt>
                <c:pt idx="1990">
                  <c:v>6247.2607774134858</c:v>
                </c:pt>
                <c:pt idx="1991">
                  <c:v>6247.2886925559233</c:v>
                </c:pt>
                <c:pt idx="1992">
                  <c:v>6247.4701637523713</c:v>
                </c:pt>
                <c:pt idx="1993">
                  <c:v>6247.3102965288253</c:v>
                </c:pt>
                <c:pt idx="1994">
                  <c:v>6247.3641232762529</c:v>
                </c:pt>
                <c:pt idx="1995">
                  <c:v>6254.1838747710262</c:v>
                </c:pt>
                <c:pt idx="1996">
                  <c:v>6257.7213727565422</c:v>
                </c:pt>
                <c:pt idx="1997">
                  <c:v>6258.0555896044334</c:v>
                </c:pt>
                <c:pt idx="1998">
                  <c:v>6257.9473484678265</c:v>
                </c:pt>
                <c:pt idx="1999">
                  <c:v>6258.2589806298874</c:v>
                </c:pt>
                <c:pt idx="2000">
                  <c:v>6259.9252807212333</c:v>
                </c:pt>
                <c:pt idx="2001">
                  <c:v>6261.3707177766782</c:v>
                </c:pt>
                <c:pt idx="2002">
                  <c:v>6265.4667760874645</c:v>
                </c:pt>
                <c:pt idx="2003">
                  <c:v>6268.3773701705877</c:v>
                </c:pt>
                <c:pt idx="2004">
                  <c:v>6269.1690605877757</c:v>
                </c:pt>
                <c:pt idx="2005">
                  <c:v>6270.4324287479631</c:v>
                </c:pt>
                <c:pt idx="2006">
                  <c:v>6284.1292589058476</c:v>
                </c:pt>
                <c:pt idx="2007">
                  <c:v>6287.619285010267</c:v>
                </c:pt>
                <c:pt idx="2008">
                  <c:v>6287.2894661795945</c:v>
                </c:pt>
                <c:pt idx="2009">
                  <c:v>6288.2266140510701</c:v>
                </c:pt>
                <c:pt idx="2010">
                  <c:v>6290.5438181135105</c:v>
                </c:pt>
                <c:pt idx="2011">
                  <c:v>6290.4119606849163</c:v>
                </c:pt>
                <c:pt idx="2012">
                  <c:v>6293.1011346337209</c:v>
                </c:pt>
                <c:pt idx="2013">
                  <c:v>6293.7116853040734</c:v>
                </c:pt>
                <c:pt idx="2014">
                  <c:v>6293.680097733376</c:v>
                </c:pt>
                <c:pt idx="2015">
                  <c:v>6293.6715708033744</c:v>
                </c:pt>
                <c:pt idx="2016">
                  <c:v>6293.7357169260877</c:v>
                </c:pt>
                <c:pt idx="2017">
                  <c:v>6293.787606244061</c:v>
                </c:pt>
                <c:pt idx="2018">
                  <c:v>6293.782900771419</c:v>
                </c:pt>
                <c:pt idx="2019">
                  <c:v>6294.161684500913</c:v>
                </c:pt>
                <c:pt idx="2020">
                  <c:v>6309.9512688520817</c:v>
                </c:pt>
                <c:pt idx="2021">
                  <c:v>6309.6160488293926</c:v>
                </c:pt>
                <c:pt idx="2022">
                  <c:v>6310.070103189697</c:v>
                </c:pt>
                <c:pt idx="2023">
                  <c:v>6310.4338415623497</c:v>
                </c:pt>
                <c:pt idx="2024">
                  <c:v>6310.4255170664628</c:v>
                </c:pt>
                <c:pt idx="2025">
                  <c:v>6310.4116550031986</c:v>
                </c:pt>
                <c:pt idx="2026">
                  <c:v>6312.6572166621409</c:v>
                </c:pt>
                <c:pt idx="2027">
                  <c:v>6314.4030713567254</c:v>
                </c:pt>
                <c:pt idx="2028">
                  <c:v>6314.200287636766</c:v>
                </c:pt>
                <c:pt idx="2029">
                  <c:v>6332.2047980666021</c:v>
                </c:pt>
                <c:pt idx="2030">
                  <c:v>6335.6778098924678</c:v>
                </c:pt>
                <c:pt idx="2031">
                  <c:v>6337.1585248078218</c:v>
                </c:pt>
                <c:pt idx="2032">
                  <c:v>6337.8980720863174</c:v>
                </c:pt>
                <c:pt idx="2033">
                  <c:v>6337.8880954988899</c:v>
                </c:pt>
                <c:pt idx="2034">
                  <c:v>6338.4725260346704</c:v>
                </c:pt>
                <c:pt idx="2035">
                  <c:v>6338.4427722044775</c:v>
                </c:pt>
                <c:pt idx="2036">
                  <c:v>6338.4862974794223</c:v>
                </c:pt>
                <c:pt idx="2037">
                  <c:v>6338.7045731843546</c:v>
                </c:pt>
                <c:pt idx="2038">
                  <c:v>6339.1191120019648</c:v>
                </c:pt>
                <c:pt idx="2039">
                  <c:v>6339.0979523331798</c:v>
                </c:pt>
                <c:pt idx="2040">
                  <c:v>6339.1105643862184</c:v>
                </c:pt>
                <c:pt idx="2041">
                  <c:v>6339.1148984548881</c:v>
                </c:pt>
                <c:pt idx="2042">
                  <c:v>6339.1135102356438</c:v>
                </c:pt>
                <c:pt idx="2043">
                  <c:v>6339.1526473073645</c:v>
                </c:pt>
                <c:pt idx="2044">
                  <c:v>6342.4349317619653</c:v>
                </c:pt>
                <c:pt idx="2045">
                  <c:v>6342.5842075567116</c:v>
                </c:pt>
                <c:pt idx="2046">
                  <c:v>6342.5227852883309</c:v>
                </c:pt>
                <c:pt idx="2047">
                  <c:v>6342.6845071772968</c:v>
                </c:pt>
                <c:pt idx="2048">
                  <c:v>6342.8540064008976</c:v>
                </c:pt>
                <c:pt idx="2049">
                  <c:v>6351.2997074916238</c:v>
                </c:pt>
                <c:pt idx="2050">
                  <c:v>6352.5109952746243</c:v>
                </c:pt>
                <c:pt idx="2051">
                  <c:v>6357.6228884661668</c:v>
                </c:pt>
                <c:pt idx="2052">
                  <c:v>6357.9310444686525</c:v>
                </c:pt>
                <c:pt idx="2053">
                  <c:v>6357.8102806639054</c:v>
                </c:pt>
                <c:pt idx="2054">
                  <c:v>6358.3052997379527</c:v>
                </c:pt>
                <c:pt idx="2055">
                  <c:v>6358.2821680107536</c:v>
                </c:pt>
                <c:pt idx="2056">
                  <c:v>6358.2753547549692</c:v>
                </c:pt>
                <c:pt idx="2057">
                  <c:v>6358.7013772862574</c:v>
                </c:pt>
                <c:pt idx="2058">
                  <c:v>6364.3421608543285</c:v>
                </c:pt>
                <c:pt idx="2059">
                  <c:v>6364.2804726740469</c:v>
                </c:pt>
                <c:pt idx="2060">
                  <c:v>6364.2322753884255</c:v>
                </c:pt>
                <c:pt idx="2061">
                  <c:v>6366.0410179833962</c:v>
                </c:pt>
                <c:pt idx="2062">
                  <c:v>6367.0084590700344</c:v>
                </c:pt>
                <c:pt idx="2063">
                  <c:v>6369.3573411825655</c:v>
                </c:pt>
                <c:pt idx="2064">
                  <c:v>6372.9345823843369</c:v>
                </c:pt>
                <c:pt idx="2065">
                  <c:v>6373.7755828340905</c:v>
                </c:pt>
                <c:pt idx="2066">
                  <c:v>6375.0668638135512</c:v>
                </c:pt>
                <c:pt idx="2067">
                  <c:v>6406.7867802457076</c:v>
                </c:pt>
                <c:pt idx="2068">
                  <c:v>6411.6848089144187</c:v>
                </c:pt>
                <c:pt idx="2069">
                  <c:v>6416.7937660334046</c:v>
                </c:pt>
                <c:pt idx="2070">
                  <c:v>6416.3927387012463</c:v>
                </c:pt>
                <c:pt idx="2071">
                  <c:v>6425.6131240246705</c:v>
                </c:pt>
                <c:pt idx="2072">
                  <c:v>6425.2233505261111</c:v>
                </c:pt>
                <c:pt idx="2073">
                  <c:v>6430.6310718091445</c:v>
                </c:pt>
                <c:pt idx="2074">
                  <c:v>6430.1533469097776</c:v>
                </c:pt>
                <c:pt idx="2075">
                  <c:v>6432.6606567172021</c:v>
                </c:pt>
                <c:pt idx="2076">
                  <c:v>6432.4308966554954</c:v>
                </c:pt>
                <c:pt idx="2077">
                  <c:v>6432.3589897739375</c:v>
                </c:pt>
                <c:pt idx="2078">
                  <c:v>6433.0381943038628</c:v>
                </c:pt>
                <c:pt idx="2079">
                  <c:v>6433.98463426539</c:v>
                </c:pt>
                <c:pt idx="2080">
                  <c:v>6434.6946772902793</c:v>
                </c:pt>
                <c:pt idx="2081">
                  <c:v>6436.3679138160105</c:v>
                </c:pt>
                <c:pt idx="2082">
                  <c:v>6444.7182369166921</c:v>
                </c:pt>
                <c:pt idx="2083">
                  <c:v>6461.196148146556</c:v>
                </c:pt>
                <c:pt idx="2084">
                  <c:v>6466.0036769865437</c:v>
                </c:pt>
                <c:pt idx="2085">
                  <c:v>6469.8312673459377</c:v>
                </c:pt>
                <c:pt idx="2086">
                  <c:v>6470.0220171439605</c:v>
                </c:pt>
                <c:pt idx="2087">
                  <c:v>6469.9660432251412</c:v>
                </c:pt>
                <c:pt idx="2088">
                  <c:v>6471.5539762238741</c:v>
                </c:pt>
                <c:pt idx="2089">
                  <c:v>6471.4769970123052</c:v>
                </c:pt>
                <c:pt idx="2090">
                  <c:v>6471.760031093153</c:v>
                </c:pt>
                <c:pt idx="2091">
                  <c:v>6478.7788280079767</c:v>
                </c:pt>
                <c:pt idx="2092">
                  <c:v>6478.3506243586953</c:v>
                </c:pt>
                <c:pt idx="2093">
                  <c:v>6480.4970702730907</c:v>
                </c:pt>
                <c:pt idx="2094">
                  <c:v>6484.4703180800443</c:v>
                </c:pt>
                <c:pt idx="2095">
                  <c:v>6484.17767988162</c:v>
                </c:pt>
                <c:pt idx="2096">
                  <c:v>6486.0008070398198</c:v>
                </c:pt>
                <c:pt idx="2097">
                  <c:v>6487.4140815531182</c:v>
                </c:pt>
                <c:pt idx="2098">
                  <c:v>6488.3582740116772</c:v>
                </c:pt>
                <c:pt idx="2099">
                  <c:v>6489.0301918726827</c:v>
                </c:pt>
                <c:pt idx="2100">
                  <c:v>6490.9142124174505</c:v>
                </c:pt>
                <c:pt idx="2101">
                  <c:v>6492.1624735871546</c:v>
                </c:pt>
                <c:pt idx="2102">
                  <c:v>6496.362503326307</c:v>
                </c:pt>
                <c:pt idx="2103">
                  <c:v>6497.7005008149818</c:v>
                </c:pt>
                <c:pt idx="2104">
                  <c:v>6498.3036125949666</c:v>
                </c:pt>
                <c:pt idx="2105">
                  <c:v>6509.0975606706443</c:v>
                </c:pt>
                <c:pt idx="2106">
                  <c:v>6509.1401291110697</c:v>
                </c:pt>
                <c:pt idx="2107">
                  <c:v>6509.0897926936887</c:v>
                </c:pt>
                <c:pt idx="2108">
                  <c:v>6509.0740099635677</c:v>
                </c:pt>
                <c:pt idx="2109">
                  <c:v>6509.4416907731529</c:v>
                </c:pt>
                <c:pt idx="2110">
                  <c:v>6509.8869071013414</c:v>
                </c:pt>
                <c:pt idx="2111">
                  <c:v>6509.8685583343422</c:v>
                </c:pt>
                <c:pt idx="2112">
                  <c:v>6510.0561272038904</c:v>
                </c:pt>
                <c:pt idx="2113">
                  <c:v>6510.2440220298395</c:v>
                </c:pt>
                <c:pt idx="2114">
                  <c:v>6510.273387409572</c:v>
                </c:pt>
                <c:pt idx="2115">
                  <c:v>6516.7422292783867</c:v>
                </c:pt>
                <c:pt idx="2116">
                  <c:v>6516.3482158473553</c:v>
                </c:pt>
                <c:pt idx="2117">
                  <c:v>6516.396731077748</c:v>
                </c:pt>
                <c:pt idx="2118">
                  <c:v>6516.396731077748</c:v>
                </c:pt>
                <c:pt idx="2119">
                  <c:v>6516.589105805564</c:v>
                </c:pt>
                <c:pt idx="2120">
                  <c:v>6516.5902024382012</c:v>
                </c:pt>
                <c:pt idx="2121">
                  <c:v>6516.7559620533457</c:v>
                </c:pt>
                <c:pt idx="2122">
                  <c:v>6517.8408471949751</c:v>
                </c:pt>
                <c:pt idx="2123">
                  <c:v>6517.9922206031742</c:v>
                </c:pt>
                <c:pt idx="2124">
                  <c:v>6517.9633898454986</c:v>
                </c:pt>
                <c:pt idx="2125">
                  <c:v>6517.9546939180545</c:v>
                </c:pt>
                <c:pt idx="2126">
                  <c:v>6517.953677574772</c:v>
                </c:pt>
                <c:pt idx="2127">
                  <c:v>6520.1560071381919</c:v>
                </c:pt>
                <c:pt idx="2128">
                  <c:v>6520.0373235801917</c:v>
                </c:pt>
                <c:pt idx="2129">
                  <c:v>6520.7165043679133</c:v>
                </c:pt>
                <c:pt idx="2130">
                  <c:v>6525.5039410907993</c:v>
                </c:pt>
                <c:pt idx="2131">
                  <c:v>6527.5015261776043</c:v>
                </c:pt>
                <c:pt idx="2132">
                  <c:v>6527.3496606401332</c:v>
                </c:pt>
                <c:pt idx="2133">
                  <c:v>6527.3236818952519</c:v>
                </c:pt>
                <c:pt idx="2134">
                  <c:v>6527.4492589739157</c:v>
                </c:pt>
                <c:pt idx="2135">
                  <c:v>6527.5587929698768</c:v>
                </c:pt>
                <c:pt idx="2136">
                  <c:v>6527.5518937893012</c:v>
                </c:pt>
                <c:pt idx="2137">
                  <c:v>6527.5567265896061</c:v>
                </c:pt>
                <c:pt idx="2138">
                  <c:v>6528.3360078533051</c:v>
                </c:pt>
                <c:pt idx="2139">
                  <c:v>6528.811954161426</c:v>
                </c:pt>
                <c:pt idx="2140">
                  <c:v>6529.0571428696649</c:v>
                </c:pt>
                <c:pt idx="2141">
                  <c:v>6529.7168822959056</c:v>
                </c:pt>
                <c:pt idx="2142">
                  <c:v>6530.1980610273395</c:v>
                </c:pt>
                <c:pt idx="2143">
                  <c:v>6530.5405767812881</c:v>
                </c:pt>
                <c:pt idx="2144">
                  <c:v>6530.808213188322</c:v>
                </c:pt>
                <c:pt idx="2145">
                  <c:v>6530.7709223997317</c:v>
                </c:pt>
                <c:pt idx="2146">
                  <c:v>6530.7823780076233</c:v>
                </c:pt>
                <c:pt idx="2147">
                  <c:v>6531.3029746923858</c:v>
                </c:pt>
                <c:pt idx="2148">
                  <c:v>6531.8050944015113</c:v>
                </c:pt>
                <c:pt idx="2149">
                  <c:v>6531.738334529332</c:v>
                </c:pt>
                <c:pt idx="2150">
                  <c:v>6532.2265831867608</c:v>
                </c:pt>
                <c:pt idx="2151">
                  <c:v>6533.2674867277783</c:v>
                </c:pt>
                <c:pt idx="2152">
                  <c:v>6533.8982814472438</c:v>
                </c:pt>
                <c:pt idx="2153">
                  <c:v>6533.8599740221816</c:v>
                </c:pt>
                <c:pt idx="2154">
                  <c:v>6535.8648261912595</c:v>
                </c:pt>
                <c:pt idx="2155">
                  <c:v>6536.8565006980907</c:v>
                </c:pt>
                <c:pt idx="2156">
                  <c:v>6538.2165164889593</c:v>
                </c:pt>
                <c:pt idx="2157">
                  <c:v>6538.3958522309313</c:v>
                </c:pt>
                <c:pt idx="2158">
                  <c:v>6538.4751498962532</c:v>
                </c:pt>
                <c:pt idx="2159">
                  <c:v>6538.687423026443</c:v>
                </c:pt>
                <c:pt idx="2160">
                  <c:v>6538.9716085165692</c:v>
                </c:pt>
                <c:pt idx="2161">
                  <c:v>6539.1920601395341</c:v>
                </c:pt>
                <c:pt idx="2162">
                  <c:v>6539.5120415642969</c:v>
                </c:pt>
                <c:pt idx="2163">
                  <c:v>6540.2271346247699</c:v>
                </c:pt>
                <c:pt idx="2164">
                  <c:v>6541.1408282517477</c:v>
                </c:pt>
                <c:pt idx="2165">
                  <c:v>6541.0566457642371</c:v>
                </c:pt>
                <c:pt idx="2166">
                  <c:v>6541.6239960677103</c:v>
                </c:pt>
                <c:pt idx="2167">
                  <c:v>6541.5849308422785</c:v>
                </c:pt>
                <c:pt idx="2168">
                  <c:v>6541.5735048802826</c:v>
                </c:pt>
                <c:pt idx="2169">
                  <c:v>6541.5712084654297</c:v>
                </c:pt>
                <c:pt idx="2170">
                  <c:v>6542.7530013977557</c:v>
                </c:pt>
                <c:pt idx="2171">
                  <c:v>6542.6380465507218</c:v>
                </c:pt>
                <c:pt idx="2172">
                  <c:v>6543.324090056869</c:v>
                </c:pt>
                <c:pt idx="2173">
                  <c:v>6543.2425520778506</c:v>
                </c:pt>
                <c:pt idx="2174">
                  <c:v>6543.3726171950766</c:v>
                </c:pt>
                <c:pt idx="2175">
                  <c:v>6544.3394326672023</c:v>
                </c:pt>
                <c:pt idx="2176">
                  <c:v>6545.0355817349482</c:v>
                </c:pt>
                <c:pt idx="2177">
                  <c:v>6545.3437563404659</c:v>
                </c:pt>
                <c:pt idx="2178">
                  <c:v>6545.9421791038685</c:v>
                </c:pt>
                <c:pt idx="2179">
                  <c:v>6545.8979884477676</c:v>
                </c:pt>
                <c:pt idx="2180">
                  <c:v>6546.5881564661458</c:v>
                </c:pt>
                <c:pt idx="2181">
                  <c:v>6546.6279241745979</c:v>
                </c:pt>
                <c:pt idx="2182">
                  <c:v>6546.9069983527725</c:v>
                </c:pt>
                <c:pt idx="2183">
                  <c:v>6546.8910347836418</c:v>
                </c:pt>
                <c:pt idx="2184">
                  <c:v>6548.3314415475816</c:v>
                </c:pt>
                <c:pt idx="2185">
                  <c:v>6548.356080276385</c:v>
                </c:pt>
                <c:pt idx="2186">
                  <c:v>6548.3414679973357</c:v>
                </c:pt>
                <c:pt idx="2187">
                  <c:v>6550.947036302543</c:v>
                </c:pt>
                <c:pt idx="2188">
                  <c:v>6554.4684745069744</c:v>
                </c:pt>
                <c:pt idx="2189">
                  <c:v>6554.2564642592379</c:v>
                </c:pt>
                <c:pt idx="2190">
                  <c:v>6554.485669297309</c:v>
                </c:pt>
                <c:pt idx="2191">
                  <c:v>6554.4627892646913</c:v>
                </c:pt>
                <c:pt idx="2192">
                  <c:v>6554.9880308875036</c:v>
                </c:pt>
                <c:pt idx="2193">
                  <c:v>6554.9222352435581</c:v>
                </c:pt>
                <c:pt idx="2194">
                  <c:v>6555.2054868800069</c:v>
                </c:pt>
                <c:pt idx="2195">
                  <c:v>6555.1669339646196</c:v>
                </c:pt>
                <c:pt idx="2196">
                  <c:v>6555.5544203379241</c:v>
                </c:pt>
                <c:pt idx="2197">
                  <c:v>6555.5150179885786</c:v>
                </c:pt>
                <c:pt idx="2198">
                  <c:v>6556.0729715747693</c:v>
                </c:pt>
                <c:pt idx="2199">
                  <c:v>6556.1537398301143</c:v>
                </c:pt>
                <c:pt idx="2200">
                  <c:v>6556.5238987967332</c:v>
                </c:pt>
                <c:pt idx="2201">
                  <c:v>6556.5524739920183</c:v>
                </c:pt>
                <c:pt idx="2202">
                  <c:v>6556.5955419373768</c:v>
                </c:pt>
                <c:pt idx="2203">
                  <c:v>6556.5901200531889</c:v>
                </c:pt>
                <c:pt idx="2204">
                  <c:v>6556.989456412909</c:v>
                </c:pt>
                <c:pt idx="2205">
                  <c:v>6557.3111843348615</c:v>
                </c:pt>
                <c:pt idx="2206">
                  <c:v>6557.3160470628536</c:v>
                </c:pt>
                <c:pt idx="2207">
                  <c:v>6557.3783786556687</c:v>
                </c:pt>
                <c:pt idx="2208">
                  <c:v>6557.4853518845621</c:v>
                </c:pt>
                <c:pt idx="2209">
                  <c:v>6557.4835937310454</c:v>
                </c:pt>
                <c:pt idx="2210">
                  <c:v>6557.5519816861433</c:v>
                </c:pt>
                <c:pt idx="2211">
                  <c:v>6557.7429344498823</c:v>
                </c:pt>
                <c:pt idx="2212">
                  <c:v>6557.7306764287869</c:v>
                </c:pt>
                <c:pt idx="2213">
                  <c:v>6557.7281125457403</c:v>
                </c:pt>
                <c:pt idx="2214">
                  <c:v>6557.7275838802971</c:v>
                </c:pt>
                <c:pt idx="2215">
                  <c:v>6557.7433806766039</c:v>
                </c:pt>
                <c:pt idx="2216">
                  <c:v>6557.8243690983982</c:v>
                </c:pt>
                <c:pt idx="2217">
                  <c:v>6558.0294468616694</c:v>
                </c:pt>
                <c:pt idx="2218">
                  <c:v>6558.5390013106044</c:v>
                </c:pt>
                <c:pt idx="2219">
                  <c:v>6559.2857738701769</c:v>
                </c:pt>
                <c:pt idx="2220">
                  <c:v>6559.2033471688137</c:v>
                </c:pt>
                <c:pt idx="2221">
                  <c:v>6559.1869494706934</c:v>
                </c:pt>
                <c:pt idx="2222">
                  <c:v>6560.9686346262843</c:v>
                </c:pt>
                <c:pt idx="2223">
                  <c:v>6561.7024786278289</c:v>
                </c:pt>
                <c:pt idx="2224">
                  <c:v>6562.3582871228573</c:v>
                </c:pt>
                <c:pt idx="2225">
                  <c:v>6562.3061839143829</c:v>
                </c:pt>
                <c:pt idx="2226">
                  <c:v>6562.2957586510047</c:v>
                </c:pt>
                <c:pt idx="2227">
                  <c:v>6562.2936300468255</c:v>
                </c:pt>
                <c:pt idx="2228">
                  <c:v>6562.294345376833</c:v>
                </c:pt>
                <c:pt idx="2229">
                  <c:v>6562.2942828495779</c:v>
                </c:pt>
                <c:pt idx="2230">
                  <c:v>6562.2942643225606</c:v>
                </c:pt>
                <c:pt idx="2231">
                  <c:v>6562.3033402145429</c:v>
                </c:pt>
                <c:pt idx="2232">
                  <c:v>6562.4754794439841</c:v>
                </c:pt>
                <c:pt idx="2233">
                  <c:v>6562.7014188795729</c:v>
                </c:pt>
                <c:pt idx="2234">
                  <c:v>6562.8376445858048</c:v>
                </c:pt>
                <c:pt idx="2235">
                  <c:v>6562.9458675401911</c:v>
                </c:pt>
                <c:pt idx="2236">
                  <c:v>6562.9923750497501</c:v>
                </c:pt>
                <c:pt idx="2237">
                  <c:v>6563.7530846618711</c:v>
                </c:pt>
                <c:pt idx="2238">
                  <c:v>6563.7111727445626</c:v>
                </c:pt>
                <c:pt idx="2239">
                  <c:v>6563.7025744256325</c:v>
                </c:pt>
                <c:pt idx="2240">
                  <c:v>6564.0960568367354</c:v>
                </c:pt>
                <c:pt idx="2241">
                  <c:v>6564.0594043403107</c:v>
                </c:pt>
                <c:pt idx="2242">
                  <c:v>6564.7769524044343</c:v>
                </c:pt>
                <c:pt idx="2243">
                  <c:v>6565.1897429984374</c:v>
                </c:pt>
                <c:pt idx="2244">
                  <c:v>6565.1329739471976</c:v>
                </c:pt>
                <c:pt idx="2245">
                  <c:v>6565.1216842915783</c:v>
                </c:pt>
                <c:pt idx="2246">
                  <c:v>6566.5975362610225</c:v>
                </c:pt>
                <c:pt idx="2247">
                  <c:v>6566.973195240279</c:v>
                </c:pt>
                <c:pt idx="2248">
                  <c:v>6567.9795677592638</c:v>
                </c:pt>
                <c:pt idx="2249">
                  <c:v>6568.249979062969</c:v>
                </c:pt>
                <c:pt idx="2250">
                  <c:v>6568.2197366289311</c:v>
                </c:pt>
                <c:pt idx="2251">
                  <c:v>6568.7627775414703</c:v>
                </c:pt>
                <c:pt idx="2252">
                  <c:v>6568.7163215760993</c:v>
                </c:pt>
                <c:pt idx="2253">
                  <c:v>6568.7104235463557</c:v>
                </c:pt>
                <c:pt idx="2254">
                  <c:v>6568.7760330460123</c:v>
                </c:pt>
                <c:pt idx="2255">
                  <c:v>6568.7731463218142</c:v>
                </c:pt>
                <c:pt idx="2256">
                  <c:v>6568.8317602973875</c:v>
                </c:pt>
                <c:pt idx="2257">
                  <c:v>6568.9909512634076</c:v>
                </c:pt>
                <c:pt idx="2258">
                  <c:v>6568.9839080927277</c:v>
                </c:pt>
                <c:pt idx="2259">
                  <c:v>6572.2385638860787</c:v>
                </c:pt>
                <c:pt idx="2260">
                  <c:v>6572.1035225826663</c:v>
                </c:pt>
                <c:pt idx="2261">
                  <c:v>6575.5146026488292</c:v>
                </c:pt>
                <c:pt idx="2262">
                  <c:v>6575.4481000122478</c:v>
                </c:pt>
                <c:pt idx="2263">
                  <c:v>6575.4018744324367</c:v>
                </c:pt>
                <c:pt idx="2264">
                  <c:v>6575.8400834867807</c:v>
                </c:pt>
                <c:pt idx="2265">
                  <c:v>6575.7865175385323</c:v>
                </c:pt>
                <c:pt idx="2266">
                  <c:v>6575.7752575031955</c:v>
                </c:pt>
                <c:pt idx="2267">
                  <c:v>6576.2594457574178</c:v>
                </c:pt>
                <c:pt idx="2268">
                  <c:v>6576.2150778633386</c:v>
                </c:pt>
                <c:pt idx="2269">
                  <c:v>6576.2062335422488</c:v>
                </c:pt>
                <c:pt idx="2270">
                  <c:v>6576.2050661072162</c:v>
                </c:pt>
                <c:pt idx="2271">
                  <c:v>6576.2048229513257</c:v>
                </c:pt>
                <c:pt idx="2272">
                  <c:v>6576.7243390671756</c:v>
                </c:pt>
                <c:pt idx="2273">
                  <c:v>6576.6975155663113</c:v>
                </c:pt>
                <c:pt idx="2274">
                  <c:v>6578.6498978591444</c:v>
                </c:pt>
                <c:pt idx="2275">
                  <c:v>6578.538582577914</c:v>
                </c:pt>
                <c:pt idx="2276">
                  <c:v>6578.9434598764456</c:v>
                </c:pt>
                <c:pt idx="2277">
                  <c:v>6579.1715619175729</c:v>
                </c:pt>
                <c:pt idx="2278">
                  <c:v>6579.2684796133426</c:v>
                </c:pt>
                <c:pt idx="2279">
                  <c:v>6579.2758968223925</c:v>
                </c:pt>
                <c:pt idx="2280">
                  <c:v>6581.761680860156</c:v>
                </c:pt>
                <c:pt idx="2281">
                  <c:v>6581.6638987138285</c:v>
                </c:pt>
                <c:pt idx="2282">
                  <c:v>6581.6444081187292</c:v>
                </c:pt>
                <c:pt idx="2283">
                  <c:v>6582.6291054958856</c:v>
                </c:pt>
                <c:pt idx="2284">
                  <c:v>6584.7243560952193</c:v>
                </c:pt>
                <c:pt idx="2285">
                  <c:v>6585.0690563083444</c:v>
                </c:pt>
                <c:pt idx="2286">
                  <c:v>6585.7291293720627</c:v>
                </c:pt>
                <c:pt idx="2287">
                  <c:v>6585.7517683192345</c:v>
                </c:pt>
                <c:pt idx="2288">
                  <c:v>6594.1069853008248</c:v>
                </c:pt>
                <c:pt idx="2289">
                  <c:v>6593.8002341661304</c:v>
                </c:pt>
                <c:pt idx="2290">
                  <c:v>6593.6683517597885</c:v>
                </c:pt>
                <c:pt idx="2291">
                  <c:v>6595.1799802585974</c:v>
                </c:pt>
                <c:pt idx="2292">
                  <c:v>6596.0519743048781</c:v>
                </c:pt>
                <c:pt idx="2293">
                  <c:v>6595.9598413162703</c:v>
                </c:pt>
                <c:pt idx="2294">
                  <c:v>6596.9449478933666</c:v>
                </c:pt>
                <c:pt idx="2295">
                  <c:v>6596.8970157477825</c:v>
                </c:pt>
                <c:pt idx="2296">
                  <c:v>6598.4416428036639</c:v>
                </c:pt>
                <c:pt idx="2297">
                  <c:v>6598.3204598363282</c:v>
                </c:pt>
                <c:pt idx="2298">
                  <c:v>6598.3517287024642</c:v>
                </c:pt>
                <c:pt idx="2299">
                  <c:v>6598.344058826231</c:v>
                </c:pt>
                <c:pt idx="2300">
                  <c:v>6598.3427280989672</c:v>
                </c:pt>
                <c:pt idx="2301">
                  <c:v>6598.4844901413826</c:v>
                </c:pt>
                <c:pt idx="2302">
                  <c:v>6598.6241354227259</c:v>
                </c:pt>
                <c:pt idx="2303">
                  <c:v>6598.6187395727147</c:v>
                </c:pt>
                <c:pt idx="2304">
                  <c:v>6598.947209441928</c:v>
                </c:pt>
                <c:pt idx="2305">
                  <c:v>6599.2574610322918</c:v>
                </c:pt>
                <c:pt idx="2306">
                  <c:v>6599.6283677717829</c:v>
                </c:pt>
                <c:pt idx="2307">
                  <c:v>6600.4455417660565</c:v>
                </c:pt>
                <c:pt idx="2308">
                  <c:v>6606.773249246683</c:v>
                </c:pt>
                <c:pt idx="2309">
                  <c:v>6607.035087787277</c:v>
                </c:pt>
                <c:pt idx="2310">
                  <c:v>6610.4317255285287</c:v>
                </c:pt>
                <c:pt idx="2311">
                  <c:v>6612.5336815122828</c:v>
                </c:pt>
                <c:pt idx="2312">
                  <c:v>6612.4993589804135</c:v>
                </c:pt>
                <c:pt idx="2313">
                  <c:v>6614.2273601332117</c:v>
                </c:pt>
                <c:pt idx="2314">
                  <c:v>6614.6016266101469</c:v>
                </c:pt>
                <c:pt idx="2315">
                  <c:v>6625.621443850614</c:v>
                </c:pt>
                <c:pt idx="2316">
                  <c:v>6625.308096933155</c:v>
                </c:pt>
                <c:pt idx="2317">
                  <c:v>6627.0041457125335</c:v>
                </c:pt>
                <c:pt idx="2318">
                  <c:v>6629.012002264908</c:v>
                </c:pt>
                <c:pt idx="2319">
                  <c:v>6628.9035600775487</c:v>
                </c:pt>
                <c:pt idx="2320">
                  <c:v>6629.2374645700384</c:v>
                </c:pt>
                <c:pt idx="2321">
                  <c:v>6629.2009582576329</c:v>
                </c:pt>
                <c:pt idx="2322">
                  <c:v>6629.4558196600847</c:v>
                </c:pt>
                <c:pt idx="2323">
                  <c:v>6629.5982066034921</c:v>
                </c:pt>
                <c:pt idx="2324">
                  <c:v>6630.4728651295518</c:v>
                </c:pt>
                <c:pt idx="2325">
                  <c:v>6631.1768322340095</c:v>
                </c:pt>
                <c:pt idx="2326">
                  <c:v>6631.4167681412928</c:v>
                </c:pt>
                <c:pt idx="2327">
                  <c:v>6631.4043671710306</c:v>
                </c:pt>
                <c:pt idx="2328">
                  <c:v>6631.8019609077128</c:v>
                </c:pt>
                <c:pt idx="2329">
                  <c:v>6631.7888305734277</c:v>
                </c:pt>
                <c:pt idx="2330">
                  <c:v>6631.8368483115255</c:v>
                </c:pt>
                <c:pt idx="2331">
                  <c:v>6632.2411280139659</c:v>
                </c:pt>
                <c:pt idx="2332">
                  <c:v>6632.2159544567585</c:v>
                </c:pt>
                <c:pt idx="2333">
                  <c:v>6632.3650110047311</c:v>
                </c:pt>
                <c:pt idx="2334">
                  <c:v>6635.5358843956483</c:v>
                </c:pt>
                <c:pt idx="2335">
                  <c:v>6637.8900633320909</c:v>
                </c:pt>
                <c:pt idx="2336">
                  <c:v>6637.877879550595</c:v>
                </c:pt>
                <c:pt idx="2337">
                  <c:v>6637.7923794705448</c:v>
                </c:pt>
                <c:pt idx="2338">
                  <c:v>6638.8866858584424</c:v>
                </c:pt>
                <c:pt idx="2339">
                  <c:v>6638.7802605919269</c:v>
                </c:pt>
                <c:pt idx="2340">
                  <c:v>6639.8259445298099</c:v>
                </c:pt>
                <c:pt idx="2341">
                  <c:v>6639.7172881491815</c:v>
                </c:pt>
                <c:pt idx="2342">
                  <c:v>6640.5383974479755</c:v>
                </c:pt>
                <c:pt idx="2343">
                  <c:v>6640.4912424299646</c:v>
                </c:pt>
                <c:pt idx="2344">
                  <c:v>6642.1534593231581</c:v>
                </c:pt>
                <c:pt idx="2345">
                  <c:v>6643.1224309964891</c:v>
                </c:pt>
                <c:pt idx="2346">
                  <c:v>6643.9171245035532</c:v>
                </c:pt>
                <c:pt idx="2347">
                  <c:v>6645.0421108147193</c:v>
                </c:pt>
                <c:pt idx="2348">
                  <c:v>6647.0305691008525</c:v>
                </c:pt>
                <c:pt idx="2349">
                  <c:v>6648.1716832050752</c:v>
                </c:pt>
                <c:pt idx="2350">
                  <c:v>6648.1740537876149</c:v>
                </c:pt>
                <c:pt idx="2351">
                  <c:v>6648.391814679715</c:v>
                </c:pt>
                <c:pt idx="2352">
                  <c:v>6649.0374802436727</c:v>
                </c:pt>
                <c:pt idx="2353">
                  <c:v>6649.1655732976114</c:v>
                </c:pt>
                <c:pt idx="2354">
                  <c:v>6650.1619064200404</c:v>
                </c:pt>
                <c:pt idx="2355">
                  <c:v>6651.3860245242604</c:v>
                </c:pt>
                <c:pt idx="2356">
                  <c:v>6666.4247307150208</c:v>
                </c:pt>
                <c:pt idx="2357">
                  <c:v>6668.5628596954157</c:v>
                </c:pt>
                <c:pt idx="2358">
                  <c:v>6670.6043065071181</c:v>
                </c:pt>
                <c:pt idx="2359">
                  <c:v>6670.4570914616634</c:v>
                </c:pt>
                <c:pt idx="2360">
                  <c:v>6671.7146052389653</c:v>
                </c:pt>
                <c:pt idx="2361">
                  <c:v>6671.5929240275445</c:v>
                </c:pt>
                <c:pt idx="2362">
                  <c:v>6672.0891432734934</c:v>
                </c:pt>
                <c:pt idx="2363">
                  <c:v>6672.6136887711837</c:v>
                </c:pt>
                <c:pt idx="2364">
                  <c:v>6673.4777216381881</c:v>
                </c:pt>
                <c:pt idx="2365">
                  <c:v>6673.4253729386637</c:v>
                </c:pt>
                <c:pt idx="2366">
                  <c:v>6676.8882696754581</c:v>
                </c:pt>
                <c:pt idx="2367">
                  <c:v>6679.7577687016974</c:v>
                </c:pt>
                <c:pt idx="2368">
                  <c:v>6680.0660038899741</c:v>
                </c:pt>
                <c:pt idx="2369">
                  <c:v>6680.0063641356128</c:v>
                </c:pt>
                <c:pt idx="2370">
                  <c:v>6680.0909002267563</c:v>
                </c:pt>
                <c:pt idx="2371">
                  <c:v>6680.0816830829845</c:v>
                </c:pt>
                <c:pt idx="2372">
                  <c:v>6681.8382971629617</c:v>
                </c:pt>
                <c:pt idx="2373">
                  <c:v>6681.9896223548421</c:v>
                </c:pt>
                <c:pt idx="2374">
                  <c:v>6681.9718318400473</c:v>
                </c:pt>
                <c:pt idx="2375">
                  <c:v>6682.1976262450416</c:v>
                </c:pt>
                <c:pt idx="2376">
                  <c:v>6682.6132875458061</c:v>
                </c:pt>
                <c:pt idx="2377">
                  <c:v>6682.8071456755752</c:v>
                </c:pt>
                <c:pt idx="2378">
                  <c:v>6686.0505208955847</c:v>
                </c:pt>
                <c:pt idx="2379">
                  <c:v>6685.9327964165923</c:v>
                </c:pt>
                <c:pt idx="2380">
                  <c:v>6686.3469466571432</c:v>
                </c:pt>
                <c:pt idx="2381">
                  <c:v>6686.337900915114</c:v>
                </c:pt>
                <c:pt idx="2382">
                  <c:v>6692.3781226069959</c:v>
                </c:pt>
                <c:pt idx="2383">
                  <c:v>6695.6717035425418</c:v>
                </c:pt>
                <c:pt idx="2384">
                  <c:v>6696.070000126786</c:v>
                </c:pt>
                <c:pt idx="2385">
                  <c:v>6695.9265274695199</c:v>
                </c:pt>
                <c:pt idx="2386">
                  <c:v>6696.1751768913946</c:v>
                </c:pt>
                <c:pt idx="2387">
                  <c:v>6696.1926542971105</c:v>
                </c:pt>
                <c:pt idx="2388">
                  <c:v>6697.9224344325567</c:v>
                </c:pt>
                <c:pt idx="2389">
                  <c:v>6698.7258090178157</c:v>
                </c:pt>
                <c:pt idx="2390">
                  <c:v>6699.8769077793168</c:v>
                </c:pt>
                <c:pt idx="2391">
                  <c:v>6700.5354214541803</c:v>
                </c:pt>
                <c:pt idx="2392">
                  <c:v>6700.5030889644559</c:v>
                </c:pt>
                <c:pt idx="2393">
                  <c:v>6700.5239169525166</c:v>
                </c:pt>
                <c:pt idx="2394">
                  <c:v>6702.4298372393014</c:v>
                </c:pt>
                <c:pt idx="2395">
                  <c:v>6703.9601430575967</c:v>
                </c:pt>
                <c:pt idx="2396">
                  <c:v>6705.1978222017924</c:v>
                </c:pt>
                <c:pt idx="2397">
                  <c:v>6705.1393734153753</c:v>
                </c:pt>
                <c:pt idx="2398">
                  <c:v>6705.1279127575854</c:v>
                </c:pt>
                <c:pt idx="2399">
                  <c:v>6705.3038024647803</c:v>
                </c:pt>
                <c:pt idx="2400">
                  <c:v>6706.7818025632923</c:v>
                </c:pt>
                <c:pt idx="2401">
                  <c:v>6707.6764226615414</c:v>
                </c:pt>
                <c:pt idx="2402">
                  <c:v>6708.5174067714433</c:v>
                </c:pt>
                <c:pt idx="2403">
                  <c:v>6709.903657842794</c:v>
                </c:pt>
                <c:pt idx="2404">
                  <c:v>6710.2081704962357</c:v>
                </c:pt>
                <c:pt idx="2405">
                  <c:v>6710.8584344473984</c:v>
                </c:pt>
                <c:pt idx="2406">
                  <c:v>6712.5524804040588</c:v>
                </c:pt>
                <c:pt idx="2407">
                  <c:v>6720.7246677667799</c:v>
                </c:pt>
                <c:pt idx="2408">
                  <c:v>6721.449842968681</c:v>
                </c:pt>
                <c:pt idx="2409">
                  <c:v>6721.7053133709996</c:v>
                </c:pt>
                <c:pt idx="2410">
                  <c:v>6721.6290713402786</c:v>
                </c:pt>
                <c:pt idx="2411">
                  <c:v>6722.2049688295238</c:v>
                </c:pt>
                <c:pt idx="2412">
                  <c:v>6722.152938219715</c:v>
                </c:pt>
                <c:pt idx="2413">
                  <c:v>6722.1400110478862</c:v>
                </c:pt>
                <c:pt idx="2414">
                  <c:v>6723.1393063339001</c:v>
                </c:pt>
                <c:pt idx="2415">
                  <c:v>6723.9344434259438</c:v>
                </c:pt>
                <c:pt idx="2416">
                  <c:v>6723.8760284511645</c:v>
                </c:pt>
                <c:pt idx="2417">
                  <c:v>6724.2042538689539</c:v>
                </c:pt>
                <c:pt idx="2418">
                  <c:v>6726.9561606487514</c:v>
                </c:pt>
                <c:pt idx="2419">
                  <c:v>6729.6804163752904</c:v>
                </c:pt>
                <c:pt idx="2420">
                  <c:v>6730.3897903903153</c:v>
                </c:pt>
                <c:pt idx="2421">
                  <c:v>6731.3945741477482</c:v>
                </c:pt>
                <c:pt idx="2422">
                  <c:v>6731.3476358769676</c:v>
                </c:pt>
                <c:pt idx="2423">
                  <c:v>6732.060148984142</c:v>
                </c:pt>
                <c:pt idx="2424">
                  <c:v>6733.1600858955853</c:v>
                </c:pt>
                <c:pt idx="2425">
                  <c:v>6734.2937877629292</c:v>
                </c:pt>
                <c:pt idx="2426">
                  <c:v>6734.3267884163542</c:v>
                </c:pt>
                <c:pt idx="2427">
                  <c:v>6738.4069227347227</c:v>
                </c:pt>
                <c:pt idx="2428">
                  <c:v>6739.5926446521516</c:v>
                </c:pt>
                <c:pt idx="2429">
                  <c:v>6741.0624959771631</c:v>
                </c:pt>
                <c:pt idx="2430">
                  <c:v>6741.8249775136046</c:v>
                </c:pt>
                <c:pt idx="2431">
                  <c:v>6743.7151575340913</c:v>
                </c:pt>
                <c:pt idx="2432">
                  <c:v>6745.5097407442781</c:v>
                </c:pt>
                <c:pt idx="2433">
                  <c:v>6745.7537088623576</c:v>
                </c:pt>
                <c:pt idx="2434">
                  <c:v>6745.9867053588632</c:v>
                </c:pt>
                <c:pt idx="2435">
                  <c:v>6747.5207835571073</c:v>
                </c:pt>
                <c:pt idx="2436">
                  <c:v>6748.0208850306299</c:v>
                </c:pt>
                <c:pt idx="2437">
                  <c:v>6751.978630295469</c:v>
                </c:pt>
                <c:pt idx="2438">
                  <c:v>6752.3437934350268</c:v>
                </c:pt>
                <c:pt idx="2439">
                  <c:v>6752.2797540581787</c:v>
                </c:pt>
                <c:pt idx="2440">
                  <c:v>6753.5775594550905</c:v>
                </c:pt>
                <c:pt idx="2441">
                  <c:v>6755.4924636571268</c:v>
                </c:pt>
                <c:pt idx="2442">
                  <c:v>6760.4195940953059</c:v>
                </c:pt>
                <c:pt idx="2443">
                  <c:v>6760.7186967613297</c:v>
                </c:pt>
                <c:pt idx="2444">
                  <c:v>6761.4033376961097</c:v>
                </c:pt>
                <c:pt idx="2445">
                  <c:v>6761.3762150880202</c:v>
                </c:pt>
                <c:pt idx="2446">
                  <c:v>6762.1077333967623</c:v>
                </c:pt>
                <c:pt idx="2447">
                  <c:v>6762.4548848521563</c:v>
                </c:pt>
                <c:pt idx="2448">
                  <c:v>6763.0105300828518</c:v>
                </c:pt>
                <c:pt idx="2449">
                  <c:v>6764.5390693987383</c:v>
                </c:pt>
                <c:pt idx="2450">
                  <c:v>6765.4420756721984</c:v>
                </c:pt>
                <c:pt idx="2451">
                  <c:v>6769.4296026028023</c:v>
                </c:pt>
                <c:pt idx="2452">
                  <c:v>6772.095448598021</c:v>
                </c:pt>
                <c:pt idx="2453">
                  <c:v>6782.5994091901202</c:v>
                </c:pt>
                <c:pt idx="2454">
                  <c:v>6783.1366285186159</c:v>
                </c:pt>
                <c:pt idx="2455">
                  <c:v>6783.2855617584919</c:v>
                </c:pt>
                <c:pt idx="2456">
                  <c:v>6783.2259144189311</c:v>
                </c:pt>
                <c:pt idx="2457">
                  <c:v>6784.7402254658882</c:v>
                </c:pt>
                <c:pt idx="2458">
                  <c:v>6786.5331309606499</c:v>
                </c:pt>
                <c:pt idx="2459">
                  <c:v>6791.2548279978764</c:v>
                </c:pt>
                <c:pt idx="2460">
                  <c:v>6791.0765635349953</c:v>
                </c:pt>
                <c:pt idx="2461">
                  <c:v>6797.9024100650422</c:v>
                </c:pt>
                <c:pt idx="2462">
                  <c:v>6821.0298166495604</c:v>
                </c:pt>
                <c:pt idx="2463">
                  <c:v>6822.2833818136087</c:v>
                </c:pt>
                <c:pt idx="2464">
                  <c:v>6824.2512859672361</c:v>
                </c:pt>
                <c:pt idx="2465">
                  <c:v>6824.5570023696719</c:v>
                </c:pt>
                <c:pt idx="2466">
                  <c:v>6827.410316224189</c:v>
                </c:pt>
                <c:pt idx="2467">
                  <c:v>6828.1232917474645</c:v>
                </c:pt>
                <c:pt idx="2468">
                  <c:v>6831.7329270830578</c:v>
                </c:pt>
                <c:pt idx="2469">
                  <c:v>6831.6532757879349</c:v>
                </c:pt>
                <c:pt idx="2470">
                  <c:v>6832.5123409544249</c:v>
                </c:pt>
                <c:pt idx="2471">
                  <c:v>6832.4758365115977</c:v>
                </c:pt>
                <c:pt idx="2472">
                  <c:v>6832.5863890815308</c:v>
                </c:pt>
                <c:pt idx="2473">
                  <c:v>6833.8348675911357</c:v>
                </c:pt>
                <c:pt idx="2474">
                  <c:v>6834.6374344877495</c:v>
                </c:pt>
                <c:pt idx="2475">
                  <c:v>6835.8000286105107</c:v>
                </c:pt>
                <c:pt idx="2476">
                  <c:v>6835.7280743449237</c:v>
                </c:pt>
                <c:pt idx="2477">
                  <c:v>6836.2390568545934</c:v>
                </c:pt>
                <c:pt idx="2478">
                  <c:v>6838.5553988647152</c:v>
                </c:pt>
                <c:pt idx="2479">
                  <c:v>6845.7764289093338</c:v>
                </c:pt>
                <c:pt idx="2480">
                  <c:v>6846.5786166933894</c:v>
                </c:pt>
                <c:pt idx="2481">
                  <c:v>6846.780478296906</c:v>
                </c:pt>
                <c:pt idx="2482">
                  <c:v>6848.56139596101</c:v>
                </c:pt>
                <c:pt idx="2483">
                  <c:v>6850.1945760106864</c:v>
                </c:pt>
                <c:pt idx="2484">
                  <c:v>6852.5480216784772</c:v>
                </c:pt>
                <c:pt idx="2485">
                  <c:v>6854.4191219504628</c:v>
                </c:pt>
                <c:pt idx="2486">
                  <c:v>6861.6646627431419</c:v>
                </c:pt>
                <c:pt idx="2487">
                  <c:v>6863.8400677918289</c:v>
                </c:pt>
                <c:pt idx="2488">
                  <c:v>6865.5353349989855</c:v>
                </c:pt>
                <c:pt idx="2489">
                  <c:v>6866.352600573623</c:v>
                </c:pt>
                <c:pt idx="2490">
                  <c:v>6869.256865422205</c:v>
                </c:pt>
                <c:pt idx="2491">
                  <c:v>6869.1441214804645</c:v>
                </c:pt>
                <c:pt idx="2492">
                  <c:v>6871.5566676189001</c:v>
                </c:pt>
                <c:pt idx="2493">
                  <c:v>6871.6311833253649</c:v>
                </c:pt>
                <c:pt idx="2494">
                  <c:v>6871.7789720306191</c:v>
                </c:pt>
                <c:pt idx="2495">
                  <c:v>6872.1159439960375</c:v>
                </c:pt>
                <c:pt idx="2496">
                  <c:v>6872.1045704278813</c:v>
                </c:pt>
                <c:pt idx="2497">
                  <c:v>6873.5747908036683</c:v>
                </c:pt>
                <c:pt idx="2498">
                  <c:v>6874.0952333229752</c:v>
                </c:pt>
                <c:pt idx="2499">
                  <c:v>6875.0880811793877</c:v>
                </c:pt>
                <c:pt idx="2500">
                  <c:v>6876.938620888167</c:v>
                </c:pt>
                <c:pt idx="2501">
                  <c:v>6876.7976406584257</c:v>
                </c:pt>
                <c:pt idx="2502">
                  <c:v>6879.5969381526411</c:v>
                </c:pt>
                <c:pt idx="2503">
                  <c:v>6882.3976962390661</c:v>
                </c:pt>
                <c:pt idx="2504">
                  <c:v>6882.1385996968838</c:v>
                </c:pt>
                <c:pt idx="2505">
                  <c:v>6882.0859480782265</c:v>
                </c:pt>
                <c:pt idx="2506">
                  <c:v>6882.0459382399149</c:v>
                </c:pt>
                <c:pt idx="2507">
                  <c:v>6883.2740625783126</c:v>
                </c:pt>
                <c:pt idx="2508">
                  <c:v>6885.0915566474914</c:v>
                </c:pt>
                <c:pt idx="2509">
                  <c:v>6887.1262608064189</c:v>
                </c:pt>
                <c:pt idx="2510">
                  <c:v>6886.9860978905836</c:v>
                </c:pt>
                <c:pt idx="2511">
                  <c:v>6888.8844323074291</c:v>
                </c:pt>
                <c:pt idx="2512">
                  <c:v>6888.7499517004362</c:v>
                </c:pt>
                <c:pt idx="2513">
                  <c:v>6888.988702776488</c:v>
                </c:pt>
                <c:pt idx="2514">
                  <c:v>6889.4503447098687</c:v>
                </c:pt>
                <c:pt idx="2515">
                  <c:v>6889.7701429403669</c:v>
                </c:pt>
                <c:pt idx="2516">
                  <c:v>6889.72412667345</c:v>
                </c:pt>
                <c:pt idx="2517">
                  <c:v>6890.3164846040727</c:v>
                </c:pt>
                <c:pt idx="2518">
                  <c:v>6890.4597547657249</c:v>
                </c:pt>
                <c:pt idx="2519">
                  <c:v>6890.5431483416578</c:v>
                </c:pt>
                <c:pt idx="2520">
                  <c:v>6890.6470626962619</c:v>
                </c:pt>
                <c:pt idx="2521">
                  <c:v>6890.9792084600222</c:v>
                </c:pt>
                <c:pt idx="2522">
                  <c:v>6891.1239728795463</c:v>
                </c:pt>
                <c:pt idx="2523">
                  <c:v>6891.8769569698861</c:v>
                </c:pt>
                <c:pt idx="2524">
                  <c:v>6893.9668534571756</c:v>
                </c:pt>
                <c:pt idx="2525">
                  <c:v>6894.0005493993622</c:v>
                </c:pt>
                <c:pt idx="2526">
                  <c:v>6894.5266172892316</c:v>
                </c:pt>
                <c:pt idx="2527">
                  <c:v>6896.600590385031</c:v>
                </c:pt>
                <c:pt idx="2528">
                  <c:v>6896.3805148393012</c:v>
                </c:pt>
                <c:pt idx="2529">
                  <c:v>6896.3106813068125</c:v>
                </c:pt>
                <c:pt idx="2530">
                  <c:v>6898.4440788312822</c:v>
                </c:pt>
                <c:pt idx="2531">
                  <c:v>6898.247781697044</c:v>
                </c:pt>
                <c:pt idx="2532">
                  <c:v>6900.0186659753153</c:v>
                </c:pt>
                <c:pt idx="2533">
                  <c:v>6899.8397504736567</c:v>
                </c:pt>
                <c:pt idx="2534">
                  <c:v>6901.0608353288908</c:v>
                </c:pt>
                <c:pt idx="2535">
                  <c:v>6900.9755721048923</c:v>
                </c:pt>
                <c:pt idx="2536">
                  <c:v>6901.1350130672845</c:v>
                </c:pt>
                <c:pt idx="2537">
                  <c:v>6901.5451702045975</c:v>
                </c:pt>
                <c:pt idx="2538">
                  <c:v>6902.4010931184102</c:v>
                </c:pt>
                <c:pt idx="2539">
                  <c:v>6902.9773658203749</c:v>
                </c:pt>
                <c:pt idx="2540">
                  <c:v>6902.9303714179678</c:v>
                </c:pt>
                <c:pt idx="2541">
                  <c:v>6902.9944987839126</c:v>
                </c:pt>
                <c:pt idx="2542">
                  <c:v>6903.0207423677975</c:v>
                </c:pt>
                <c:pt idx="2543">
                  <c:v>6903.1184462454103</c:v>
                </c:pt>
                <c:pt idx="2544">
                  <c:v>6903.1561316900588</c:v>
                </c:pt>
                <c:pt idx="2545">
                  <c:v>6903.1522228461517</c:v>
                </c:pt>
                <c:pt idx="2546">
                  <c:v>6903.1732903398388</c:v>
                </c:pt>
                <c:pt idx="2547">
                  <c:v>6903.1705316900343</c:v>
                </c:pt>
                <c:pt idx="2548">
                  <c:v>6908.9410226717482</c:v>
                </c:pt>
                <c:pt idx="2549">
                  <c:v>6909.455764696173</c:v>
                </c:pt>
                <c:pt idx="2550">
                  <c:v>6909.5342675428255</c:v>
                </c:pt>
                <c:pt idx="2551">
                  <c:v>6909.808667600093</c:v>
                </c:pt>
                <c:pt idx="2552">
                  <c:v>6909.8165772472512</c:v>
                </c:pt>
                <c:pt idx="2553">
                  <c:v>6912.8104469046202</c:v>
                </c:pt>
                <c:pt idx="2554">
                  <c:v>6912.406377724421</c:v>
                </c:pt>
                <c:pt idx="2555">
                  <c:v>6926.5914150540984</c:v>
                </c:pt>
                <c:pt idx="2556">
                  <c:v>6925.9365319672206</c:v>
                </c:pt>
                <c:pt idx="2557">
                  <c:v>6926.7989506866088</c:v>
                </c:pt>
                <c:pt idx="2558">
                  <c:v>6932.4271575166149</c:v>
                </c:pt>
                <c:pt idx="2559">
                  <c:v>6934.3870720595069</c:v>
                </c:pt>
                <c:pt idx="2560">
                  <c:v>6937.1060455684365</c:v>
                </c:pt>
                <c:pt idx="2561">
                  <c:v>6936.9176403370666</c:v>
                </c:pt>
                <c:pt idx="2562">
                  <c:v>6938.5507659515742</c:v>
                </c:pt>
                <c:pt idx="2563">
                  <c:v>6945.6874304884868</c:v>
                </c:pt>
                <c:pt idx="2564">
                  <c:v>6945.1836093946704</c:v>
                </c:pt>
                <c:pt idx="2565">
                  <c:v>6946.4394535847014</c:v>
                </c:pt>
                <c:pt idx="2566">
                  <c:v>6946.4438150703172</c:v>
                </c:pt>
                <c:pt idx="2567">
                  <c:v>6947.3530159113479</c:v>
                </c:pt>
                <c:pt idx="2568">
                  <c:v>6947.7690457057452</c:v>
                </c:pt>
                <c:pt idx="2569">
                  <c:v>6948.4519435760476</c:v>
                </c:pt>
                <c:pt idx="2570">
                  <c:v>6948.6567595811221</c:v>
                </c:pt>
                <c:pt idx="2571">
                  <c:v>6952.851136023668</c:v>
                </c:pt>
                <c:pt idx="2572">
                  <c:v>6952.597576844666</c:v>
                </c:pt>
                <c:pt idx="2573">
                  <c:v>6966.1481708964639</c:v>
                </c:pt>
                <c:pt idx="2574">
                  <c:v>6983.5152702157748</c:v>
                </c:pt>
                <c:pt idx="2575">
                  <c:v>6984.2007089739609</c:v>
                </c:pt>
                <c:pt idx="2576">
                  <c:v>6983.9289541445796</c:v>
                </c:pt>
                <c:pt idx="2577">
                  <c:v>6983.875392455715</c:v>
                </c:pt>
                <c:pt idx="2578">
                  <c:v>6983.8617809369516</c:v>
                </c:pt>
                <c:pt idx="2579">
                  <c:v>6984.4832403163928</c:v>
                </c:pt>
                <c:pt idx="2580">
                  <c:v>6986.1963312602038</c:v>
                </c:pt>
                <c:pt idx="2581">
                  <c:v>6986.8416519637449</c:v>
                </c:pt>
                <c:pt idx="2582">
                  <c:v>6987.4145536397136</c:v>
                </c:pt>
                <c:pt idx="2583">
                  <c:v>6987.3470642150678</c:v>
                </c:pt>
                <c:pt idx="2584">
                  <c:v>6988.6371983669851</c:v>
                </c:pt>
                <c:pt idx="2585">
                  <c:v>6988.555535801459</c:v>
                </c:pt>
                <c:pt idx="2586">
                  <c:v>6988.6867023582672</c:v>
                </c:pt>
                <c:pt idx="2587">
                  <c:v>6988.6621615201611</c:v>
                </c:pt>
                <c:pt idx="2588">
                  <c:v>6988.643152083233</c:v>
                </c:pt>
                <c:pt idx="2589">
                  <c:v>6988.7688976840782</c:v>
                </c:pt>
                <c:pt idx="2590">
                  <c:v>6988.7676916618457</c:v>
                </c:pt>
                <c:pt idx="2591">
                  <c:v>6988.7674512476015</c:v>
                </c:pt>
                <c:pt idx="2592">
                  <c:v>6989.3345684822962</c:v>
                </c:pt>
                <c:pt idx="2593">
                  <c:v>6989.9464378391331</c:v>
                </c:pt>
                <c:pt idx="2594">
                  <c:v>6991.4202151937461</c:v>
                </c:pt>
                <c:pt idx="2595">
                  <c:v>6992.3997582172206</c:v>
                </c:pt>
                <c:pt idx="2596">
                  <c:v>6995.5358975540084</c:v>
                </c:pt>
                <c:pt idx="2597">
                  <c:v>6996.4151888616907</c:v>
                </c:pt>
                <c:pt idx="2598">
                  <c:v>7000.926216629141</c:v>
                </c:pt>
                <c:pt idx="2599">
                  <c:v>7011.8869667654844</c:v>
                </c:pt>
                <c:pt idx="2600">
                  <c:v>7012.7981951215452</c:v>
                </c:pt>
                <c:pt idx="2601">
                  <c:v>7013.1830992023679</c:v>
                </c:pt>
                <c:pt idx="2602">
                  <c:v>7013.0910913309172</c:v>
                </c:pt>
                <c:pt idx="2603">
                  <c:v>7013.9256815787421</c:v>
                </c:pt>
                <c:pt idx="2604">
                  <c:v>7014.6756354774598</c:v>
                </c:pt>
                <c:pt idx="2605">
                  <c:v>7016.6320388582144</c:v>
                </c:pt>
                <c:pt idx="2606">
                  <c:v>7016.5131722294627</c:v>
                </c:pt>
                <c:pt idx="2607">
                  <c:v>7017.0846912820625</c:v>
                </c:pt>
                <c:pt idx="2608">
                  <c:v>7018.9386799953136</c:v>
                </c:pt>
                <c:pt idx="2609">
                  <c:v>7019.2144194972225</c:v>
                </c:pt>
                <c:pt idx="2610">
                  <c:v>7019.1405771703376</c:v>
                </c:pt>
                <c:pt idx="2611">
                  <c:v>7020.9966238203961</c:v>
                </c:pt>
                <c:pt idx="2612">
                  <c:v>7020.8834832830298</c:v>
                </c:pt>
                <c:pt idx="2613">
                  <c:v>7023.1727203914352</c:v>
                </c:pt>
                <c:pt idx="2614">
                  <c:v>7023.6452612272842</c:v>
                </c:pt>
                <c:pt idx="2615">
                  <c:v>7023.9268601534632</c:v>
                </c:pt>
                <c:pt idx="2616">
                  <c:v>7024.0628713040533</c:v>
                </c:pt>
                <c:pt idx="2617">
                  <c:v>7024.0557451362656</c:v>
                </c:pt>
                <c:pt idx="2618">
                  <c:v>7026.5485500725936</c:v>
                </c:pt>
                <c:pt idx="2619">
                  <c:v>7029.7423174203595</c:v>
                </c:pt>
                <c:pt idx="2620">
                  <c:v>7031.0575669719892</c:v>
                </c:pt>
                <c:pt idx="2621">
                  <c:v>7033.5838309606052</c:v>
                </c:pt>
                <c:pt idx="2622">
                  <c:v>7036.156443978638</c:v>
                </c:pt>
                <c:pt idx="2623">
                  <c:v>7036.3186290124377</c:v>
                </c:pt>
                <c:pt idx="2624">
                  <c:v>7041.0754917850891</c:v>
                </c:pt>
                <c:pt idx="2625">
                  <c:v>7042.9041449264023</c:v>
                </c:pt>
                <c:pt idx="2626">
                  <c:v>7044.3002675890621</c:v>
                </c:pt>
                <c:pt idx="2627">
                  <c:v>7045.8450991325826</c:v>
                </c:pt>
                <c:pt idx="2628">
                  <c:v>7045.6998207821034</c:v>
                </c:pt>
                <c:pt idx="2629">
                  <c:v>7046.4023930959747</c:v>
                </c:pt>
                <c:pt idx="2630">
                  <c:v>7047.4771420686629</c:v>
                </c:pt>
                <c:pt idx="2631">
                  <c:v>7048.7318142767481</c:v>
                </c:pt>
                <c:pt idx="2632">
                  <c:v>7050.6424637216141</c:v>
                </c:pt>
                <c:pt idx="2633">
                  <c:v>7051.0482776616655</c:v>
                </c:pt>
                <c:pt idx="2634">
                  <c:v>7058.5180478688035</c:v>
                </c:pt>
                <c:pt idx="2635">
                  <c:v>7059.4470788855097</c:v>
                </c:pt>
                <c:pt idx="2636">
                  <c:v>7059.3470419075593</c:v>
                </c:pt>
                <c:pt idx="2637">
                  <c:v>7060.4091785172459</c:v>
                </c:pt>
                <c:pt idx="2638">
                  <c:v>7061.4894252620888</c:v>
                </c:pt>
                <c:pt idx="2639">
                  <c:v>7061.7316621192194</c:v>
                </c:pt>
                <c:pt idx="2640">
                  <c:v>7062.2917248339145</c:v>
                </c:pt>
                <c:pt idx="2641">
                  <c:v>7063.185579886941</c:v>
                </c:pt>
                <c:pt idx="2642">
                  <c:v>7063.766642883721</c:v>
                </c:pt>
                <c:pt idx="2643">
                  <c:v>7066.4645106589351</c:v>
                </c:pt>
                <c:pt idx="2644">
                  <c:v>7067.2193442436464</c:v>
                </c:pt>
                <c:pt idx="2645">
                  <c:v>7067.6570407048557</c:v>
                </c:pt>
                <c:pt idx="2646">
                  <c:v>7067.6175583730392</c:v>
                </c:pt>
                <c:pt idx="2647">
                  <c:v>7067.6093603260615</c:v>
                </c:pt>
                <c:pt idx="2648">
                  <c:v>7067.7765824359176</c:v>
                </c:pt>
                <c:pt idx="2649">
                  <c:v>7067.7576279232653</c:v>
                </c:pt>
                <c:pt idx="2650">
                  <c:v>7067.7538215698323</c:v>
                </c:pt>
                <c:pt idx="2651">
                  <c:v>7067.753052281706</c:v>
                </c:pt>
                <c:pt idx="2652">
                  <c:v>7068.0175664826456</c:v>
                </c:pt>
                <c:pt idx="2653">
                  <c:v>7068.3459607502946</c:v>
                </c:pt>
                <c:pt idx="2654">
                  <c:v>7068.4461621920946</c:v>
                </c:pt>
                <c:pt idx="2655">
                  <c:v>7069.3112993307186</c:v>
                </c:pt>
                <c:pt idx="2656">
                  <c:v>7071.7964900735114</c:v>
                </c:pt>
                <c:pt idx="2657">
                  <c:v>7073.1383986056535</c:v>
                </c:pt>
                <c:pt idx="2658">
                  <c:v>7076.7077164961911</c:v>
                </c:pt>
                <c:pt idx="2659">
                  <c:v>7078.1893848463587</c:v>
                </c:pt>
                <c:pt idx="2660">
                  <c:v>7079.1770778231694</c:v>
                </c:pt>
                <c:pt idx="2661">
                  <c:v>7081.6330116303561</c:v>
                </c:pt>
                <c:pt idx="2662">
                  <c:v>7081.6959317587034</c:v>
                </c:pt>
                <c:pt idx="2663">
                  <c:v>7081.6881014251494</c:v>
                </c:pt>
                <c:pt idx="2664">
                  <c:v>7081.9423122304624</c:v>
                </c:pt>
                <c:pt idx="2665">
                  <c:v>7082.4054147423112</c:v>
                </c:pt>
                <c:pt idx="2666">
                  <c:v>7082.3891325199311</c:v>
                </c:pt>
                <c:pt idx="2667">
                  <c:v>7082.8174655853581</c:v>
                </c:pt>
                <c:pt idx="2668">
                  <c:v>7086.1288604807123</c:v>
                </c:pt>
                <c:pt idx="2669">
                  <c:v>7089.114367217483</c:v>
                </c:pt>
                <c:pt idx="2670">
                  <c:v>7090.0509229446907</c:v>
                </c:pt>
                <c:pt idx="2671">
                  <c:v>7089.9465937600326</c:v>
                </c:pt>
                <c:pt idx="2672">
                  <c:v>7091.3477408181334</c:v>
                </c:pt>
                <c:pt idx="2673">
                  <c:v>7092.6938254489651</c:v>
                </c:pt>
                <c:pt idx="2674">
                  <c:v>7093.3773206460073</c:v>
                </c:pt>
                <c:pt idx="2675">
                  <c:v>7094.317357347526</c:v>
                </c:pt>
                <c:pt idx="2676">
                  <c:v>7094.1343762233937</c:v>
                </c:pt>
                <c:pt idx="2677">
                  <c:v>7095.048365513283</c:v>
                </c:pt>
                <c:pt idx="2678">
                  <c:v>7095.6459436580835</c:v>
                </c:pt>
                <c:pt idx="2679">
                  <c:v>7096.4353474155087</c:v>
                </c:pt>
                <c:pt idx="2680">
                  <c:v>7097.6516773821922</c:v>
                </c:pt>
                <c:pt idx="2681">
                  <c:v>7099.3512286145615</c:v>
                </c:pt>
                <c:pt idx="2682">
                  <c:v>7103.8004167438958</c:v>
                </c:pt>
                <c:pt idx="2683">
                  <c:v>7106.9896681813889</c:v>
                </c:pt>
                <c:pt idx="2684">
                  <c:v>7107.6583824440304</c:v>
                </c:pt>
                <c:pt idx="2685">
                  <c:v>7107.8491474722177</c:v>
                </c:pt>
                <c:pt idx="2686">
                  <c:v>7107.9850497071075</c:v>
                </c:pt>
                <c:pt idx="2687">
                  <c:v>7107.9850049453025</c:v>
                </c:pt>
                <c:pt idx="2688">
                  <c:v>7108.0126962349532</c:v>
                </c:pt>
                <c:pt idx="2689">
                  <c:v>7108.1363085587946</c:v>
                </c:pt>
                <c:pt idx="2690">
                  <c:v>7108.367521054317</c:v>
                </c:pt>
                <c:pt idx="2691">
                  <c:v>7112.9361036687451</c:v>
                </c:pt>
                <c:pt idx="2692">
                  <c:v>7124.3283490658569</c:v>
                </c:pt>
                <c:pt idx="2693">
                  <c:v>7123.938028940689</c:v>
                </c:pt>
                <c:pt idx="2694">
                  <c:v>7131.4883403498334</c:v>
                </c:pt>
                <c:pt idx="2695">
                  <c:v>7131.5239468751088</c:v>
                </c:pt>
                <c:pt idx="2696">
                  <c:v>7131.4804672910886</c:v>
                </c:pt>
                <c:pt idx="2697">
                  <c:v>7131.4485593372456</c:v>
                </c:pt>
                <c:pt idx="2698">
                  <c:v>7134.7505420256566</c:v>
                </c:pt>
                <c:pt idx="2699">
                  <c:v>7135.7499872594481</c:v>
                </c:pt>
                <c:pt idx="2700">
                  <c:v>7138.87795621844</c:v>
                </c:pt>
                <c:pt idx="2701">
                  <c:v>7139.8074222688037</c:v>
                </c:pt>
                <c:pt idx="2702">
                  <c:v>7141.50218438305</c:v>
                </c:pt>
                <c:pt idx="2703">
                  <c:v>7142.2600479421617</c:v>
                </c:pt>
                <c:pt idx="2704">
                  <c:v>7143.4116346019646</c:v>
                </c:pt>
                <c:pt idx="2705">
                  <c:v>7143.9715699659992</c:v>
                </c:pt>
                <c:pt idx="2706">
                  <c:v>7150.4574764131075</c:v>
                </c:pt>
                <c:pt idx="2707">
                  <c:v>7150.8360471528968</c:v>
                </c:pt>
                <c:pt idx="2708">
                  <c:v>7150.6245910273256</c:v>
                </c:pt>
                <c:pt idx="2709">
                  <c:v>7151.3190440666576</c:v>
                </c:pt>
                <c:pt idx="2710">
                  <c:v>7151.9240772776975</c:v>
                </c:pt>
                <c:pt idx="2711">
                  <c:v>7151.8968424037448</c:v>
                </c:pt>
                <c:pt idx="2712">
                  <c:v>7151.8929253517554</c:v>
                </c:pt>
                <c:pt idx="2713">
                  <c:v>7152.0490484061638</c:v>
                </c:pt>
                <c:pt idx="2714">
                  <c:v>7152.03491637755</c:v>
                </c:pt>
                <c:pt idx="2715">
                  <c:v>7154.3656600583463</c:v>
                </c:pt>
                <c:pt idx="2716">
                  <c:v>7156.1354857129845</c:v>
                </c:pt>
                <c:pt idx="2717">
                  <c:v>7157.7271234245018</c:v>
                </c:pt>
                <c:pt idx="2718">
                  <c:v>7157.3605673262819</c:v>
                </c:pt>
                <c:pt idx="2719">
                  <c:v>7157.2838397525293</c:v>
                </c:pt>
                <c:pt idx="2720">
                  <c:v>7157.8440529445297</c:v>
                </c:pt>
                <c:pt idx="2721">
                  <c:v>7157.6827112934016</c:v>
                </c:pt>
                <c:pt idx="2722">
                  <c:v>7159.6708750860798</c:v>
                </c:pt>
                <c:pt idx="2723">
                  <c:v>7161.0360701357713</c:v>
                </c:pt>
                <c:pt idx="2724">
                  <c:v>7163.1626576438857</c:v>
                </c:pt>
                <c:pt idx="2725">
                  <c:v>7162.9717824920945</c:v>
                </c:pt>
                <c:pt idx="2726">
                  <c:v>7162.9443982447719</c:v>
                </c:pt>
                <c:pt idx="2727">
                  <c:v>7165.2770887443767</c:v>
                </c:pt>
                <c:pt idx="2728">
                  <c:v>7167.7704684079517</c:v>
                </c:pt>
                <c:pt idx="2729">
                  <c:v>7167.5996574849987</c:v>
                </c:pt>
                <c:pt idx="2730">
                  <c:v>7167.5655662687723</c:v>
                </c:pt>
                <c:pt idx="2731">
                  <c:v>7168.6345765562501</c:v>
                </c:pt>
                <c:pt idx="2732">
                  <c:v>7168.9190488934337</c:v>
                </c:pt>
                <c:pt idx="2733">
                  <c:v>7169.3737024112479</c:v>
                </c:pt>
                <c:pt idx="2734">
                  <c:v>7172.4498045788414</c:v>
                </c:pt>
                <c:pt idx="2735">
                  <c:v>7173.2654358815225</c:v>
                </c:pt>
                <c:pt idx="2736">
                  <c:v>7173.8019251861633</c:v>
                </c:pt>
                <c:pt idx="2737">
                  <c:v>7174.5486187107663</c:v>
                </c:pt>
                <c:pt idx="2738">
                  <c:v>7176.0974123157739</c:v>
                </c:pt>
                <c:pt idx="2739">
                  <c:v>7177.6291413430035</c:v>
                </c:pt>
                <c:pt idx="2740">
                  <c:v>7197.1368490363202</c:v>
                </c:pt>
                <c:pt idx="2741">
                  <c:v>7199.6583952752389</c:v>
                </c:pt>
                <c:pt idx="2742">
                  <c:v>7213.90114908941</c:v>
                </c:pt>
                <c:pt idx="2743">
                  <c:v>7227.7249522249394</c:v>
                </c:pt>
                <c:pt idx="2744">
                  <c:v>7235.9180406532778</c:v>
                </c:pt>
                <c:pt idx="2745">
                  <c:v>7235.6374764728071</c:v>
                </c:pt>
                <c:pt idx="2746">
                  <c:v>7236.0657048725807</c:v>
                </c:pt>
                <c:pt idx="2747">
                  <c:v>7237.6962493222072</c:v>
                </c:pt>
                <c:pt idx="2748">
                  <c:v>7238.1236284283132</c:v>
                </c:pt>
                <c:pt idx="2749">
                  <c:v>7238.9920593878724</c:v>
                </c:pt>
                <c:pt idx="2750">
                  <c:v>7240.266621316604</c:v>
                </c:pt>
                <c:pt idx="2751">
                  <c:v>7240.9227640569561</c:v>
                </c:pt>
                <c:pt idx="2752">
                  <c:v>7241.3514365708543</c:v>
                </c:pt>
                <c:pt idx="2753">
                  <c:v>7241.985496075622</c:v>
                </c:pt>
                <c:pt idx="2754">
                  <c:v>7251.6563665799031</c:v>
                </c:pt>
                <c:pt idx="2755">
                  <c:v>7259.5835079887993</c:v>
                </c:pt>
                <c:pt idx="2756">
                  <c:v>7259.1948929128557</c:v>
                </c:pt>
                <c:pt idx="2757">
                  <c:v>7260.676522329667</c:v>
                </c:pt>
                <c:pt idx="2758">
                  <c:v>7260.6621618532999</c:v>
                </c:pt>
                <c:pt idx="2759">
                  <c:v>7260.6468073771421</c:v>
                </c:pt>
                <c:pt idx="2760">
                  <c:v>7261.2836810176177</c:v>
                </c:pt>
                <c:pt idx="2761">
                  <c:v>7261.2538408443543</c:v>
                </c:pt>
                <c:pt idx="2762">
                  <c:v>7261.2478744099253</c:v>
                </c:pt>
                <c:pt idx="2763">
                  <c:v>7262.3929812263423</c:v>
                </c:pt>
                <c:pt idx="2764">
                  <c:v>7263.115579050158</c:v>
                </c:pt>
                <c:pt idx="2765">
                  <c:v>7263.0518553783304</c:v>
                </c:pt>
                <c:pt idx="2766">
                  <c:v>7264.1422466426029</c:v>
                </c:pt>
                <c:pt idx="2767">
                  <c:v>7265.1976455564782</c:v>
                </c:pt>
                <c:pt idx="2768">
                  <c:v>7266.3189184824687</c:v>
                </c:pt>
                <c:pt idx="2769">
                  <c:v>7267.0018172579757</c:v>
                </c:pt>
                <c:pt idx="2770">
                  <c:v>7268.1137630619905</c:v>
                </c:pt>
                <c:pt idx="2771">
                  <c:v>7268.3384698301024</c:v>
                </c:pt>
                <c:pt idx="2772">
                  <c:v>7268.094051078212</c:v>
                </c:pt>
                <c:pt idx="2773">
                  <c:v>7268.8759070563783</c:v>
                </c:pt>
                <c:pt idx="2774">
                  <c:v>7270.2050677874822</c:v>
                </c:pt>
                <c:pt idx="2775">
                  <c:v>7270.1224290945411</c:v>
                </c:pt>
                <c:pt idx="2776">
                  <c:v>7270.4591619351995</c:v>
                </c:pt>
                <c:pt idx="2777">
                  <c:v>7270.448642361358</c:v>
                </c:pt>
                <c:pt idx="2778">
                  <c:v>7276.6279791072684</c:v>
                </c:pt>
                <c:pt idx="2779">
                  <c:v>7279.5501107728687</c:v>
                </c:pt>
                <c:pt idx="2780">
                  <c:v>7279.429138171874</c:v>
                </c:pt>
                <c:pt idx="2781">
                  <c:v>7279.4134811763843</c:v>
                </c:pt>
                <c:pt idx="2782">
                  <c:v>7279.4103746704486</c:v>
                </c:pt>
                <c:pt idx="2783">
                  <c:v>7279.4885531456839</c:v>
                </c:pt>
                <c:pt idx="2784">
                  <c:v>7279.4945534452954</c:v>
                </c:pt>
                <c:pt idx="2785">
                  <c:v>7279.5490490488028</c:v>
                </c:pt>
                <c:pt idx="2786">
                  <c:v>7279.6736023712083</c:v>
                </c:pt>
                <c:pt idx="2787">
                  <c:v>7283.0862399956277</c:v>
                </c:pt>
                <c:pt idx="2788">
                  <c:v>7320.1828840982926</c:v>
                </c:pt>
                <c:pt idx="2789">
                  <c:v>7319.5977476578228</c:v>
                </c:pt>
                <c:pt idx="2790">
                  <c:v>7319.7281529176953</c:v>
                </c:pt>
                <c:pt idx="2791">
                  <c:v>7320.4079374082676</c:v>
                </c:pt>
                <c:pt idx="2792">
                  <c:v>7320.8361490850266</c:v>
                </c:pt>
                <c:pt idx="2793">
                  <c:v>7327.823864103304</c:v>
                </c:pt>
                <c:pt idx="2794">
                  <c:v>7327.5276101761729</c:v>
                </c:pt>
                <c:pt idx="2795">
                  <c:v>7332.8437561961091</c:v>
                </c:pt>
                <c:pt idx="2796">
                  <c:v>7334.2316851152973</c:v>
                </c:pt>
                <c:pt idx="2797">
                  <c:v>7334.0226227734529</c:v>
                </c:pt>
                <c:pt idx="2798">
                  <c:v>7333.9954103052696</c:v>
                </c:pt>
                <c:pt idx="2799">
                  <c:v>7335.6555121861311</c:v>
                </c:pt>
                <c:pt idx="2800">
                  <c:v>7336.9507214014402</c:v>
                </c:pt>
                <c:pt idx="2801">
                  <c:v>7338.2167101873729</c:v>
                </c:pt>
                <c:pt idx="2802">
                  <c:v>7339.9662150415234</c:v>
                </c:pt>
                <c:pt idx="2803">
                  <c:v>7341.6494595040404</c:v>
                </c:pt>
                <c:pt idx="2804">
                  <c:v>7341.4928148835679</c:v>
                </c:pt>
                <c:pt idx="2805">
                  <c:v>7341.5017133204419</c:v>
                </c:pt>
                <c:pt idx="2806">
                  <c:v>7341.7743788555663</c:v>
                </c:pt>
                <c:pt idx="2807">
                  <c:v>7341.7616080219168</c:v>
                </c:pt>
                <c:pt idx="2808">
                  <c:v>7341.8307813129941</c:v>
                </c:pt>
                <c:pt idx="2809">
                  <c:v>7341.9053767163578</c:v>
                </c:pt>
                <c:pt idx="2810">
                  <c:v>7342.0036107902579</c:v>
                </c:pt>
                <c:pt idx="2811">
                  <c:v>7342.0158519104007</c:v>
                </c:pt>
                <c:pt idx="2812">
                  <c:v>7342.7250130518478</c:v>
                </c:pt>
                <c:pt idx="2813">
                  <c:v>7343.5547605634592</c:v>
                </c:pt>
                <c:pt idx="2814">
                  <c:v>7343.7052830829753</c:v>
                </c:pt>
                <c:pt idx="2815">
                  <c:v>7343.6749500131018</c:v>
                </c:pt>
                <c:pt idx="2816">
                  <c:v>7343.6660903307002</c:v>
                </c:pt>
                <c:pt idx="2817">
                  <c:v>7343.6874646753167</c:v>
                </c:pt>
                <c:pt idx="2818">
                  <c:v>7343.7208269277635</c:v>
                </c:pt>
                <c:pt idx="2819">
                  <c:v>7343.7655331838268</c:v>
                </c:pt>
                <c:pt idx="2820">
                  <c:v>7344.0933044153744</c:v>
                </c:pt>
                <c:pt idx="2821">
                  <c:v>7345.6782639070334</c:v>
                </c:pt>
                <c:pt idx="2822">
                  <c:v>7346.2879864709375</c:v>
                </c:pt>
                <c:pt idx="2823">
                  <c:v>7346.909264955656</c:v>
                </c:pt>
                <c:pt idx="2824">
                  <c:v>7347.1433233281869</c:v>
                </c:pt>
                <c:pt idx="2825">
                  <c:v>7347.7073550749246</c:v>
                </c:pt>
                <c:pt idx="2826">
                  <c:v>7349.2034230076715</c:v>
                </c:pt>
                <c:pt idx="2827">
                  <c:v>7353.2845177181407</c:v>
                </c:pt>
                <c:pt idx="2828">
                  <c:v>7353.5639418851179</c:v>
                </c:pt>
                <c:pt idx="2829">
                  <c:v>7354.350178888697</c:v>
                </c:pt>
                <c:pt idx="2830">
                  <c:v>7355.6829152040063</c:v>
                </c:pt>
                <c:pt idx="2831">
                  <c:v>7355.6485466110007</c:v>
                </c:pt>
                <c:pt idx="2832">
                  <c:v>7355.8031242557608</c:v>
                </c:pt>
                <c:pt idx="2833">
                  <c:v>7355.7977182323293</c:v>
                </c:pt>
                <c:pt idx="2834">
                  <c:v>7357.0898810239523</c:v>
                </c:pt>
                <c:pt idx="2835">
                  <c:v>7358.8730025662198</c:v>
                </c:pt>
                <c:pt idx="2836">
                  <c:v>7358.7585795019522</c:v>
                </c:pt>
                <c:pt idx="2837">
                  <c:v>7358.732393978903</c:v>
                </c:pt>
                <c:pt idx="2838">
                  <c:v>7358.8852325476037</c:v>
                </c:pt>
                <c:pt idx="2839">
                  <c:v>7359.1012639102519</c:v>
                </c:pt>
                <c:pt idx="2840">
                  <c:v>7359.9613093989256</c:v>
                </c:pt>
                <c:pt idx="2841">
                  <c:v>7359.9669579609035</c:v>
                </c:pt>
                <c:pt idx="2842">
                  <c:v>7359.9553199216753</c:v>
                </c:pt>
                <c:pt idx="2843">
                  <c:v>7361.5236436638952</c:v>
                </c:pt>
                <c:pt idx="2844">
                  <c:v>7361.8302694842359</c:v>
                </c:pt>
                <c:pt idx="2845">
                  <c:v>7361.7115575079306</c:v>
                </c:pt>
                <c:pt idx="2846">
                  <c:v>7361.9096864986195</c:v>
                </c:pt>
                <c:pt idx="2847">
                  <c:v>7363.6831417711956</c:v>
                </c:pt>
                <c:pt idx="2848">
                  <c:v>7364.5304069878421</c:v>
                </c:pt>
                <c:pt idx="2849">
                  <c:v>7364.4557697985138</c:v>
                </c:pt>
                <c:pt idx="2850">
                  <c:v>7364.7792726884754</c:v>
                </c:pt>
                <c:pt idx="2851">
                  <c:v>7364.9832504784135</c:v>
                </c:pt>
                <c:pt idx="2852">
                  <c:v>7365.8825346838794</c:v>
                </c:pt>
                <c:pt idx="2853">
                  <c:v>7366.8243723735231</c:v>
                </c:pt>
                <c:pt idx="2854">
                  <c:v>7366.9534108286352</c:v>
                </c:pt>
                <c:pt idx="2855">
                  <c:v>7367.2407315739238</c:v>
                </c:pt>
                <c:pt idx="2856">
                  <c:v>7367.7759522793995</c:v>
                </c:pt>
                <c:pt idx="2857">
                  <c:v>7367.7708957556624</c:v>
                </c:pt>
                <c:pt idx="2858">
                  <c:v>7370.5227163300215</c:v>
                </c:pt>
                <c:pt idx="2859">
                  <c:v>7377.3940726446808</c:v>
                </c:pt>
                <c:pt idx="2860">
                  <c:v>7377.9760585739932</c:v>
                </c:pt>
                <c:pt idx="2861">
                  <c:v>7377.8419058848758</c:v>
                </c:pt>
                <c:pt idx="2862">
                  <c:v>7379.3039564853352</c:v>
                </c:pt>
                <c:pt idx="2863">
                  <c:v>7379.5255824242131</c:v>
                </c:pt>
                <c:pt idx="2864">
                  <c:v>7379.4807438171511</c:v>
                </c:pt>
                <c:pt idx="2865">
                  <c:v>7380.0034341217515</c:v>
                </c:pt>
                <c:pt idx="2866">
                  <c:v>7380.8020413930062</c:v>
                </c:pt>
                <c:pt idx="2867">
                  <c:v>7380.7074477892556</c:v>
                </c:pt>
                <c:pt idx="2868">
                  <c:v>7381.7391077803759</c:v>
                </c:pt>
                <c:pt idx="2869">
                  <c:v>7381.6337940796348</c:v>
                </c:pt>
                <c:pt idx="2870">
                  <c:v>7383.7850026693841</c:v>
                </c:pt>
                <c:pt idx="2871">
                  <c:v>7384.6880482674242</c:v>
                </c:pt>
                <c:pt idx="2872">
                  <c:v>7385.0285656192882</c:v>
                </c:pt>
                <c:pt idx="2873">
                  <c:v>7384.9816326884084</c:v>
                </c:pt>
                <c:pt idx="2874">
                  <c:v>7384.9721972570615</c:v>
                </c:pt>
                <c:pt idx="2875">
                  <c:v>7384.9701852609114</c:v>
                </c:pt>
                <c:pt idx="2876">
                  <c:v>7385.1683120110356</c:v>
                </c:pt>
                <c:pt idx="2877">
                  <c:v>7385.1576044740741</c:v>
                </c:pt>
                <c:pt idx="2878">
                  <c:v>7386.5742817405408</c:v>
                </c:pt>
                <c:pt idx="2879">
                  <c:v>7386.8812818738315</c:v>
                </c:pt>
                <c:pt idx="2880">
                  <c:v>7386.9751290960103</c:v>
                </c:pt>
                <c:pt idx="2881">
                  <c:v>7387.0672965784916</c:v>
                </c:pt>
                <c:pt idx="2882">
                  <c:v>7387.4053726037446</c:v>
                </c:pt>
                <c:pt idx="2883">
                  <c:v>7388.3619818526959</c:v>
                </c:pt>
                <c:pt idx="2884">
                  <c:v>7389.1836307978865</c:v>
                </c:pt>
                <c:pt idx="2885">
                  <c:v>7389.4579769061593</c:v>
                </c:pt>
                <c:pt idx="2886">
                  <c:v>7390.8733508476398</c:v>
                </c:pt>
                <c:pt idx="2887">
                  <c:v>7390.7757131010421</c:v>
                </c:pt>
                <c:pt idx="2888">
                  <c:v>7391.3724109876039</c:v>
                </c:pt>
                <c:pt idx="2889">
                  <c:v>7393.9681040736596</c:v>
                </c:pt>
                <c:pt idx="2890">
                  <c:v>7393.718155471206</c:v>
                </c:pt>
                <c:pt idx="2891">
                  <c:v>7395.2407041616643</c:v>
                </c:pt>
                <c:pt idx="2892">
                  <c:v>7395.1328573390447</c:v>
                </c:pt>
                <c:pt idx="2893">
                  <c:v>7396.9671896191176</c:v>
                </c:pt>
                <c:pt idx="2894">
                  <c:v>7398.9005591452869</c:v>
                </c:pt>
                <c:pt idx="2895">
                  <c:v>7398.7385734625977</c:v>
                </c:pt>
                <c:pt idx="2896">
                  <c:v>7399.9930542262391</c:v>
                </c:pt>
                <c:pt idx="2897">
                  <c:v>7399.8934873560702</c:v>
                </c:pt>
                <c:pt idx="2898">
                  <c:v>7401.254974785239</c:v>
                </c:pt>
                <c:pt idx="2899">
                  <c:v>7402.5772245404351</c:v>
                </c:pt>
                <c:pt idx="2900">
                  <c:v>7402.4900105071783</c:v>
                </c:pt>
                <c:pt idx="2901">
                  <c:v>7403.7557683764471</c:v>
                </c:pt>
                <c:pt idx="2902">
                  <c:v>7404.29910857493</c:v>
                </c:pt>
                <c:pt idx="2903">
                  <c:v>7404.5551676228488</c:v>
                </c:pt>
                <c:pt idx="2904">
                  <c:v>7404.8073512012315</c:v>
                </c:pt>
                <c:pt idx="2905">
                  <c:v>7404.8566935984627</c:v>
                </c:pt>
                <c:pt idx="2906">
                  <c:v>7405.4411011505108</c:v>
                </c:pt>
                <c:pt idx="2907">
                  <c:v>7406.8769145671731</c:v>
                </c:pt>
                <c:pt idx="2908">
                  <c:v>7407.4176440796818</c:v>
                </c:pt>
                <c:pt idx="2909">
                  <c:v>7410.8333928915827</c:v>
                </c:pt>
                <c:pt idx="2910">
                  <c:v>7411.1941751984332</c:v>
                </c:pt>
                <c:pt idx="2911">
                  <c:v>7413.1800311335683</c:v>
                </c:pt>
                <c:pt idx="2912">
                  <c:v>7414.3986194725076</c:v>
                </c:pt>
                <c:pt idx="2913">
                  <c:v>7415.1723688649818</c:v>
                </c:pt>
                <c:pt idx="2914">
                  <c:v>7415.0555200636181</c:v>
                </c:pt>
                <c:pt idx="2915">
                  <c:v>7415.5620910570506</c:v>
                </c:pt>
                <c:pt idx="2916">
                  <c:v>7416.5670874680336</c:v>
                </c:pt>
                <c:pt idx="2917">
                  <c:v>7417.4123295756399</c:v>
                </c:pt>
                <c:pt idx="2918">
                  <c:v>7417.7059917199622</c:v>
                </c:pt>
                <c:pt idx="2919">
                  <c:v>7418.217496065673</c:v>
                </c:pt>
                <c:pt idx="2920">
                  <c:v>7419.5757893791533</c:v>
                </c:pt>
                <c:pt idx="2921">
                  <c:v>7419.4764285608135</c:v>
                </c:pt>
                <c:pt idx="2922">
                  <c:v>7424.6762520975708</c:v>
                </c:pt>
                <c:pt idx="2923">
                  <c:v>7425.9966442251107</c:v>
                </c:pt>
                <c:pt idx="2924">
                  <c:v>7427.8672312980761</c:v>
                </c:pt>
                <c:pt idx="2925">
                  <c:v>7428.84724376331</c:v>
                </c:pt>
                <c:pt idx="2926">
                  <c:v>7429.4963374294266</c:v>
                </c:pt>
                <c:pt idx="2927">
                  <c:v>7430.2186877185068</c:v>
                </c:pt>
                <c:pt idx="2928">
                  <c:v>7431.7250196247951</c:v>
                </c:pt>
                <c:pt idx="2929">
                  <c:v>7432.6921872897674</c:v>
                </c:pt>
                <c:pt idx="2930">
                  <c:v>7433.4974834037084</c:v>
                </c:pt>
                <c:pt idx="2931">
                  <c:v>7436.0191988420856</c:v>
                </c:pt>
                <c:pt idx="2932">
                  <c:v>7436.6412063766065</c:v>
                </c:pt>
                <c:pt idx="2933">
                  <c:v>7437.3098346477118</c:v>
                </c:pt>
                <c:pt idx="2934">
                  <c:v>7438.845969959807</c:v>
                </c:pt>
                <c:pt idx="2935">
                  <c:v>7440.2081127704196</c:v>
                </c:pt>
                <c:pt idx="2936">
                  <c:v>7445.4037707277757</c:v>
                </c:pt>
                <c:pt idx="2937">
                  <c:v>7445.6367181858996</c:v>
                </c:pt>
                <c:pt idx="2938">
                  <c:v>7446.9886767014477</c:v>
                </c:pt>
                <c:pt idx="2939">
                  <c:v>7447.8942659647118</c:v>
                </c:pt>
                <c:pt idx="2940">
                  <c:v>7447.7825855979809</c:v>
                </c:pt>
                <c:pt idx="2941">
                  <c:v>7448.4718884812191</c:v>
                </c:pt>
                <c:pt idx="2942">
                  <c:v>7448.435295615709</c:v>
                </c:pt>
                <c:pt idx="2943">
                  <c:v>7448.7306999741941</c:v>
                </c:pt>
                <c:pt idx="2944">
                  <c:v>7449.634407833355</c:v>
                </c:pt>
                <c:pt idx="2945">
                  <c:v>7449.5831606376205</c:v>
                </c:pt>
                <c:pt idx="2946">
                  <c:v>7483.6361854130819</c:v>
                </c:pt>
                <c:pt idx="2947">
                  <c:v>7484.0467387632643</c:v>
                </c:pt>
                <c:pt idx="2948">
                  <c:v>7483.892952217152</c:v>
                </c:pt>
                <c:pt idx="2949">
                  <c:v>7486.5410882004717</c:v>
                </c:pt>
                <c:pt idx="2950">
                  <c:v>7486.4253520653374</c:v>
                </c:pt>
                <c:pt idx="2951">
                  <c:v>7486.4907346178661</c:v>
                </c:pt>
                <c:pt idx="2952">
                  <c:v>7486.9812930293247</c:v>
                </c:pt>
                <c:pt idx="2953">
                  <c:v>7486.9675180994072</c:v>
                </c:pt>
                <c:pt idx="2954">
                  <c:v>7486.9633475615865</c:v>
                </c:pt>
                <c:pt idx="2955">
                  <c:v>7486.9636232773928</c:v>
                </c:pt>
                <c:pt idx="2956">
                  <c:v>7487.7089894770916</c:v>
                </c:pt>
                <c:pt idx="2957">
                  <c:v>7488.0075881390057</c:v>
                </c:pt>
                <c:pt idx="2958">
                  <c:v>7487.9734361360079</c:v>
                </c:pt>
                <c:pt idx="2959">
                  <c:v>7488.0238677888801</c:v>
                </c:pt>
                <c:pt idx="2960">
                  <c:v>7489.0777031613998</c:v>
                </c:pt>
                <c:pt idx="2961">
                  <c:v>7489.7009286660605</c:v>
                </c:pt>
                <c:pt idx="2962">
                  <c:v>7490.5642309473351</c:v>
                </c:pt>
                <c:pt idx="2963">
                  <c:v>7491.6363303080243</c:v>
                </c:pt>
                <c:pt idx="2964">
                  <c:v>7492.0043460779434</c:v>
                </c:pt>
                <c:pt idx="2965">
                  <c:v>7491.896294478669</c:v>
                </c:pt>
                <c:pt idx="2966">
                  <c:v>7500.61202361082</c:v>
                </c:pt>
                <c:pt idx="2967">
                  <c:v>7499.9472604275688</c:v>
                </c:pt>
                <c:pt idx="2968">
                  <c:v>7500.3363187613304</c:v>
                </c:pt>
                <c:pt idx="2969">
                  <c:v>7500.3325957456946</c:v>
                </c:pt>
                <c:pt idx="2970">
                  <c:v>7500.3515433432349</c:v>
                </c:pt>
                <c:pt idx="2971">
                  <c:v>7509.5764494879522</c:v>
                </c:pt>
                <c:pt idx="2972">
                  <c:v>7509.3306587754578</c:v>
                </c:pt>
                <c:pt idx="2973">
                  <c:v>7509.3335248821923</c:v>
                </c:pt>
                <c:pt idx="2974">
                  <c:v>7509.7488272899582</c:v>
                </c:pt>
                <c:pt idx="2975">
                  <c:v>7509.8913677074706</c:v>
                </c:pt>
                <c:pt idx="2976">
                  <c:v>7510.4751191365531</c:v>
                </c:pt>
                <c:pt idx="2977">
                  <c:v>7510.8356618194221</c:v>
                </c:pt>
                <c:pt idx="2978">
                  <c:v>7510.7957428303444</c:v>
                </c:pt>
                <c:pt idx="2979">
                  <c:v>7511.7471597316562</c:v>
                </c:pt>
                <c:pt idx="2980">
                  <c:v>7511.9139939741353</c:v>
                </c:pt>
                <c:pt idx="2981">
                  <c:v>7513.0851138207454</c:v>
                </c:pt>
                <c:pt idx="2982">
                  <c:v>7513.0291036158133</c:v>
                </c:pt>
                <c:pt idx="2983">
                  <c:v>7513.0146942036836</c:v>
                </c:pt>
                <c:pt idx="2984">
                  <c:v>7514.0693155924528</c:v>
                </c:pt>
                <c:pt idx="2985">
                  <c:v>7514.4547644766108</c:v>
                </c:pt>
                <c:pt idx="2986">
                  <c:v>7515.2427309332306</c:v>
                </c:pt>
                <c:pt idx="2987">
                  <c:v>7515.1245590608532</c:v>
                </c:pt>
                <c:pt idx="2988">
                  <c:v>7517.6689811129254</c:v>
                </c:pt>
                <c:pt idx="2989">
                  <c:v>7517.5362743304777</c:v>
                </c:pt>
                <c:pt idx="2990">
                  <c:v>7517.6454094013952</c:v>
                </c:pt>
                <c:pt idx="2991">
                  <c:v>7517.6489221329648</c:v>
                </c:pt>
                <c:pt idx="2992">
                  <c:v>7517.6457196175134</c:v>
                </c:pt>
                <c:pt idx="2993">
                  <c:v>7517.7243359484046</c:v>
                </c:pt>
                <c:pt idx="2994">
                  <c:v>7517.7578616745568</c:v>
                </c:pt>
                <c:pt idx="2995">
                  <c:v>7520.2779204822937</c:v>
                </c:pt>
                <c:pt idx="2996">
                  <c:v>7521.0357308605271</c:v>
                </c:pt>
                <c:pt idx="2997">
                  <c:v>7521.3756435905061</c:v>
                </c:pt>
                <c:pt idx="2998">
                  <c:v>7521.9483795009364</c:v>
                </c:pt>
                <c:pt idx="2999">
                  <c:v>7521.9523469742062</c:v>
                </c:pt>
                <c:pt idx="3000">
                  <c:v>7524.6623655870844</c:v>
                </c:pt>
                <c:pt idx="3001">
                  <c:v>7525.2351439886379</c:v>
                </c:pt>
                <c:pt idx="3002">
                  <c:v>7530.791996367816</c:v>
                </c:pt>
                <c:pt idx="3003">
                  <c:v>7531.0921529855423</c:v>
                </c:pt>
                <c:pt idx="3004">
                  <c:v>7532.8009369598612</c:v>
                </c:pt>
                <c:pt idx="3005">
                  <c:v>7533.5745162327612</c:v>
                </c:pt>
                <c:pt idx="3006">
                  <c:v>7536.2579443069599</c:v>
                </c:pt>
                <c:pt idx="3007">
                  <c:v>7536.741690685245</c:v>
                </c:pt>
                <c:pt idx="3008">
                  <c:v>7536.6377146003588</c:v>
                </c:pt>
                <c:pt idx="3009">
                  <c:v>7540.4489924988447</c:v>
                </c:pt>
                <c:pt idx="3010">
                  <c:v>7540.2860535613709</c:v>
                </c:pt>
                <c:pt idx="3011">
                  <c:v>7541.0970899449667</c:v>
                </c:pt>
                <c:pt idx="3012">
                  <c:v>7546.1201974694341</c:v>
                </c:pt>
                <c:pt idx="3013">
                  <c:v>7568.1592939244783</c:v>
                </c:pt>
                <c:pt idx="3014">
                  <c:v>7568.5689729997403</c:v>
                </c:pt>
                <c:pt idx="3015">
                  <c:v>7572.8370904057301</c:v>
                </c:pt>
                <c:pt idx="3016">
                  <c:v>7573.8060874768535</c:v>
                </c:pt>
                <c:pt idx="3017">
                  <c:v>7573.6639868300199</c:v>
                </c:pt>
                <c:pt idx="3018">
                  <c:v>7579.6727932498452</c:v>
                </c:pt>
                <c:pt idx="3019">
                  <c:v>7581.5783267028073</c:v>
                </c:pt>
                <c:pt idx="3020">
                  <c:v>7583.4518660302865</c:v>
                </c:pt>
                <c:pt idx="3021">
                  <c:v>7583.8671086029635</c:v>
                </c:pt>
                <c:pt idx="3022">
                  <c:v>7584.3485695511017</c:v>
                </c:pt>
                <c:pt idx="3023">
                  <c:v>7584.699707226001</c:v>
                </c:pt>
                <c:pt idx="3024">
                  <c:v>7584.8595530040648</c:v>
                </c:pt>
                <c:pt idx="3025">
                  <c:v>7585.017470460155</c:v>
                </c:pt>
                <c:pt idx="3026">
                  <c:v>7585.1859025642716</c:v>
                </c:pt>
                <c:pt idx="3027">
                  <c:v>7585.3747814114686</c:v>
                </c:pt>
                <c:pt idx="3028">
                  <c:v>7588.7127825156349</c:v>
                </c:pt>
                <c:pt idx="3029">
                  <c:v>7590.2273544303371</c:v>
                </c:pt>
                <c:pt idx="3030">
                  <c:v>7594.125353554472</c:v>
                </c:pt>
                <c:pt idx="3031">
                  <c:v>7594.4114617552814</c:v>
                </c:pt>
                <c:pt idx="3032">
                  <c:v>7604.6728135435924</c:v>
                </c:pt>
                <c:pt idx="3033">
                  <c:v>7605.7520064397931</c:v>
                </c:pt>
                <c:pt idx="3034">
                  <c:v>7605.9573971089558</c:v>
                </c:pt>
                <c:pt idx="3035">
                  <c:v>7607.5636902712013</c:v>
                </c:pt>
                <c:pt idx="3036">
                  <c:v>7607.4097258233751</c:v>
                </c:pt>
                <c:pt idx="3037">
                  <c:v>7607.6662449782434</c:v>
                </c:pt>
                <c:pt idx="3038">
                  <c:v>7612.9611349673833</c:v>
                </c:pt>
                <c:pt idx="3039">
                  <c:v>7620.8796268140195</c:v>
                </c:pt>
                <c:pt idx="3040">
                  <c:v>7628.9090692649161</c:v>
                </c:pt>
                <c:pt idx="3041">
                  <c:v>7629.2784390217712</c:v>
                </c:pt>
                <c:pt idx="3042">
                  <c:v>7629.5731244959024</c:v>
                </c:pt>
                <c:pt idx="3043">
                  <c:v>7631.2540368882119</c:v>
                </c:pt>
                <c:pt idx="3044">
                  <c:v>7631.5240857758963</c:v>
                </c:pt>
                <c:pt idx="3045">
                  <c:v>7633.7694001742029</c:v>
                </c:pt>
                <c:pt idx="3046">
                  <c:v>7633.916417286734</c:v>
                </c:pt>
                <c:pt idx="3047">
                  <c:v>7633.8923124769144</c:v>
                </c:pt>
                <c:pt idx="3048">
                  <c:v>7633.9848079532576</c:v>
                </c:pt>
                <c:pt idx="3049">
                  <c:v>7634.1253735059499</c:v>
                </c:pt>
                <c:pt idx="3050">
                  <c:v>7634.2476951697818</c:v>
                </c:pt>
                <c:pt idx="3051">
                  <c:v>7634.4636171053226</c:v>
                </c:pt>
                <c:pt idx="3052">
                  <c:v>7635.2941538196874</c:v>
                </c:pt>
                <c:pt idx="3053">
                  <c:v>7635.2176141975842</c:v>
                </c:pt>
                <c:pt idx="3054">
                  <c:v>7635.2100041860695</c:v>
                </c:pt>
                <c:pt idx="3055">
                  <c:v>7636.0886666755541</c:v>
                </c:pt>
                <c:pt idx="3056">
                  <c:v>7636.0052184187416</c:v>
                </c:pt>
                <c:pt idx="3057">
                  <c:v>7637.3138268966386</c:v>
                </c:pt>
                <c:pt idx="3058">
                  <c:v>7654.9667498157378</c:v>
                </c:pt>
                <c:pt idx="3059">
                  <c:v>7660.4655363609709</c:v>
                </c:pt>
                <c:pt idx="3060">
                  <c:v>7660.0855995995189</c:v>
                </c:pt>
                <c:pt idx="3061">
                  <c:v>7660.0085556036747</c:v>
                </c:pt>
                <c:pt idx="3062">
                  <c:v>7665.8243121105234</c:v>
                </c:pt>
                <c:pt idx="3063">
                  <c:v>7665.5075610533058</c:v>
                </c:pt>
                <c:pt idx="3064">
                  <c:v>7665.9958067522311</c:v>
                </c:pt>
                <c:pt idx="3065">
                  <c:v>7668.7604863931001</c:v>
                </c:pt>
                <c:pt idx="3066">
                  <c:v>7706.583560859186</c:v>
                </c:pt>
                <c:pt idx="3067">
                  <c:v>7706.5768856745844</c:v>
                </c:pt>
                <c:pt idx="3068">
                  <c:v>7706.9620717842354</c:v>
                </c:pt>
                <c:pt idx="3069">
                  <c:v>7706.9137709503166</c:v>
                </c:pt>
                <c:pt idx="3070">
                  <c:v>7706.9179409209655</c:v>
                </c:pt>
                <c:pt idx="3071">
                  <c:v>7707.7913770138966</c:v>
                </c:pt>
                <c:pt idx="3072">
                  <c:v>7708.0928273303198</c:v>
                </c:pt>
                <c:pt idx="3073">
                  <c:v>7708.1354900327424</c:v>
                </c:pt>
                <c:pt idx="3074">
                  <c:v>7708.3645085210583</c:v>
                </c:pt>
                <c:pt idx="3075">
                  <c:v>7708.668905891408</c:v>
                </c:pt>
                <c:pt idx="3076">
                  <c:v>7708.7805928571024</c:v>
                </c:pt>
                <c:pt idx="3077">
                  <c:v>7709.6803202559977</c:v>
                </c:pt>
                <c:pt idx="3078">
                  <c:v>7709.630614083273</c:v>
                </c:pt>
                <c:pt idx="3079">
                  <c:v>7709.9639212069351</c:v>
                </c:pt>
                <c:pt idx="3080">
                  <c:v>7710.9113543976064</c:v>
                </c:pt>
                <c:pt idx="3081">
                  <c:v>7711.5352560045021</c:v>
                </c:pt>
                <c:pt idx="3082">
                  <c:v>7712.0473535095198</c:v>
                </c:pt>
                <c:pt idx="3083">
                  <c:v>7712.9623276071916</c:v>
                </c:pt>
                <c:pt idx="3084">
                  <c:v>7713.9433493922579</c:v>
                </c:pt>
                <c:pt idx="3085">
                  <c:v>7713.8028557017005</c:v>
                </c:pt>
                <c:pt idx="3086">
                  <c:v>7717.8717217127805</c:v>
                </c:pt>
                <c:pt idx="3087">
                  <c:v>7723.9661345488021</c:v>
                </c:pt>
                <c:pt idx="3088">
                  <c:v>7723.9234802639039</c:v>
                </c:pt>
                <c:pt idx="3089">
                  <c:v>7723.8933545651771</c:v>
                </c:pt>
                <c:pt idx="3090">
                  <c:v>7723.8636612996515</c:v>
                </c:pt>
                <c:pt idx="3091">
                  <c:v>7724.4686624306823</c:v>
                </c:pt>
                <c:pt idx="3092">
                  <c:v>7724.4434462646777</c:v>
                </c:pt>
                <c:pt idx="3093">
                  <c:v>7724.6828036287579</c:v>
                </c:pt>
                <c:pt idx="3094">
                  <c:v>7724.7780875039789</c:v>
                </c:pt>
                <c:pt idx="3095">
                  <c:v>7724.9884902588637</c:v>
                </c:pt>
                <c:pt idx="3096">
                  <c:v>7725.3027805974116</c:v>
                </c:pt>
                <c:pt idx="3097">
                  <c:v>7725.6140473274036</c:v>
                </c:pt>
                <c:pt idx="3098">
                  <c:v>7725.6444311117557</c:v>
                </c:pt>
                <c:pt idx="3099">
                  <c:v>7726.0988059623805</c:v>
                </c:pt>
                <c:pt idx="3100">
                  <c:v>7726.3044037735153</c:v>
                </c:pt>
                <c:pt idx="3101">
                  <c:v>7726.2897461729954</c:v>
                </c:pt>
                <c:pt idx="3102">
                  <c:v>7727.7360692068178</c:v>
                </c:pt>
                <c:pt idx="3103">
                  <c:v>7728.453528235179</c:v>
                </c:pt>
                <c:pt idx="3104">
                  <c:v>7731.446571673373</c:v>
                </c:pt>
                <c:pt idx="3105">
                  <c:v>7733.2020955796315</c:v>
                </c:pt>
                <c:pt idx="3106">
                  <c:v>7736.7520330179223</c:v>
                </c:pt>
                <c:pt idx="3107">
                  <c:v>7746.2309064539659</c:v>
                </c:pt>
                <c:pt idx="3108">
                  <c:v>7749.1836992194103</c:v>
                </c:pt>
                <c:pt idx="3109">
                  <c:v>7750.1072141594741</c:v>
                </c:pt>
                <c:pt idx="3110">
                  <c:v>7749.9508123831029</c:v>
                </c:pt>
                <c:pt idx="3111">
                  <c:v>7750.1462337712346</c:v>
                </c:pt>
                <c:pt idx="3112">
                  <c:v>7750.3884031722373</c:v>
                </c:pt>
                <c:pt idx="3113">
                  <c:v>7750.4264573881919</c:v>
                </c:pt>
                <c:pt idx="3114">
                  <c:v>7752.0617956115748</c:v>
                </c:pt>
                <c:pt idx="3115">
                  <c:v>7763.0711502169825</c:v>
                </c:pt>
                <c:pt idx="3116">
                  <c:v>7765.1484429333595</c:v>
                </c:pt>
                <c:pt idx="3117">
                  <c:v>7765.4992330698151</c:v>
                </c:pt>
                <c:pt idx="3118">
                  <c:v>7765.4672189260109</c:v>
                </c:pt>
                <c:pt idx="3119">
                  <c:v>7766.0764307796599</c:v>
                </c:pt>
                <c:pt idx="3120">
                  <c:v>7766.5131008671679</c:v>
                </c:pt>
                <c:pt idx="3121">
                  <c:v>7766.491849560507</c:v>
                </c:pt>
                <c:pt idx="3122">
                  <c:v>7767.6608531965512</c:v>
                </c:pt>
                <c:pt idx="3123">
                  <c:v>7769.1529010834965</c:v>
                </c:pt>
                <c:pt idx="3124">
                  <c:v>7769.1425172073787</c:v>
                </c:pt>
                <c:pt idx="3125">
                  <c:v>7771.5247567301967</c:v>
                </c:pt>
                <c:pt idx="3126">
                  <c:v>7780.2052275982523</c:v>
                </c:pt>
                <c:pt idx="3127">
                  <c:v>7782.2908650881254</c:v>
                </c:pt>
                <c:pt idx="3128">
                  <c:v>7789.1530230462677</c:v>
                </c:pt>
                <c:pt idx="3129">
                  <c:v>7791.7477230998129</c:v>
                </c:pt>
                <c:pt idx="3130">
                  <c:v>7809.3327562990944</c:v>
                </c:pt>
                <c:pt idx="3131">
                  <c:v>7814.7060591478721</c:v>
                </c:pt>
                <c:pt idx="3132">
                  <c:v>7817.2210324474336</c:v>
                </c:pt>
                <c:pt idx="3133">
                  <c:v>7820.2763551567359</c:v>
                </c:pt>
                <c:pt idx="3134">
                  <c:v>7819.7504086402587</c:v>
                </c:pt>
                <c:pt idx="3135">
                  <c:v>7821.8088548868536</c:v>
                </c:pt>
                <c:pt idx="3136">
                  <c:v>7827.3858512429852</c:v>
                </c:pt>
                <c:pt idx="3137">
                  <c:v>7826.8596226611717</c:v>
                </c:pt>
                <c:pt idx="3138">
                  <c:v>7828.4638436652622</c:v>
                </c:pt>
                <c:pt idx="3139">
                  <c:v>7828.9796521998041</c:v>
                </c:pt>
                <c:pt idx="3140">
                  <c:v>7830.0513952618248</c:v>
                </c:pt>
                <c:pt idx="3141">
                  <c:v>7831.4384023548928</c:v>
                </c:pt>
                <c:pt idx="3142">
                  <c:v>7831.6311804838042</c:v>
                </c:pt>
                <c:pt idx="3143">
                  <c:v>7831.7838284121017</c:v>
                </c:pt>
                <c:pt idx="3144">
                  <c:v>7831.9432869775728</c:v>
                </c:pt>
                <c:pt idx="3145">
                  <c:v>7832.1153535917201</c:v>
                </c:pt>
                <c:pt idx="3146">
                  <c:v>7832.3644354112339</c:v>
                </c:pt>
                <c:pt idx="3147">
                  <c:v>7832.9076942903785</c:v>
                </c:pt>
                <c:pt idx="3148">
                  <c:v>7833.7085236455514</c:v>
                </c:pt>
                <c:pt idx="3149">
                  <c:v>7834.0454316345267</c:v>
                </c:pt>
                <c:pt idx="3150">
                  <c:v>7835.2131455011386</c:v>
                </c:pt>
                <c:pt idx="3151">
                  <c:v>7840.6153644479655</c:v>
                </c:pt>
                <c:pt idx="3152">
                  <c:v>7841.1654403792054</c:v>
                </c:pt>
                <c:pt idx="3153">
                  <c:v>7841.9351085408362</c:v>
                </c:pt>
                <c:pt idx="3154">
                  <c:v>7842.915024042929</c:v>
                </c:pt>
                <c:pt idx="3155">
                  <c:v>7842.6172485907473</c:v>
                </c:pt>
                <c:pt idx="3156">
                  <c:v>7842.5297754632011</c:v>
                </c:pt>
                <c:pt idx="3157">
                  <c:v>7842.4737985240527</c:v>
                </c:pt>
                <c:pt idx="3158">
                  <c:v>7842.4707759143394</c:v>
                </c:pt>
                <c:pt idx="3159">
                  <c:v>7847.6860755614289</c:v>
                </c:pt>
                <c:pt idx="3160">
                  <c:v>7847.5187168377961</c:v>
                </c:pt>
                <c:pt idx="3161">
                  <c:v>7850.8979078233961</c:v>
                </c:pt>
                <c:pt idx="3162">
                  <c:v>7864.7557314513951</c:v>
                </c:pt>
                <c:pt idx="3163">
                  <c:v>7867.6221378453229</c:v>
                </c:pt>
                <c:pt idx="3164">
                  <c:v>7867.7596906549188</c:v>
                </c:pt>
                <c:pt idx="3165">
                  <c:v>7868.1421029768389</c:v>
                </c:pt>
                <c:pt idx="3166">
                  <c:v>7868.1200903407116</c:v>
                </c:pt>
                <c:pt idx="3167">
                  <c:v>7868.1789851017775</c:v>
                </c:pt>
                <c:pt idx="3168">
                  <c:v>7868.873526201628</c:v>
                </c:pt>
                <c:pt idx="3169">
                  <c:v>7869.1575359732133</c:v>
                </c:pt>
                <c:pt idx="3170">
                  <c:v>7870.5405811007486</c:v>
                </c:pt>
                <c:pt idx="3171">
                  <c:v>7871.1326307448235</c:v>
                </c:pt>
                <c:pt idx="3172">
                  <c:v>7872.0197500456852</c:v>
                </c:pt>
                <c:pt idx="3173">
                  <c:v>7874.3799395147371</c:v>
                </c:pt>
                <c:pt idx="3174">
                  <c:v>7881.2882181679761</c:v>
                </c:pt>
                <c:pt idx="3175">
                  <c:v>7880.8777923597872</c:v>
                </c:pt>
                <c:pt idx="3176">
                  <c:v>7881.5163639548873</c:v>
                </c:pt>
                <c:pt idx="3177">
                  <c:v>7881.4587214233343</c:v>
                </c:pt>
                <c:pt idx="3178">
                  <c:v>7882.4650626085759</c:v>
                </c:pt>
                <c:pt idx="3179">
                  <c:v>7882.3554991517149</c:v>
                </c:pt>
                <c:pt idx="3180">
                  <c:v>7883.4296563809621</c:v>
                </c:pt>
                <c:pt idx="3181">
                  <c:v>7883.3107573041825</c:v>
                </c:pt>
                <c:pt idx="3182">
                  <c:v>7884.1957133034803</c:v>
                </c:pt>
                <c:pt idx="3183">
                  <c:v>7886.665515842783</c:v>
                </c:pt>
                <c:pt idx="3184">
                  <c:v>7886.4953767100078</c:v>
                </c:pt>
                <c:pt idx="3185">
                  <c:v>7887.0023368669081</c:v>
                </c:pt>
                <c:pt idx="3186">
                  <c:v>7886.9567948160393</c:v>
                </c:pt>
                <c:pt idx="3187">
                  <c:v>7887.9797709075101</c:v>
                </c:pt>
                <c:pt idx="3188">
                  <c:v>7887.8935105034061</c:v>
                </c:pt>
                <c:pt idx="3189">
                  <c:v>7888.4393688029704</c:v>
                </c:pt>
                <c:pt idx="3190">
                  <c:v>7888.9044504804469</c:v>
                </c:pt>
                <c:pt idx="3191">
                  <c:v>7889.2595305833556</c:v>
                </c:pt>
                <c:pt idx="3192">
                  <c:v>7889.8019838450818</c:v>
                </c:pt>
                <c:pt idx="3193">
                  <c:v>7894.2089067304487</c:v>
                </c:pt>
                <c:pt idx="3194">
                  <c:v>7894.7664966794782</c:v>
                </c:pt>
                <c:pt idx="3195">
                  <c:v>7895.1570193422194</c:v>
                </c:pt>
                <c:pt idx="3196">
                  <c:v>7896.0312815638717</c:v>
                </c:pt>
                <c:pt idx="3197">
                  <c:v>7899.4539705979405</c:v>
                </c:pt>
                <c:pt idx="3198">
                  <c:v>7899.7791331033095</c:v>
                </c:pt>
                <c:pt idx="3199">
                  <c:v>7902.9253406905082</c:v>
                </c:pt>
                <c:pt idx="3200">
                  <c:v>7902.9910428856765</c:v>
                </c:pt>
                <c:pt idx="3201">
                  <c:v>7904.8918016183679</c:v>
                </c:pt>
                <c:pt idx="3202">
                  <c:v>7906.2352731011579</c:v>
                </c:pt>
                <c:pt idx="3203">
                  <c:v>7915.5017273096319</c:v>
                </c:pt>
                <c:pt idx="3204">
                  <c:v>7915.2380779906907</c:v>
                </c:pt>
                <c:pt idx="3205">
                  <c:v>7916.0759462457354</c:v>
                </c:pt>
                <c:pt idx="3206">
                  <c:v>7916.027420838067</c:v>
                </c:pt>
                <c:pt idx="3207">
                  <c:v>7916.5914262661245</c:v>
                </c:pt>
                <c:pt idx="3208">
                  <c:v>7917.2577153652028</c:v>
                </c:pt>
                <c:pt idx="3209">
                  <c:v>7917.8274382137843</c:v>
                </c:pt>
                <c:pt idx="3210">
                  <c:v>7917.7765601779547</c:v>
                </c:pt>
                <c:pt idx="3211">
                  <c:v>7918.4882375795887</c:v>
                </c:pt>
                <c:pt idx="3212">
                  <c:v>7918.671491796923</c:v>
                </c:pt>
                <c:pt idx="3213">
                  <c:v>7919.0573820512645</c:v>
                </c:pt>
                <c:pt idx="3214">
                  <c:v>7919.3524925123147</c:v>
                </c:pt>
                <c:pt idx="3215">
                  <c:v>7919.7208886075196</c:v>
                </c:pt>
                <c:pt idx="3216">
                  <c:v>7920.5237326886418</c:v>
                </c:pt>
                <c:pt idx="3217">
                  <c:v>7920.6730534534081</c:v>
                </c:pt>
                <c:pt idx="3218">
                  <c:v>7921.6369468156736</c:v>
                </c:pt>
                <c:pt idx="3219">
                  <c:v>7921.6197089875541</c:v>
                </c:pt>
                <c:pt idx="3220">
                  <c:v>7922.8132203900313</c:v>
                </c:pt>
                <c:pt idx="3221">
                  <c:v>7924.5345000537172</c:v>
                </c:pt>
                <c:pt idx="3222">
                  <c:v>7924.7269571913166</c:v>
                </c:pt>
                <c:pt idx="3223">
                  <c:v>7930.6146027270661</c:v>
                </c:pt>
                <c:pt idx="3224">
                  <c:v>7930.4577876774274</c:v>
                </c:pt>
                <c:pt idx="3225">
                  <c:v>7930.6674468031288</c:v>
                </c:pt>
                <c:pt idx="3226">
                  <c:v>7931.272831985274</c:v>
                </c:pt>
                <c:pt idx="3227">
                  <c:v>7933.6391525466688</c:v>
                </c:pt>
                <c:pt idx="3228">
                  <c:v>7934.438613405624</c:v>
                </c:pt>
                <c:pt idx="3229">
                  <c:v>7940.628010984643</c:v>
                </c:pt>
                <c:pt idx="3230">
                  <c:v>7939.9002774885748</c:v>
                </c:pt>
                <c:pt idx="3231">
                  <c:v>7940.6776110910241</c:v>
                </c:pt>
                <c:pt idx="3232">
                  <c:v>7940.7604334877806</c:v>
                </c:pt>
                <c:pt idx="3233">
                  <c:v>7940.788656585315</c:v>
                </c:pt>
                <c:pt idx="3234">
                  <c:v>7941.114977692393</c:v>
                </c:pt>
                <c:pt idx="3235">
                  <c:v>7941.0808189513446</c:v>
                </c:pt>
                <c:pt idx="3236">
                  <c:v>7958.0938737190345</c:v>
                </c:pt>
                <c:pt idx="3237">
                  <c:v>7958.812678583985</c:v>
                </c:pt>
                <c:pt idx="3238">
                  <c:v>7958.782296810733</c:v>
                </c:pt>
                <c:pt idx="3239">
                  <c:v>7959.2212661016711</c:v>
                </c:pt>
                <c:pt idx="3240">
                  <c:v>7959.9897408775141</c:v>
                </c:pt>
                <c:pt idx="3241">
                  <c:v>7961.1477743965179</c:v>
                </c:pt>
                <c:pt idx="3242">
                  <c:v>7961.3925475601181</c:v>
                </c:pt>
                <c:pt idx="3243">
                  <c:v>7963.4656291953297</c:v>
                </c:pt>
                <c:pt idx="3244">
                  <c:v>7964.1871307253796</c:v>
                </c:pt>
                <c:pt idx="3245">
                  <c:v>7964.8096616891817</c:v>
                </c:pt>
                <c:pt idx="3246">
                  <c:v>7966.2426469634156</c:v>
                </c:pt>
                <c:pt idx="3247">
                  <c:v>7967.114601052609</c:v>
                </c:pt>
                <c:pt idx="3248">
                  <c:v>7968.4997497419481</c:v>
                </c:pt>
                <c:pt idx="3249">
                  <c:v>7968.3363601664396</c:v>
                </c:pt>
                <c:pt idx="3250">
                  <c:v>7971.7305056633932</c:v>
                </c:pt>
                <c:pt idx="3251">
                  <c:v>7971.3314854632454</c:v>
                </c:pt>
                <c:pt idx="3252">
                  <c:v>7972.5076802735539</c:v>
                </c:pt>
                <c:pt idx="3253">
                  <c:v>7972.3737443517721</c:v>
                </c:pt>
                <c:pt idx="3254">
                  <c:v>7973.8716862495303</c:v>
                </c:pt>
                <c:pt idx="3255">
                  <c:v>7977.9386154047415</c:v>
                </c:pt>
                <c:pt idx="3256">
                  <c:v>7977.769612460952</c:v>
                </c:pt>
                <c:pt idx="3257">
                  <c:v>7978.1954225020918</c:v>
                </c:pt>
                <c:pt idx="3258">
                  <c:v>7978.8113756634075</c:v>
                </c:pt>
                <c:pt idx="3259">
                  <c:v>7980.127579972388</c:v>
                </c:pt>
                <c:pt idx="3260">
                  <c:v>7980.0499767604624</c:v>
                </c:pt>
                <c:pt idx="3261">
                  <c:v>7980.7028846806043</c:v>
                </c:pt>
                <c:pt idx="3262">
                  <c:v>7980.8780051532822</c:v>
                </c:pt>
                <c:pt idx="3263">
                  <c:v>7981.0908692462426</c:v>
                </c:pt>
                <c:pt idx="3264">
                  <c:v>7982.9652397731443</c:v>
                </c:pt>
                <c:pt idx="3265">
                  <c:v>7983.0772516463749</c:v>
                </c:pt>
                <c:pt idx="3266">
                  <c:v>7983.0316467190441</c:v>
                </c:pt>
                <c:pt idx="3267">
                  <c:v>7983.9994638016533</c:v>
                </c:pt>
                <c:pt idx="3268">
                  <c:v>7985.6898223872931</c:v>
                </c:pt>
                <c:pt idx="3269">
                  <c:v>7985.5554031117354</c:v>
                </c:pt>
                <c:pt idx="3270">
                  <c:v>7986.0419725715728</c:v>
                </c:pt>
                <c:pt idx="3271">
                  <c:v>7986.6014605076471</c:v>
                </c:pt>
                <c:pt idx="3272">
                  <c:v>7986.5551298498804</c:v>
                </c:pt>
                <c:pt idx="3273">
                  <c:v>7990.91853598125</c:v>
                </c:pt>
                <c:pt idx="3274">
                  <c:v>7993.0522071234127</c:v>
                </c:pt>
                <c:pt idx="3275">
                  <c:v>7993.1452343563142</c:v>
                </c:pt>
                <c:pt idx="3276">
                  <c:v>7993.7768209390724</c:v>
                </c:pt>
                <c:pt idx="3277">
                  <c:v>7993.6889491851389</c:v>
                </c:pt>
                <c:pt idx="3278">
                  <c:v>7993.6821563070007</c:v>
                </c:pt>
                <c:pt idx="3279">
                  <c:v>7996.2019620496849</c:v>
                </c:pt>
                <c:pt idx="3280">
                  <c:v>8005.750024698893</c:v>
                </c:pt>
                <c:pt idx="3281">
                  <c:v>8006.4943602961521</c:v>
                </c:pt>
                <c:pt idx="3282">
                  <c:v>8007.0081049579067</c:v>
                </c:pt>
                <c:pt idx="3283">
                  <c:v>8013.6902932676139</c:v>
                </c:pt>
                <c:pt idx="3284">
                  <c:v>8013.5431767254831</c:v>
                </c:pt>
                <c:pt idx="3285">
                  <c:v>8014.1330592294835</c:v>
                </c:pt>
                <c:pt idx="3286">
                  <c:v>8014.6411721895065</c:v>
                </c:pt>
                <c:pt idx="3287">
                  <c:v>8014.6215662162876</c:v>
                </c:pt>
                <c:pt idx="3288">
                  <c:v>8014.6187256332114</c:v>
                </c:pt>
                <c:pt idx="3289">
                  <c:v>8014.6179597092032</c:v>
                </c:pt>
                <c:pt idx="3290">
                  <c:v>8015.2162043929384</c:v>
                </c:pt>
                <c:pt idx="3291">
                  <c:v>8015.8284794020929</c:v>
                </c:pt>
                <c:pt idx="3292">
                  <c:v>8017.717904263267</c:v>
                </c:pt>
                <c:pt idx="3293">
                  <c:v>8023.4659773629137</c:v>
                </c:pt>
                <c:pt idx="3294">
                  <c:v>8026.6349068693817</c:v>
                </c:pt>
                <c:pt idx="3295">
                  <c:v>8027.6474142627767</c:v>
                </c:pt>
                <c:pt idx="3296">
                  <c:v>8029.1978349124829</c:v>
                </c:pt>
                <c:pt idx="3297">
                  <c:v>8031.4275228922497</c:v>
                </c:pt>
                <c:pt idx="3298">
                  <c:v>8033.7444300216957</c:v>
                </c:pt>
                <c:pt idx="3299">
                  <c:v>8034.5003564088529</c:v>
                </c:pt>
                <c:pt idx="3300">
                  <c:v>8035.2562559196986</c:v>
                </c:pt>
                <c:pt idx="3301">
                  <c:v>8035.1609485204899</c:v>
                </c:pt>
                <c:pt idx="3302">
                  <c:v>8035.9142475624076</c:v>
                </c:pt>
                <c:pt idx="3303">
                  <c:v>8035.7406676987393</c:v>
                </c:pt>
                <c:pt idx="3304">
                  <c:v>8035.7087633039246</c:v>
                </c:pt>
                <c:pt idx="3305">
                  <c:v>8036.2771603945866</c:v>
                </c:pt>
                <c:pt idx="3306">
                  <c:v>8043.6601065103623</c:v>
                </c:pt>
                <c:pt idx="3307">
                  <c:v>8046.8929271222269</c:v>
                </c:pt>
                <c:pt idx="3308">
                  <c:v>8047.7402296269665</c:v>
                </c:pt>
                <c:pt idx="3309">
                  <c:v>8048.1010189166464</c:v>
                </c:pt>
                <c:pt idx="3310">
                  <c:v>8048.0722266963558</c:v>
                </c:pt>
                <c:pt idx="3311">
                  <c:v>8048.4275661043193</c:v>
                </c:pt>
                <c:pt idx="3312">
                  <c:v>8049.014909897036</c:v>
                </c:pt>
                <c:pt idx="3313">
                  <c:v>8049.5884275085291</c:v>
                </c:pt>
                <c:pt idx="3314">
                  <c:v>8049.5634717601888</c:v>
                </c:pt>
                <c:pt idx="3315">
                  <c:v>8052.8224793935224</c:v>
                </c:pt>
                <c:pt idx="3316">
                  <c:v>8110.082474537815</c:v>
                </c:pt>
                <c:pt idx="3317">
                  <c:v>8112.3761981558764</c:v>
                </c:pt>
                <c:pt idx="3318">
                  <c:v>8112.8928530799449</c:v>
                </c:pt>
                <c:pt idx="3319">
                  <c:v>8113.4955829484834</c:v>
                </c:pt>
                <c:pt idx="3320">
                  <c:v>8113.8464793242902</c:v>
                </c:pt>
                <c:pt idx="3321">
                  <c:v>8113.8012739019059</c:v>
                </c:pt>
                <c:pt idx="3322">
                  <c:v>8115.1226330090922</c:v>
                </c:pt>
                <c:pt idx="3323">
                  <c:v>8115.0583754159297</c:v>
                </c:pt>
                <c:pt idx="3324">
                  <c:v>8115.0455901170444</c:v>
                </c:pt>
                <c:pt idx="3325">
                  <c:v>8115.7104386075289</c:v>
                </c:pt>
                <c:pt idx="3326">
                  <c:v>8116.0549631288313</c:v>
                </c:pt>
                <c:pt idx="3327">
                  <c:v>8116.0058975932279</c:v>
                </c:pt>
                <c:pt idx="3328">
                  <c:v>8115.9962384294113</c:v>
                </c:pt>
                <c:pt idx="3329">
                  <c:v>8115.9944893421534</c:v>
                </c:pt>
                <c:pt idx="3330">
                  <c:v>8116.1693165768884</c:v>
                </c:pt>
                <c:pt idx="3331">
                  <c:v>8116.4764722553191</c:v>
                </c:pt>
                <c:pt idx="3332">
                  <c:v>8116.9742863127576</c:v>
                </c:pt>
                <c:pt idx="3333">
                  <c:v>8118.299283157532</c:v>
                </c:pt>
                <c:pt idx="3334">
                  <c:v>8118.3526941631444</c:v>
                </c:pt>
                <c:pt idx="3335">
                  <c:v>8118.4701924925739</c:v>
                </c:pt>
                <c:pt idx="3336">
                  <c:v>8118.6636347685289</c:v>
                </c:pt>
                <c:pt idx="3337">
                  <c:v>8118.6553016665321</c:v>
                </c:pt>
                <c:pt idx="3338">
                  <c:v>8118.8117825844456</c:v>
                </c:pt>
                <c:pt idx="3339">
                  <c:v>8119.1605258018399</c:v>
                </c:pt>
                <c:pt idx="3340">
                  <c:v>8119.9938218379175</c:v>
                </c:pt>
                <c:pt idx="3341">
                  <c:v>8120.5637967788534</c:v>
                </c:pt>
                <c:pt idx="3342">
                  <c:v>8122.0956851038909</c:v>
                </c:pt>
                <c:pt idx="3343">
                  <c:v>8123.2541945555449</c:v>
                </c:pt>
                <c:pt idx="3344">
                  <c:v>8123.3159947872837</c:v>
                </c:pt>
                <c:pt idx="3345">
                  <c:v>8123.499857068884</c:v>
                </c:pt>
                <c:pt idx="3346">
                  <c:v>8123.4609530996877</c:v>
                </c:pt>
                <c:pt idx="3347">
                  <c:v>8123.4531187499888</c:v>
                </c:pt>
                <c:pt idx="3348">
                  <c:v>8123.4886947848636</c:v>
                </c:pt>
                <c:pt idx="3349">
                  <c:v>8123.4751402709917</c:v>
                </c:pt>
                <c:pt idx="3350">
                  <c:v>8123.4761210191546</c:v>
                </c:pt>
                <c:pt idx="3351">
                  <c:v>8123.5146592344963</c:v>
                </c:pt>
                <c:pt idx="3352">
                  <c:v>8123.5051293017686</c:v>
                </c:pt>
                <c:pt idx="3353">
                  <c:v>8124.2221817711816</c:v>
                </c:pt>
                <c:pt idx="3354">
                  <c:v>8134.225345785967</c:v>
                </c:pt>
                <c:pt idx="3355">
                  <c:v>8134.1080641011959</c:v>
                </c:pt>
                <c:pt idx="3356">
                  <c:v>8135.9420233407109</c:v>
                </c:pt>
                <c:pt idx="3357">
                  <c:v>8136.8067687603743</c:v>
                </c:pt>
                <c:pt idx="3358">
                  <c:v>8136.9284289452326</c:v>
                </c:pt>
                <c:pt idx="3359">
                  <c:v>8137.1657907010176</c:v>
                </c:pt>
                <c:pt idx="3360">
                  <c:v>8138.2776585238689</c:v>
                </c:pt>
                <c:pt idx="3361">
                  <c:v>8138.3979271046974</c:v>
                </c:pt>
                <c:pt idx="3362">
                  <c:v>8138.9014161194682</c:v>
                </c:pt>
                <c:pt idx="3363">
                  <c:v>8141.2415085532048</c:v>
                </c:pt>
                <c:pt idx="3364">
                  <c:v>8142.8366399808947</c:v>
                </c:pt>
                <c:pt idx="3365">
                  <c:v>8145.1528288466834</c:v>
                </c:pt>
                <c:pt idx="3366">
                  <c:v>8146.5037253094288</c:v>
                </c:pt>
                <c:pt idx="3367">
                  <c:v>8148.9809826820056</c:v>
                </c:pt>
                <c:pt idx="3368">
                  <c:v>8150.6915076901723</c:v>
                </c:pt>
                <c:pt idx="3369">
                  <c:v>8151.2306068679336</c:v>
                </c:pt>
                <c:pt idx="3370">
                  <c:v>8153.3862560854022</c:v>
                </c:pt>
                <c:pt idx="3371">
                  <c:v>8154.4869235417</c:v>
                </c:pt>
                <c:pt idx="3372">
                  <c:v>8155.6707061013058</c:v>
                </c:pt>
                <c:pt idx="3373">
                  <c:v>8156.4662086749149</c:v>
                </c:pt>
                <c:pt idx="3374">
                  <c:v>8157.9465025749596</c:v>
                </c:pt>
                <c:pt idx="3375">
                  <c:v>8158.7000089518961</c:v>
                </c:pt>
                <c:pt idx="3376">
                  <c:v>8160.559342929484</c:v>
                </c:pt>
                <c:pt idx="3377">
                  <c:v>8161.2902981851639</c:v>
                </c:pt>
                <c:pt idx="3378">
                  <c:v>8162.3139080134697</c:v>
                </c:pt>
                <c:pt idx="3379">
                  <c:v>8163.9129657953599</c:v>
                </c:pt>
                <c:pt idx="3380">
                  <c:v>8165.9718560770443</c:v>
                </c:pt>
                <c:pt idx="3381">
                  <c:v>8169.0427454332657</c:v>
                </c:pt>
                <c:pt idx="3382">
                  <c:v>8169.8723785634638</c:v>
                </c:pt>
                <c:pt idx="3383">
                  <c:v>8170.8142073394438</c:v>
                </c:pt>
                <c:pt idx="3384">
                  <c:v>8170.8728873379596</c:v>
                </c:pt>
                <c:pt idx="3385">
                  <c:v>8170.9358153794792</c:v>
                </c:pt>
                <c:pt idx="3386">
                  <c:v>8171.3101326960832</c:v>
                </c:pt>
                <c:pt idx="3387">
                  <c:v>8172.4910950289322</c:v>
                </c:pt>
                <c:pt idx="3388">
                  <c:v>8173.0307067705762</c:v>
                </c:pt>
                <c:pt idx="3389">
                  <c:v>8174.3222275723747</c:v>
                </c:pt>
                <c:pt idx="3390">
                  <c:v>8175.4350987699008</c:v>
                </c:pt>
                <c:pt idx="3391">
                  <c:v>8175.343706463811</c:v>
                </c:pt>
                <c:pt idx="3392">
                  <c:v>8175.4794172377788</c:v>
                </c:pt>
                <c:pt idx="3393">
                  <c:v>8175.9945710453876</c:v>
                </c:pt>
                <c:pt idx="3394">
                  <c:v>8175.9464827896318</c:v>
                </c:pt>
                <c:pt idx="3395">
                  <c:v>8176.3461017224145</c:v>
                </c:pt>
                <c:pt idx="3396">
                  <c:v>8176.5619702196564</c:v>
                </c:pt>
                <c:pt idx="3397">
                  <c:v>8176.5333359032038</c:v>
                </c:pt>
                <c:pt idx="3398">
                  <c:v>8176.528814761421</c:v>
                </c:pt>
                <c:pt idx="3399">
                  <c:v>8176.5481996412882</c:v>
                </c:pt>
                <c:pt idx="3400">
                  <c:v>8177.8819310543231</c:v>
                </c:pt>
                <c:pt idx="3401">
                  <c:v>8178.2166321087307</c:v>
                </c:pt>
                <c:pt idx="3402">
                  <c:v>8178.6986569941146</c:v>
                </c:pt>
                <c:pt idx="3403">
                  <c:v>8179.4889790243978</c:v>
                </c:pt>
                <c:pt idx="3404">
                  <c:v>8180.744503863255</c:v>
                </c:pt>
                <c:pt idx="3405">
                  <c:v>8180.6849333929904</c:v>
                </c:pt>
                <c:pt idx="3406">
                  <c:v>8180.6732440480009</c:v>
                </c:pt>
                <c:pt idx="3407">
                  <c:v>8180.8345017476258</c:v>
                </c:pt>
                <c:pt idx="3408">
                  <c:v>8182.7926141522039</c:v>
                </c:pt>
                <c:pt idx="3409">
                  <c:v>8183.6036380404603</c:v>
                </c:pt>
                <c:pt idx="3410">
                  <c:v>8184.1881797758051</c:v>
                </c:pt>
                <c:pt idx="3411">
                  <c:v>8185.2044490102871</c:v>
                </c:pt>
                <c:pt idx="3412">
                  <c:v>8185.297750880377</c:v>
                </c:pt>
                <c:pt idx="3413">
                  <c:v>8186.1374269408279</c:v>
                </c:pt>
                <c:pt idx="3414">
                  <c:v>8186.5919717442221</c:v>
                </c:pt>
                <c:pt idx="3415">
                  <c:v>8187.5815703280059</c:v>
                </c:pt>
                <c:pt idx="3416">
                  <c:v>8187.4928549292481</c:v>
                </c:pt>
                <c:pt idx="3417">
                  <c:v>8187.4781392435052</c:v>
                </c:pt>
                <c:pt idx="3418">
                  <c:v>8187.9419978219212</c:v>
                </c:pt>
                <c:pt idx="3419">
                  <c:v>8188.405689770957</c:v>
                </c:pt>
                <c:pt idx="3420">
                  <c:v>8188.8588006385007</c:v>
                </c:pt>
                <c:pt idx="3421">
                  <c:v>8189.49013949446</c:v>
                </c:pt>
                <c:pt idx="3422">
                  <c:v>8189.4420855601866</c:v>
                </c:pt>
                <c:pt idx="3423">
                  <c:v>8189.6825923344195</c:v>
                </c:pt>
                <c:pt idx="3424">
                  <c:v>8189.7377545059881</c:v>
                </c:pt>
                <c:pt idx="3425">
                  <c:v>8190.5020630646832</c:v>
                </c:pt>
                <c:pt idx="3426">
                  <c:v>8190.4517764418079</c:v>
                </c:pt>
                <c:pt idx="3427">
                  <c:v>8191.1833675666558</c:v>
                </c:pt>
                <c:pt idx="3428">
                  <c:v>8192.3970224957029</c:v>
                </c:pt>
                <c:pt idx="3429">
                  <c:v>8192.6089554328009</c:v>
                </c:pt>
                <c:pt idx="3430">
                  <c:v>8194.3440128842831</c:v>
                </c:pt>
                <c:pt idx="3431">
                  <c:v>8195.7810524160377</c:v>
                </c:pt>
                <c:pt idx="3432">
                  <c:v>8203.2944120938701</c:v>
                </c:pt>
                <c:pt idx="3433">
                  <c:v>8209.7635661258828</c:v>
                </c:pt>
                <c:pt idx="3434">
                  <c:v>8210.0144602519504</c:v>
                </c:pt>
                <c:pt idx="3435">
                  <c:v>8210.7549267911563</c:v>
                </c:pt>
                <c:pt idx="3436">
                  <c:v>8250.8786636757177</c:v>
                </c:pt>
                <c:pt idx="3437">
                  <c:v>8250.9892082061342</c:v>
                </c:pt>
                <c:pt idx="3438">
                  <c:v>8253.5755448071377</c:v>
                </c:pt>
                <c:pt idx="3439">
                  <c:v>8253.403800876511</c:v>
                </c:pt>
                <c:pt idx="3440">
                  <c:v>8254.3054439308471</c:v>
                </c:pt>
                <c:pt idx="3441">
                  <c:v>8256.1555712595127</c:v>
                </c:pt>
                <c:pt idx="3442">
                  <c:v>8256.7354899304337</c:v>
                </c:pt>
                <c:pt idx="3443">
                  <c:v>8256.9238271183203</c:v>
                </c:pt>
                <c:pt idx="3444">
                  <c:v>8257.1209618943485</c:v>
                </c:pt>
                <c:pt idx="3445">
                  <c:v>8257.8470796886177</c:v>
                </c:pt>
                <c:pt idx="3446">
                  <c:v>8259.8630838861955</c:v>
                </c:pt>
                <c:pt idx="3447">
                  <c:v>8260.1214899458591</c:v>
                </c:pt>
                <c:pt idx="3448">
                  <c:v>8260.0762746674136</c:v>
                </c:pt>
                <c:pt idx="3449">
                  <c:v>8260.3713004035271</c:v>
                </c:pt>
                <c:pt idx="3450">
                  <c:v>8260.4127040564163</c:v>
                </c:pt>
                <c:pt idx="3451">
                  <c:v>8260.4572766683668</c:v>
                </c:pt>
                <c:pt idx="3452">
                  <c:v>8261.516136335842</c:v>
                </c:pt>
                <c:pt idx="3453">
                  <c:v>8262.0898186369941</c:v>
                </c:pt>
                <c:pt idx="3454">
                  <c:v>8262.8276819377388</c:v>
                </c:pt>
                <c:pt idx="3455">
                  <c:v>8263.28258498383</c:v>
                </c:pt>
                <c:pt idx="3456">
                  <c:v>8263.5010486233423</c:v>
                </c:pt>
                <c:pt idx="3457">
                  <c:v>8263.666011810441</c:v>
                </c:pt>
                <c:pt idx="3458">
                  <c:v>8270.0085586592249</c:v>
                </c:pt>
                <c:pt idx="3459">
                  <c:v>8273.3463109186596</c:v>
                </c:pt>
                <c:pt idx="3460">
                  <c:v>8294.4189603436625</c:v>
                </c:pt>
                <c:pt idx="3461">
                  <c:v>8336.5836122325181</c:v>
                </c:pt>
                <c:pt idx="3462">
                  <c:v>8336.3296307237833</c:v>
                </c:pt>
                <c:pt idx="3463">
                  <c:v>8338.2122582374686</c:v>
                </c:pt>
                <c:pt idx="3464">
                  <c:v>8337.9703788416718</c:v>
                </c:pt>
                <c:pt idx="3465">
                  <c:v>8339.7604307442289</c:v>
                </c:pt>
                <c:pt idx="3466">
                  <c:v>8340.6726560606858</c:v>
                </c:pt>
                <c:pt idx="3467">
                  <c:v>8342.776882898399</c:v>
                </c:pt>
                <c:pt idx="3468">
                  <c:v>8343.0468992834467</c:v>
                </c:pt>
                <c:pt idx="3469">
                  <c:v>8343.7013117685583</c:v>
                </c:pt>
                <c:pt idx="3470">
                  <c:v>8343.8852379417222</c:v>
                </c:pt>
                <c:pt idx="3471">
                  <c:v>8344.0407622064649</c:v>
                </c:pt>
                <c:pt idx="3472">
                  <c:v>8344.0253266606705</c:v>
                </c:pt>
                <c:pt idx="3473">
                  <c:v>8344.2647746658276</c:v>
                </c:pt>
                <c:pt idx="3474">
                  <c:v>8344.4639045320837</c:v>
                </c:pt>
                <c:pt idx="3475">
                  <c:v>8345.3165944124394</c:v>
                </c:pt>
                <c:pt idx="3476">
                  <c:v>8345.7224712640673</c:v>
                </c:pt>
                <c:pt idx="3477">
                  <c:v>8346.6726816200571</c:v>
                </c:pt>
                <c:pt idx="3478">
                  <c:v>8347.185462566671</c:v>
                </c:pt>
                <c:pt idx="3479">
                  <c:v>8348.0034113530528</c:v>
                </c:pt>
                <c:pt idx="3480">
                  <c:v>8348.6069786490043</c:v>
                </c:pt>
                <c:pt idx="3481">
                  <c:v>8350.4380692599552</c:v>
                </c:pt>
                <c:pt idx="3482">
                  <c:v>8352.1189543394339</c:v>
                </c:pt>
                <c:pt idx="3483">
                  <c:v>8352.0549277427745</c:v>
                </c:pt>
                <c:pt idx="3484">
                  <c:v>8352.3068514050028</c:v>
                </c:pt>
                <c:pt idx="3485">
                  <c:v>8354.2471016687632</c:v>
                </c:pt>
                <c:pt idx="3486">
                  <c:v>8354.7614515921359</c:v>
                </c:pt>
                <c:pt idx="3487">
                  <c:v>8355.5361657536851</c:v>
                </c:pt>
                <c:pt idx="3488">
                  <c:v>8355.4708812470581</c:v>
                </c:pt>
                <c:pt idx="3489">
                  <c:v>8356.6885005364784</c:v>
                </c:pt>
                <c:pt idx="3490">
                  <c:v>8356.7225890476348</c:v>
                </c:pt>
                <c:pt idx="3491">
                  <c:v>8356.7191205783729</c:v>
                </c:pt>
                <c:pt idx="3492">
                  <c:v>8357.282741413288</c:v>
                </c:pt>
                <c:pt idx="3493">
                  <c:v>8357.4165324064143</c:v>
                </c:pt>
                <c:pt idx="3494">
                  <c:v>8357.3897552624294</c:v>
                </c:pt>
                <c:pt idx="3495">
                  <c:v>8357.7631033283724</c:v>
                </c:pt>
                <c:pt idx="3496">
                  <c:v>8358.1423217748616</c:v>
                </c:pt>
                <c:pt idx="3497">
                  <c:v>8358.095566689879</c:v>
                </c:pt>
                <c:pt idx="3498">
                  <c:v>8358.5359004924248</c:v>
                </c:pt>
                <c:pt idx="3499">
                  <c:v>8358.7587522344365</c:v>
                </c:pt>
                <c:pt idx="3500">
                  <c:v>8359.3917678138969</c:v>
                </c:pt>
                <c:pt idx="3501">
                  <c:v>8359.7563083482619</c:v>
                </c:pt>
                <c:pt idx="3502">
                  <c:v>8360.1719899294312</c:v>
                </c:pt>
                <c:pt idx="3503">
                  <c:v>8360.15323804117</c:v>
                </c:pt>
                <c:pt idx="3504">
                  <c:v>8360.1496796219471</c:v>
                </c:pt>
                <c:pt idx="3505">
                  <c:v>8360.190230098402</c:v>
                </c:pt>
                <c:pt idx="3506">
                  <c:v>8360.2550142240179</c:v>
                </c:pt>
                <c:pt idx="3507">
                  <c:v>8360.2512736701519</c:v>
                </c:pt>
                <c:pt idx="3508">
                  <c:v>8360.7669086872429</c:v>
                </c:pt>
                <c:pt idx="3509">
                  <c:v>8361.2071953698742</c:v>
                </c:pt>
                <c:pt idx="3510">
                  <c:v>8361.9391888206046</c:v>
                </c:pt>
                <c:pt idx="3511">
                  <c:v>8362.7107357360401</c:v>
                </c:pt>
                <c:pt idx="3512">
                  <c:v>8363.3936412956155</c:v>
                </c:pt>
                <c:pt idx="3513">
                  <c:v>8363.2968981268568</c:v>
                </c:pt>
                <c:pt idx="3514">
                  <c:v>8363.6383711270428</c:v>
                </c:pt>
                <c:pt idx="3515">
                  <c:v>8364.2221419228481</c:v>
                </c:pt>
                <c:pt idx="3516">
                  <c:v>8364.1519935837896</c:v>
                </c:pt>
                <c:pt idx="3517">
                  <c:v>8364.2157786640746</c:v>
                </c:pt>
                <c:pt idx="3518">
                  <c:v>8367.7851286732275</c:v>
                </c:pt>
                <c:pt idx="3519">
                  <c:v>8368.7976468549514</c:v>
                </c:pt>
                <c:pt idx="3520">
                  <c:v>8368.6021036199836</c:v>
                </c:pt>
                <c:pt idx="3521">
                  <c:v>8369.6086638541456</c:v>
                </c:pt>
                <c:pt idx="3522">
                  <c:v>8370.6767086666605</c:v>
                </c:pt>
                <c:pt idx="3523">
                  <c:v>8373.6803565903301</c:v>
                </c:pt>
                <c:pt idx="3524">
                  <c:v>8376.8604195906883</c:v>
                </c:pt>
                <c:pt idx="3525">
                  <c:v>8377.2035468256036</c:v>
                </c:pt>
                <c:pt idx="3526">
                  <c:v>8377.1874623645635</c:v>
                </c:pt>
                <c:pt idx="3527">
                  <c:v>8377.4814555205849</c:v>
                </c:pt>
                <c:pt idx="3528">
                  <c:v>8377.6234030067135</c:v>
                </c:pt>
                <c:pt idx="3529">
                  <c:v>8380.5649769403572</c:v>
                </c:pt>
                <c:pt idx="3530">
                  <c:v>8380.4626311327065</c:v>
                </c:pt>
                <c:pt idx="3531">
                  <c:v>8380.4417432419705</c:v>
                </c:pt>
                <c:pt idx="3532">
                  <c:v>8380.4344409595178</c:v>
                </c:pt>
                <c:pt idx="3533">
                  <c:v>8380.4328982194238</c:v>
                </c:pt>
                <c:pt idx="3534">
                  <c:v>8381.3981894212939</c:v>
                </c:pt>
                <c:pt idx="3535">
                  <c:v>8381.9705128733549</c:v>
                </c:pt>
                <c:pt idx="3536">
                  <c:v>8384.4258755954834</c:v>
                </c:pt>
                <c:pt idx="3537">
                  <c:v>8386.805722111927</c:v>
                </c:pt>
                <c:pt idx="3538">
                  <c:v>8388.0946806034081</c:v>
                </c:pt>
                <c:pt idx="3539">
                  <c:v>8392.393606727308</c:v>
                </c:pt>
                <c:pt idx="3540">
                  <c:v>8393.4530812133798</c:v>
                </c:pt>
                <c:pt idx="3541">
                  <c:v>8402.1533223871957</c:v>
                </c:pt>
                <c:pt idx="3542">
                  <c:v>8403.7499541532907</c:v>
                </c:pt>
                <c:pt idx="3543">
                  <c:v>8413.1357507198736</c:v>
                </c:pt>
                <c:pt idx="3544">
                  <c:v>8413.0223165791049</c:v>
                </c:pt>
                <c:pt idx="3545">
                  <c:v>8413.6513572793901</c:v>
                </c:pt>
                <c:pt idx="3546">
                  <c:v>8414.9093197467791</c:v>
                </c:pt>
                <c:pt idx="3547">
                  <c:v>8418.8313341719077</c:v>
                </c:pt>
                <c:pt idx="3548">
                  <c:v>8419.3211461246792</c:v>
                </c:pt>
                <c:pt idx="3549">
                  <c:v>8419.8523230529627</c:v>
                </c:pt>
                <c:pt idx="3550">
                  <c:v>8419.8741866569217</c:v>
                </c:pt>
                <c:pt idx="3551">
                  <c:v>8419.8687387568025</c:v>
                </c:pt>
                <c:pt idx="3552">
                  <c:v>8419.9096473018417</c:v>
                </c:pt>
                <c:pt idx="3553">
                  <c:v>8420.5404325031213</c:v>
                </c:pt>
                <c:pt idx="3554">
                  <c:v>8420.6494744268839</c:v>
                </c:pt>
                <c:pt idx="3555">
                  <c:v>8421.0575732480102</c:v>
                </c:pt>
                <c:pt idx="3556">
                  <c:v>8421.4817047208871</c:v>
                </c:pt>
                <c:pt idx="3557">
                  <c:v>8421.4466637693877</c:v>
                </c:pt>
                <c:pt idx="3558">
                  <c:v>8421.96006593733</c:v>
                </c:pt>
                <c:pt idx="3559">
                  <c:v>8422.6495682909517</c:v>
                </c:pt>
                <c:pt idx="3560">
                  <c:v>8423.3335896848457</c:v>
                </c:pt>
                <c:pt idx="3561">
                  <c:v>8423.2359849769546</c:v>
                </c:pt>
                <c:pt idx="3562">
                  <c:v>8425.8299861982778</c:v>
                </c:pt>
                <c:pt idx="3563">
                  <c:v>8432.0882952441279</c:v>
                </c:pt>
                <c:pt idx="3564">
                  <c:v>8433.6325141280904</c:v>
                </c:pt>
                <c:pt idx="3565">
                  <c:v>8433.3695249082812</c:v>
                </c:pt>
                <c:pt idx="3566">
                  <c:v>8433.7568974971309</c:v>
                </c:pt>
                <c:pt idx="3567">
                  <c:v>8434.0043643309928</c:v>
                </c:pt>
                <c:pt idx="3568">
                  <c:v>8434.013420737354</c:v>
                </c:pt>
                <c:pt idx="3569">
                  <c:v>8435.1069178989892</c:v>
                </c:pt>
                <c:pt idx="3570">
                  <c:v>8436.401823778393</c:v>
                </c:pt>
                <c:pt idx="3571">
                  <c:v>8440.2341093077594</c:v>
                </c:pt>
                <c:pt idx="3572">
                  <c:v>8440.6157893453346</c:v>
                </c:pt>
                <c:pt idx="3573">
                  <c:v>8441.2626256003114</c:v>
                </c:pt>
                <c:pt idx="3574">
                  <c:v>8441.2254136797819</c:v>
                </c:pt>
                <c:pt idx="3575">
                  <c:v>8441.2210398829338</c:v>
                </c:pt>
                <c:pt idx="3576">
                  <c:v>8441.2195510710062</c:v>
                </c:pt>
                <c:pt idx="3577">
                  <c:v>8441.6166362451731</c:v>
                </c:pt>
                <c:pt idx="3578">
                  <c:v>8442.2889432203974</c:v>
                </c:pt>
                <c:pt idx="3579">
                  <c:v>8443.4086996748356</c:v>
                </c:pt>
                <c:pt idx="3580">
                  <c:v>8443.3701471658242</c:v>
                </c:pt>
                <c:pt idx="3581">
                  <c:v>8445.3951365127268</c:v>
                </c:pt>
                <c:pt idx="3582">
                  <c:v>8447.577538526717</c:v>
                </c:pt>
                <c:pt idx="3583">
                  <c:v>8454.6689405256384</c:v>
                </c:pt>
                <c:pt idx="3584">
                  <c:v>8466.1997712559023</c:v>
                </c:pt>
                <c:pt idx="3585">
                  <c:v>8468.0390815561204</c:v>
                </c:pt>
                <c:pt idx="3586">
                  <c:v>8488.1190225312512</c:v>
                </c:pt>
                <c:pt idx="3587">
                  <c:v>8489.5064425660821</c:v>
                </c:pt>
                <c:pt idx="3588">
                  <c:v>8490.0944795826745</c:v>
                </c:pt>
                <c:pt idx="3589">
                  <c:v>8493.5666434648283</c:v>
                </c:pt>
                <c:pt idx="3590">
                  <c:v>8494.2619836652339</c:v>
                </c:pt>
                <c:pt idx="3591">
                  <c:v>8494.2870766825545</c:v>
                </c:pt>
                <c:pt idx="3592">
                  <c:v>8507.2260950413256</c:v>
                </c:pt>
                <c:pt idx="3593">
                  <c:v>8512.998039672786</c:v>
                </c:pt>
                <c:pt idx="3594">
                  <c:v>8514.2060159827452</c:v>
                </c:pt>
                <c:pt idx="3595">
                  <c:v>8518.4056398976863</c:v>
                </c:pt>
                <c:pt idx="3596">
                  <c:v>8518.0935734229588</c:v>
                </c:pt>
                <c:pt idx="3597">
                  <c:v>8518.1515729409821</c:v>
                </c:pt>
                <c:pt idx="3598">
                  <c:v>8518.2011274781398</c:v>
                </c:pt>
                <c:pt idx="3599">
                  <c:v>8518.1962657955428</c:v>
                </c:pt>
                <c:pt idx="3600">
                  <c:v>8518.4695041394425</c:v>
                </c:pt>
                <c:pt idx="3601">
                  <c:v>8518.7106375220792</c:v>
                </c:pt>
                <c:pt idx="3602">
                  <c:v>8518.8008289748923</c:v>
                </c:pt>
                <c:pt idx="3603">
                  <c:v>8518.7950571065867</c:v>
                </c:pt>
                <c:pt idx="3604">
                  <c:v>8518.7991893665512</c:v>
                </c:pt>
                <c:pt idx="3605">
                  <c:v>8520.1912177710929</c:v>
                </c:pt>
                <c:pt idx="3606">
                  <c:v>8520.64105416243</c:v>
                </c:pt>
                <c:pt idx="3607">
                  <c:v>8521.5445974773065</c:v>
                </c:pt>
                <c:pt idx="3608">
                  <c:v>8525.2593814590236</c:v>
                </c:pt>
                <c:pt idx="3609">
                  <c:v>8530.5702021570323</c:v>
                </c:pt>
                <c:pt idx="3610">
                  <c:v>8531.3286578668612</c:v>
                </c:pt>
                <c:pt idx="3611">
                  <c:v>8534.7465467536367</c:v>
                </c:pt>
                <c:pt idx="3612">
                  <c:v>8561.129955722492</c:v>
                </c:pt>
                <c:pt idx="3613">
                  <c:v>8566.0607893799461</c:v>
                </c:pt>
                <c:pt idx="3614">
                  <c:v>8565.9198163727397</c:v>
                </c:pt>
                <c:pt idx="3615">
                  <c:v>8566.3584220351058</c:v>
                </c:pt>
                <c:pt idx="3616">
                  <c:v>8566.3271004939725</c:v>
                </c:pt>
                <c:pt idx="3617">
                  <c:v>8566.8645387209726</c:v>
                </c:pt>
                <c:pt idx="3618">
                  <c:v>8567.4848962850101</c:v>
                </c:pt>
                <c:pt idx="3619">
                  <c:v>8570.1181480473897</c:v>
                </c:pt>
                <c:pt idx="3620">
                  <c:v>8570.6103544419148</c:v>
                </c:pt>
                <c:pt idx="3621">
                  <c:v>8570.6411669399022</c:v>
                </c:pt>
                <c:pt idx="3622">
                  <c:v>8570.6430875954356</c:v>
                </c:pt>
                <c:pt idx="3623">
                  <c:v>8570.7279859552309</c:v>
                </c:pt>
                <c:pt idx="3624">
                  <c:v>8570.7468929495699</c:v>
                </c:pt>
                <c:pt idx="3625">
                  <c:v>8570.786174164723</c:v>
                </c:pt>
                <c:pt idx="3626">
                  <c:v>8570.8287132636069</c:v>
                </c:pt>
                <c:pt idx="3627">
                  <c:v>8570.8258227574188</c:v>
                </c:pt>
                <c:pt idx="3628">
                  <c:v>8571.6591361564642</c:v>
                </c:pt>
                <c:pt idx="3629">
                  <c:v>8573.191168645817</c:v>
                </c:pt>
                <c:pt idx="3630">
                  <c:v>8576.2218777402286</c:v>
                </c:pt>
                <c:pt idx="3631">
                  <c:v>8579.042119404754</c:v>
                </c:pt>
                <c:pt idx="3632">
                  <c:v>8579.7919986887118</c:v>
                </c:pt>
                <c:pt idx="3633">
                  <c:v>8579.6603405114147</c:v>
                </c:pt>
                <c:pt idx="3634">
                  <c:v>8591.2747904198241</c:v>
                </c:pt>
                <c:pt idx="3635">
                  <c:v>8594.7025780623298</c:v>
                </c:pt>
                <c:pt idx="3636">
                  <c:v>8597.0501473452896</c:v>
                </c:pt>
                <c:pt idx="3637">
                  <c:v>8596.8119500918201</c:v>
                </c:pt>
                <c:pt idx="3638">
                  <c:v>8596.7740097226524</c:v>
                </c:pt>
                <c:pt idx="3639">
                  <c:v>8596.7948054195167</c:v>
                </c:pt>
                <c:pt idx="3640">
                  <c:v>8596.7948054195167</c:v>
                </c:pt>
                <c:pt idx="3641">
                  <c:v>8596.7948054195167</c:v>
                </c:pt>
                <c:pt idx="3642">
                  <c:v>8596.9922573020667</c:v>
                </c:pt>
                <c:pt idx="3643">
                  <c:v>8597.1794033046681</c:v>
                </c:pt>
                <c:pt idx="3644">
                  <c:v>8597.1683189516789</c:v>
                </c:pt>
                <c:pt idx="3645">
                  <c:v>8601.7529290946077</c:v>
                </c:pt>
                <c:pt idx="3646">
                  <c:v>8601.6305597607025</c:v>
                </c:pt>
                <c:pt idx="3647">
                  <c:v>8601.7873052496234</c:v>
                </c:pt>
                <c:pt idx="3648">
                  <c:v>8603.9499025834448</c:v>
                </c:pt>
                <c:pt idx="3649">
                  <c:v>8604.2698643003296</c:v>
                </c:pt>
                <c:pt idx="3650">
                  <c:v>8605.2803929652</c:v>
                </c:pt>
                <c:pt idx="3651">
                  <c:v>8605.3944075787513</c:v>
                </c:pt>
                <c:pt idx="3652">
                  <c:v>8605.4115522784705</c:v>
                </c:pt>
                <c:pt idx="3653">
                  <c:v>8605.6192816336879</c:v>
                </c:pt>
                <c:pt idx="3654">
                  <c:v>8605.9067486610093</c:v>
                </c:pt>
                <c:pt idx="3655">
                  <c:v>8608.0520756357073</c:v>
                </c:pt>
                <c:pt idx="3656">
                  <c:v>8607.8469927353653</c:v>
                </c:pt>
                <c:pt idx="3657">
                  <c:v>8607.8100979613955</c:v>
                </c:pt>
                <c:pt idx="3658">
                  <c:v>8607.8997248956002</c:v>
                </c:pt>
                <c:pt idx="3659">
                  <c:v>8607.9587384446513</c:v>
                </c:pt>
                <c:pt idx="3660">
                  <c:v>8607.9416755775583</c:v>
                </c:pt>
                <c:pt idx="3661">
                  <c:v>8607.938219862901</c:v>
                </c:pt>
                <c:pt idx="3662">
                  <c:v>8607.9992959325518</c:v>
                </c:pt>
                <c:pt idx="3663">
                  <c:v>8607.9989200043947</c:v>
                </c:pt>
                <c:pt idx="3664">
                  <c:v>8608.3084273370332</c:v>
                </c:pt>
                <c:pt idx="3665">
                  <c:v>8608.2908661482033</c:v>
                </c:pt>
                <c:pt idx="3666">
                  <c:v>8608.2873454006694</c:v>
                </c:pt>
                <c:pt idx="3667">
                  <c:v>8608.286461692489</c:v>
                </c:pt>
                <c:pt idx="3668">
                  <c:v>8608.4438104615183</c:v>
                </c:pt>
                <c:pt idx="3669">
                  <c:v>8610.3675426958143</c:v>
                </c:pt>
                <c:pt idx="3670">
                  <c:v>8610.8799356241634</c:v>
                </c:pt>
                <c:pt idx="3671">
                  <c:v>8611.3828352374476</c:v>
                </c:pt>
                <c:pt idx="3672">
                  <c:v>8611.9191459861704</c:v>
                </c:pt>
                <c:pt idx="3673">
                  <c:v>8612.4872571561591</c:v>
                </c:pt>
                <c:pt idx="3674">
                  <c:v>8612.960077101452</c:v>
                </c:pt>
                <c:pt idx="3675">
                  <c:v>8613.6440528293515</c:v>
                </c:pt>
                <c:pt idx="3676">
                  <c:v>8614.9669780179356</c:v>
                </c:pt>
                <c:pt idx="3677">
                  <c:v>8615.6890325804834</c:v>
                </c:pt>
                <c:pt idx="3678">
                  <c:v>8616.8768250107587</c:v>
                </c:pt>
                <c:pt idx="3679">
                  <c:v>8617.3346570699377</c:v>
                </c:pt>
                <c:pt idx="3680">
                  <c:v>8618.0160425910599</c:v>
                </c:pt>
                <c:pt idx="3681">
                  <c:v>8618.5006072509022</c:v>
                </c:pt>
                <c:pt idx="3682">
                  <c:v>8618.4215456397123</c:v>
                </c:pt>
                <c:pt idx="3683">
                  <c:v>8618.5844197436909</c:v>
                </c:pt>
                <c:pt idx="3684">
                  <c:v>8618.5579773762256</c:v>
                </c:pt>
                <c:pt idx="3685">
                  <c:v>8618.5526404747889</c:v>
                </c:pt>
                <c:pt idx="3686">
                  <c:v>8618.5823465232752</c:v>
                </c:pt>
                <c:pt idx="3687">
                  <c:v>8618.5778966104081</c:v>
                </c:pt>
                <c:pt idx="3688">
                  <c:v>8618.6665585464743</c:v>
                </c:pt>
                <c:pt idx="3689">
                  <c:v>8618.6528501435205</c:v>
                </c:pt>
                <c:pt idx="3690">
                  <c:v>8618.6501007317966</c:v>
                </c:pt>
                <c:pt idx="3691">
                  <c:v>8620.015090585277</c:v>
                </c:pt>
                <c:pt idx="3692">
                  <c:v>8620.1502252170849</c:v>
                </c:pt>
                <c:pt idx="3693">
                  <c:v>8620.8360729264459</c:v>
                </c:pt>
                <c:pt idx="3694">
                  <c:v>8620.8078554155072</c:v>
                </c:pt>
                <c:pt idx="3695">
                  <c:v>8620.8866523501783</c:v>
                </c:pt>
                <c:pt idx="3696">
                  <c:v>8624.0962763511743</c:v>
                </c:pt>
                <c:pt idx="3697">
                  <c:v>8626.4827827224235</c:v>
                </c:pt>
                <c:pt idx="3698">
                  <c:v>8627.3797941175908</c:v>
                </c:pt>
                <c:pt idx="3699">
                  <c:v>8628.3116209339878</c:v>
                </c:pt>
                <c:pt idx="3700">
                  <c:v>8629.9214067701814</c:v>
                </c:pt>
                <c:pt idx="3701">
                  <c:v>8630.1158290385447</c:v>
                </c:pt>
                <c:pt idx="3702">
                  <c:v>8630.4830174661292</c:v>
                </c:pt>
                <c:pt idx="3703">
                  <c:v>8631.0381477085903</c:v>
                </c:pt>
                <c:pt idx="3704">
                  <c:v>8632.3362231951505</c:v>
                </c:pt>
                <c:pt idx="3705">
                  <c:v>8632.2039249554946</c:v>
                </c:pt>
                <c:pt idx="3706">
                  <c:v>8632.4753338846276</c:v>
                </c:pt>
                <c:pt idx="3707">
                  <c:v>8643.1011012492618</c:v>
                </c:pt>
                <c:pt idx="3708">
                  <c:v>8642.4803446440092</c:v>
                </c:pt>
                <c:pt idx="3709">
                  <c:v>8645.5279662113971</c:v>
                </c:pt>
                <c:pt idx="3710">
                  <c:v>8645.3381571568952</c:v>
                </c:pt>
                <c:pt idx="3711">
                  <c:v>8645.3416936520225</c:v>
                </c:pt>
                <c:pt idx="3712">
                  <c:v>8645.4206509521027</c:v>
                </c:pt>
                <c:pt idx="3713">
                  <c:v>8647.3117008598474</c:v>
                </c:pt>
                <c:pt idx="3714">
                  <c:v>8648.3418843170111</c:v>
                </c:pt>
                <c:pt idx="3715">
                  <c:v>8649.0686535968034</c:v>
                </c:pt>
                <c:pt idx="3716">
                  <c:v>8649.8350694120854</c:v>
                </c:pt>
                <c:pt idx="3717">
                  <c:v>8649.781032603516</c:v>
                </c:pt>
                <c:pt idx="3718">
                  <c:v>8649.7820555017952</c:v>
                </c:pt>
                <c:pt idx="3719">
                  <c:v>8650.8090007812734</c:v>
                </c:pt>
                <c:pt idx="3720">
                  <c:v>8652.3818487004573</c:v>
                </c:pt>
                <c:pt idx="3721">
                  <c:v>8652.6891701305485</c:v>
                </c:pt>
                <c:pt idx="3722">
                  <c:v>8652.9219050211941</c:v>
                </c:pt>
                <c:pt idx="3723">
                  <c:v>8653.6585278616585</c:v>
                </c:pt>
                <c:pt idx="3724">
                  <c:v>8653.8486880237597</c:v>
                </c:pt>
                <c:pt idx="3725">
                  <c:v>8657.5079954646626</c:v>
                </c:pt>
                <c:pt idx="3726">
                  <c:v>8658.4256832925603</c:v>
                </c:pt>
                <c:pt idx="3727">
                  <c:v>8659.2855590083891</c:v>
                </c:pt>
                <c:pt idx="3728">
                  <c:v>8659.2788734540809</c:v>
                </c:pt>
                <c:pt idx="3729">
                  <c:v>8659.247496816437</c:v>
                </c:pt>
                <c:pt idx="3730">
                  <c:v>8662.1138449573755</c:v>
                </c:pt>
                <c:pt idx="3731">
                  <c:v>8661.8384138293713</c:v>
                </c:pt>
                <c:pt idx="3732">
                  <c:v>8662.3877545041923</c:v>
                </c:pt>
                <c:pt idx="3733">
                  <c:v>8662.3003646579145</c:v>
                </c:pt>
                <c:pt idx="3734">
                  <c:v>8662.3835825785081</c:v>
                </c:pt>
                <c:pt idx="3735">
                  <c:v>8662.6168429690824</c:v>
                </c:pt>
                <c:pt idx="3736">
                  <c:v>8662.7591328400376</c:v>
                </c:pt>
                <c:pt idx="3737">
                  <c:v>8663.2756759743643</c:v>
                </c:pt>
                <c:pt idx="3738">
                  <c:v>8663.5226726682195</c:v>
                </c:pt>
                <c:pt idx="3739">
                  <c:v>8664.2640889219456</c:v>
                </c:pt>
                <c:pt idx="3740">
                  <c:v>8664.2144043604712</c:v>
                </c:pt>
                <c:pt idx="3741">
                  <c:v>8664.4739020967227</c:v>
                </c:pt>
                <c:pt idx="3742">
                  <c:v>8665.9729874748191</c:v>
                </c:pt>
                <c:pt idx="3743">
                  <c:v>8666.4782616878492</c:v>
                </c:pt>
                <c:pt idx="3744">
                  <c:v>8666.5390792035305</c:v>
                </c:pt>
                <c:pt idx="3745">
                  <c:v>8667.2883488703792</c:v>
                </c:pt>
                <c:pt idx="3746">
                  <c:v>8667.4927428821047</c:v>
                </c:pt>
                <c:pt idx="3747">
                  <c:v>8667.7357427646293</c:v>
                </c:pt>
                <c:pt idx="3748">
                  <c:v>8668.6526250490715</c:v>
                </c:pt>
                <c:pt idx="3749">
                  <c:v>8669.3610379734309</c:v>
                </c:pt>
                <c:pt idx="3750">
                  <c:v>8669.6876430874727</c:v>
                </c:pt>
                <c:pt idx="3751">
                  <c:v>8670.483198817652</c:v>
                </c:pt>
                <c:pt idx="3752">
                  <c:v>8671.2501037051188</c:v>
                </c:pt>
                <c:pt idx="3753">
                  <c:v>8671.8284982685782</c:v>
                </c:pt>
                <c:pt idx="3754">
                  <c:v>8672.5013554849593</c:v>
                </c:pt>
                <c:pt idx="3755">
                  <c:v>8672.4268797445748</c:v>
                </c:pt>
                <c:pt idx="3756">
                  <c:v>8672.490839107777</c:v>
                </c:pt>
                <c:pt idx="3757">
                  <c:v>8672.5822779547179</c:v>
                </c:pt>
                <c:pt idx="3758">
                  <c:v>8672.5566411399377</c:v>
                </c:pt>
                <c:pt idx="3759">
                  <c:v>8677.8100006695076</c:v>
                </c:pt>
                <c:pt idx="3760">
                  <c:v>8677.4397013075049</c:v>
                </c:pt>
                <c:pt idx="3761">
                  <c:v>8677.8442384098289</c:v>
                </c:pt>
                <c:pt idx="3762">
                  <c:v>8679.016890988989</c:v>
                </c:pt>
                <c:pt idx="3763">
                  <c:v>8680.3161105912441</c:v>
                </c:pt>
                <c:pt idx="3764">
                  <c:v>8680.59788756337</c:v>
                </c:pt>
                <c:pt idx="3765">
                  <c:v>8681.7606669533197</c:v>
                </c:pt>
                <c:pt idx="3766">
                  <c:v>8682.5249921789873</c:v>
                </c:pt>
                <c:pt idx="3767">
                  <c:v>8682.773444342758</c:v>
                </c:pt>
                <c:pt idx="3768">
                  <c:v>8683.0769801673796</c:v>
                </c:pt>
                <c:pt idx="3769">
                  <c:v>8683.3551952394846</c:v>
                </c:pt>
                <c:pt idx="3770">
                  <c:v>8683.7998293902674</c:v>
                </c:pt>
                <c:pt idx="3771">
                  <c:v>8684.8378482541102</c:v>
                </c:pt>
                <c:pt idx="3772">
                  <c:v>8685.4173437879745</c:v>
                </c:pt>
                <c:pt idx="3773">
                  <c:v>8687.6981219186655</c:v>
                </c:pt>
                <c:pt idx="3774">
                  <c:v>8688.1465822462069</c:v>
                </c:pt>
                <c:pt idx="3775">
                  <c:v>8689.8778602133789</c:v>
                </c:pt>
                <c:pt idx="3776">
                  <c:v>8691.6535468293623</c:v>
                </c:pt>
                <c:pt idx="3777">
                  <c:v>8693.2206426857283</c:v>
                </c:pt>
                <c:pt idx="3778">
                  <c:v>8694.0894052810381</c:v>
                </c:pt>
                <c:pt idx="3779">
                  <c:v>8695.322780345572</c:v>
                </c:pt>
                <c:pt idx="3780">
                  <c:v>8696.0321108723965</c:v>
                </c:pt>
                <c:pt idx="3781">
                  <c:v>8695.9332085469541</c:v>
                </c:pt>
                <c:pt idx="3782">
                  <c:v>8696.1318736464</c:v>
                </c:pt>
                <c:pt idx="3783">
                  <c:v>8696.0962445903369</c:v>
                </c:pt>
                <c:pt idx="3784">
                  <c:v>8696.8722716433094</c:v>
                </c:pt>
                <c:pt idx="3785">
                  <c:v>8697.3202084979257</c:v>
                </c:pt>
                <c:pt idx="3786">
                  <c:v>8697.4811141391201</c:v>
                </c:pt>
                <c:pt idx="3787">
                  <c:v>8698.4524672056014</c:v>
                </c:pt>
                <c:pt idx="3788">
                  <c:v>8699.5502067490233</c:v>
                </c:pt>
                <c:pt idx="3789">
                  <c:v>8700.2506051263299</c:v>
                </c:pt>
                <c:pt idx="3790">
                  <c:v>8700.4255501757598</c:v>
                </c:pt>
                <c:pt idx="3791">
                  <c:v>8700.4177878620685</c:v>
                </c:pt>
                <c:pt idx="3792">
                  <c:v>8700.4794648834613</c:v>
                </c:pt>
                <c:pt idx="3793">
                  <c:v>8700.5828829246184</c:v>
                </c:pt>
                <c:pt idx="3794">
                  <c:v>8700.7019896399361</c:v>
                </c:pt>
                <c:pt idx="3795">
                  <c:v>8703.2746789750563</c:v>
                </c:pt>
                <c:pt idx="3796">
                  <c:v>8703.1405177126617</c:v>
                </c:pt>
                <c:pt idx="3797">
                  <c:v>8703.7335684757254</c:v>
                </c:pt>
                <c:pt idx="3798">
                  <c:v>8705.2359719983633</c:v>
                </c:pt>
                <c:pt idx="3799">
                  <c:v>8705.1525699917038</c:v>
                </c:pt>
                <c:pt idx="3800">
                  <c:v>8705.9504563493574</c:v>
                </c:pt>
                <c:pt idx="3801">
                  <c:v>8706.1044812665023</c:v>
                </c:pt>
                <c:pt idx="3802">
                  <c:v>8711.9604086759064</c:v>
                </c:pt>
                <c:pt idx="3803">
                  <c:v>8711.4924293124495</c:v>
                </c:pt>
                <c:pt idx="3804">
                  <c:v>8711.3688013096689</c:v>
                </c:pt>
                <c:pt idx="3805">
                  <c:v>8711.3432680235728</c:v>
                </c:pt>
                <c:pt idx="3806">
                  <c:v>8711.359817136994</c:v>
                </c:pt>
                <c:pt idx="3807">
                  <c:v>8711.4972179050765</c:v>
                </c:pt>
                <c:pt idx="3808">
                  <c:v>8711.5444716945149</c:v>
                </c:pt>
                <c:pt idx="3809">
                  <c:v>8712.7090427490657</c:v>
                </c:pt>
                <c:pt idx="3810">
                  <c:v>8713.8276845584351</c:v>
                </c:pt>
                <c:pt idx="3811">
                  <c:v>8715.1203479923079</c:v>
                </c:pt>
                <c:pt idx="3812">
                  <c:v>8715.0269712175741</c:v>
                </c:pt>
                <c:pt idx="3813">
                  <c:v>8715.9447532522645</c:v>
                </c:pt>
                <c:pt idx="3814">
                  <c:v>8716.1518013785426</c:v>
                </c:pt>
                <c:pt idx="3815">
                  <c:v>8716.4557429619308</c:v>
                </c:pt>
                <c:pt idx="3816">
                  <c:v>8716.7761311167906</c:v>
                </c:pt>
                <c:pt idx="3817">
                  <c:v>8716.7695084131756</c:v>
                </c:pt>
                <c:pt idx="3818">
                  <c:v>8716.767383426366</c:v>
                </c:pt>
                <c:pt idx="3819">
                  <c:v>8717.3661939940284</c:v>
                </c:pt>
                <c:pt idx="3820">
                  <c:v>8719.5856533982023</c:v>
                </c:pt>
                <c:pt idx="3821">
                  <c:v>8721.6155244586898</c:v>
                </c:pt>
                <c:pt idx="3822">
                  <c:v>8722.9027272193398</c:v>
                </c:pt>
                <c:pt idx="3823">
                  <c:v>8723.6559137147015</c:v>
                </c:pt>
                <c:pt idx="3824">
                  <c:v>8724.6962387848998</c:v>
                </c:pt>
                <c:pt idx="3825">
                  <c:v>8725.2589432840523</c:v>
                </c:pt>
                <c:pt idx="3826">
                  <c:v>8725.1445007756993</c:v>
                </c:pt>
                <c:pt idx="3827">
                  <c:v>8730.2290480423162</c:v>
                </c:pt>
                <c:pt idx="3828">
                  <c:v>8747.1485464264169</c:v>
                </c:pt>
                <c:pt idx="3829">
                  <c:v>8746.2304489334547</c:v>
                </c:pt>
                <c:pt idx="3830">
                  <c:v>8746.1285134947921</c:v>
                </c:pt>
                <c:pt idx="3831">
                  <c:v>8750.6659930000478</c:v>
                </c:pt>
                <c:pt idx="3832">
                  <c:v>8750.9292570206744</c:v>
                </c:pt>
                <c:pt idx="3833">
                  <c:v>8750.8365050948705</c:v>
                </c:pt>
                <c:pt idx="3834">
                  <c:v>8750.8181329274303</c:v>
                </c:pt>
                <c:pt idx="3835">
                  <c:v>8751.171867479492</c:v>
                </c:pt>
                <c:pt idx="3836">
                  <c:v>8752.7093725827963</c:v>
                </c:pt>
                <c:pt idx="3837">
                  <c:v>8753.8552590338641</c:v>
                </c:pt>
                <c:pt idx="3838">
                  <c:v>8753.9172723982301</c:v>
                </c:pt>
                <c:pt idx="3839">
                  <c:v>8753.9027789947595</c:v>
                </c:pt>
                <c:pt idx="3840">
                  <c:v>8754.8033394974846</c:v>
                </c:pt>
                <c:pt idx="3841">
                  <c:v>8755.8235965480417</c:v>
                </c:pt>
                <c:pt idx="3842">
                  <c:v>8756.828897520074</c:v>
                </c:pt>
                <c:pt idx="3843">
                  <c:v>8758.4738617511612</c:v>
                </c:pt>
                <c:pt idx="3844">
                  <c:v>8758.7668402594518</c:v>
                </c:pt>
                <c:pt idx="3845">
                  <c:v>8760.3992114141111</c:v>
                </c:pt>
                <c:pt idx="3846">
                  <c:v>8761.0182051081811</c:v>
                </c:pt>
                <c:pt idx="3847">
                  <c:v>8761.112560658552</c:v>
                </c:pt>
                <c:pt idx="3848">
                  <c:v>8761.0727002212461</c:v>
                </c:pt>
                <c:pt idx="3849">
                  <c:v>8761.1971693357209</c:v>
                </c:pt>
                <c:pt idx="3850">
                  <c:v>8761.2297229172127</c:v>
                </c:pt>
                <c:pt idx="3851">
                  <c:v>8761.2227842640314</c:v>
                </c:pt>
                <c:pt idx="3852">
                  <c:v>8761.2213239954544</c:v>
                </c:pt>
                <c:pt idx="3853">
                  <c:v>8761.6736019768032</c:v>
                </c:pt>
                <c:pt idx="3854">
                  <c:v>8761.6425096502371</c:v>
                </c:pt>
                <c:pt idx="3855">
                  <c:v>8761.635968029479</c:v>
                </c:pt>
                <c:pt idx="3856">
                  <c:v>8761.7157003685097</c:v>
                </c:pt>
                <c:pt idx="3857">
                  <c:v>8761.9333434974706</c:v>
                </c:pt>
                <c:pt idx="3858">
                  <c:v>8761.9112658033009</c:v>
                </c:pt>
                <c:pt idx="3859">
                  <c:v>8761.9255753197813</c:v>
                </c:pt>
                <c:pt idx="3860">
                  <c:v>8762.7447190295916</c:v>
                </c:pt>
                <c:pt idx="3861">
                  <c:v>8763.3044749127184</c:v>
                </c:pt>
                <c:pt idx="3862">
                  <c:v>8763.6295901364629</c:v>
                </c:pt>
                <c:pt idx="3863">
                  <c:v>8763.636687618553</c:v>
                </c:pt>
                <c:pt idx="3864">
                  <c:v>8764.6621414522324</c:v>
                </c:pt>
                <c:pt idx="3865">
                  <c:v>8764.7929074134699</c:v>
                </c:pt>
                <c:pt idx="3866">
                  <c:v>8765.0421264023389</c:v>
                </c:pt>
                <c:pt idx="3867">
                  <c:v>8765.3859543549843</c:v>
                </c:pt>
                <c:pt idx="3868">
                  <c:v>8765.5216797144803</c:v>
                </c:pt>
                <c:pt idx="3869">
                  <c:v>8767.6200144719423</c:v>
                </c:pt>
                <c:pt idx="3870">
                  <c:v>8768.7066476015189</c:v>
                </c:pt>
                <c:pt idx="3871">
                  <c:v>8771.6193799323901</c:v>
                </c:pt>
                <c:pt idx="3872">
                  <c:v>8771.5794534175875</c:v>
                </c:pt>
                <c:pt idx="3873">
                  <c:v>8771.3866526644724</c:v>
                </c:pt>
                <c:pt idx="3874">
                  <c:v>8771.5613410735459</c:v>
                </c:pt>
                <c:pt idx="3875">
                  <c:v>8772.4793598498982</c:v>
                </c:pt>
                <c:pt idx="3876">
                  <c:v>8773.9263587164605</c:v>
                </c:pt>
                <c:pt idx="3877">
                  <c:v>8776.4059130333571</c:v>
                </c:pt>
                <c:pt idx="3878">
                  <c:v>8776.7784035267869</c:v>
                </c:pt>
                <c:pt idx="3879">
                  <c:v>8776.6738212052605</c:v>
                </c:pt>
                <c:pt idx="3880">
                  <c:v>8777.5692485404707</c:v>
                </c:pt>
                <c:pt idx="3881">
                  <c:v>8780.1661990119228</c:v>
                </c:pt>
                <c:pt idx="3882">
                  <c:v>8789.2311529516537</c:v>
                </c:pt>
                <c:pt idx="3883">
                  <c:v>8789.5107611936965</c:v>
                </c:pt>
                <c:pt idx="3884">
                  <c:v>8789.5902351830464</c:v>
                </c:pt>
                <c:pt idx="3885">
                  <c:v>8790.4215962728576</c:v>
                </c:pt>
                <c:pt idx="3886">
                  <c:v>8790.7015248974458</c:v>
                </c:pt>
                <c:pt idx="3887">
                  <c:v>8790.6749759707182</c:v>
                </c:pt>
                <c:pt idx="3888">
                  <c:v>8790.6920410392268</c:v>
                </c:pt>
                <c:pt idx="3889">
                  <c:v>8790.6880305099185</c:v>
                </c:pt>
                <c:pt idx="3890">
                  <c:v>8791.2800949071225</c:v>
                </c:pt>
                <c:pt idx="3891">
                  <c:v>8791.2591410373807</c:v>
                </c:pt>
                <c:pt idx="3892">
                  <c:v>8791.7945456473772</c:v>
                </c:pt>
                <c:pt idx="3893">
                  <c:v>8792.4173999667273</c:v>
                </c:pt>
                <c:pt idx="3894">
                  <c:v>8793.2480771695282</c:v>
                </c:pt>
                <c:pt idx="3895">
                  <c:v>8796.578792123637</c:v>
                </c:pt>
                <c:pt idx="3896">
                  <c:v>8797.8976788166347</c:v>
                </c:pt>
                <c:pt idx="3897">
                  <c:v>8800.2713921105969</c:v>
                </c:pt>
                <c:pt idx="3898">
                  <c:v>8803.2863297198273</c:v>
                </c:pt>
                <c:pt idx="3899">
                  <c:v>8803.0342070330062</c:v>
                </c:pt>
                <c:pt idx="3900">
                  <c:v>8804.5845034236154</c:v>
                </c:pt>
                <c:pt idx="3901">
                  <c:v>8804.3707812518624</c:v>
                </c:pt>
                <c:pt idx="3902">
                  <c:v>8804.6774213659446</c:v>
                </c:pt>
                <c:pt idx="3903">
                  <c:v>8804.7178139790067</c:v>
                </c:pt>
                <c:pt idx="3904">
                  <c:v>8804.7011959180527</c:v>
                </c:pt>
                <c:pt idx="3905">
                  <c:v>8805.3895055761168</c:v>
                </c:pt>
                <c:pt idx="3906">
                  <c:v>8806.2724371071072</c:v>
                </c:pt>
                <c:pt idx="3907">
                  <c:v>8807.9363955168574</c:v>
                </c:pt>
                <c:pt idx="3908">
                  <c:v>8807.8079125559325</c:v>
                </c:pt>
                <c:pt idx="3909">
                  <c:v>8808.0342152152516</c:v>
                </c:pt>
                <c:pt idx="3910">
                  <c:v>8808.3294768062588</c:v>
                </c:pt>
                <c:pt idx="3911">
                  <c:v>8808.3186383192751</c:v>
                </c:pt>
                <c:pt idx="3912">
                  <c:v>8808.698776525669</c:v>
                </c:pt>
                <c:pt idx="3913">
                  <c:v>8808.6877213009138</c:v>
                </c:pt>
                <c:pt idx="3914">
                  <c:v>8809.1456804310692</c:v>
                </c:pt>
                <c:pt idx="3915">
                  <c:v>8811.4952874905557</c:v>
                </c:pt>
                <c:pt idx="3916">
                  <c:v>8813.8321901842228</c:v>
                </c:pt>
                <c:pt idx="3917">
                  <c:v>8815.054724292766</c:v>
                </c:pt>
                <c:pt idx="3918">
                  <c:v>8815.4018981864738</c:v>
                </c:pt>
                <c:pt idx="3919">
                  <c:v>8816.5947362873794</c:v>
                </c:pt>
                <c:pt idx="3920">
                  <c:v>8816.4729202731069</c:v>
                </c:pt>
                <c:pt idx="3921">
                  <c:v>8816.4488157757241</c:v>
                </c:pt>
                <c:pt idx="3922">
                  <c:v>8816.4439191607144</c:v>
                </c:pt>
                <c:pt idx="3923">
                  <c:v>8816.7410239586025</c:v>
                </c:pt>
                <c:pt idx="3924">
                  <c:v>8816.7191813654536</c:v>
                </c:pt>
                <c:pt idx="3925">
                  <c:v>8816.7148342722139</c:v>
                </c:pt>
                <c:pt idx="3926">
                  <c:v>8817.7418022322563</c:v>
                </c:pt>
                <c:pt idx="3927">
                  <c:v>8817.6769184609584</c:v>
                </c:pt>
                <c:pt idx="3928">
                  <c:v>8817.716117147138</c:v>
                </c:pt>
                <c:pt idx="3929">
                  <c:v>8818.0222977531066</c:v>
                </c:pt>
                <c:pt idx="3930">
                  <c:v>8819.0374410761451</c:v>
                </c:pt>
                <c:pt idx="3931">
                  <c:v>8821.7096343645699</c:v>
                </c:pt>
                <c:pt idx="3932">
                  <c:v>8823.8512402811775</c:v>
                </c:pt>
                <c:pt idx="3933">
                  <c:v>8824.3163255652507</c:v>
                </c:pt>
                <c:pt idx="3934">
                  <c:v>8824.2736878278538</c:v>
                </c:pt>
                <c:pt idx="3935">
                  <c:v>8824.5501663444284</c:v>
                </c:pt>
                <c:pt idx="3936">
                  <c:v>8824.8442157610843</c:v>
                </c:pt>
                <c:pt idx="3937">
                  <c:v>8824.8348628910389</c:v>
                </c:pt>
                <c:pt idx="3938">
                  <c:v>8825.4841035944246</c:v>
                </c:pt>
                <c:pt idx="3939">
                  <c:v>8825.8269926368066</c:v>
                </c:pt>
                <c:pt idx="3940">
                  <c:v>8825.8751567270228</c:v>
                </c:pt>
                <c:pt idx="3941">
                  <c:v>8826.7153575368739</c:v>
                </c:pt>
                <c:pt idx="3942">
                  <c:v>8826.7457994738597</c:v>
                </c:pt>
                <c:pt idx="3943">
                  <c:v>8827.2651643871814</c:v>
                </c:pt>
                <c:pt idx="3944">
                  <c:v>8837.3808350265408</c:v>
                </c:pt>
                <c:pt idx="3945">
                  <c:v>8842.8915016737246</c:v>
                </c:pt>
                <c:pt idx="3946">
                  <c:v>8847.1866246040827</c:v>
                </c:pt>
                <c:pt idx="3947">
                  <c:v>8847.3888006156139</c:v>
                </c:pt>
                <c:pt idx="3948">
                  <c:v>8847.8264654783561</c:v>
                </c:pt>
                <c:pt idx="3949">
                  <c:v>8859.4320210535225</c:v>
                </c:pt>
                <c:pt idx="3950">
                  <c:v>8861.6557722735561</c:v>
                </c:pt>
                <c:pt idx="3951">
                  <c:v>8868.7926254102094</c:v>
                </c:pt>
                <c:pt idx="3952">
                  <c:v>8876.5571266849965</c:v>
                </c:pt>
                <c:pt idx="3953">
                  <c:v>8877.9969362836691</c:v>
                </c:pt>
                <c:pt idx="3954">
                  <c:v>8881.2370430969022</c:v>
                </c:pt>
                <c:pt idx="3955">
                  <c:v>8883.0890420047053</c:v>
                </c:pt>
                <c:pt idx="3956">
                  <c:v>8882.9315104073994</c:v>
                </c:pt>
                <c:pt idx="3957">
                  <c:v>8884.9057476241069</c:v>
                </c:pt>
                <c:pt idx="3958">
                  <c:v>8884.897638829485</c:v>
                </c:pt>
                <c:pt idx="3959">
                  <c:v>8884.8737069187555</c:v>
                </c:pt>
                <c:pt idx="3960">
                  <c:v>8886.173574138631</c:v>
                </c:pt>
                <c:pt idx="3961">
                  <c:v>8885.9981162065633</c:v>
                </c:pt>
                <c:pt idx="3962">
                  <c:v>8886.0134773228929</c:v>
                </c:pt>
                <c:pt idx="3963">
                  <c:v>8887.362305378716</c:v>
                </c:pt>
                <c:pt idx="3964">
                  <c:v>8887.7585196399159</c:v>
                </c:pt>
                <c:pt idx="3965">
                  <c:v>8888.5716337777994</c:v>
                </c:pt>
                <c:pt idx="3966">
                  <c:v>8888.7915536642795</c:v>
                </c:pt>
                <c:pt idx="3967">
                  <c:v>8889.6479250459288</c:v>
                </c:pt>
                <c:pt idx="3968">
                  <c:v>8890.1763302361087</c:v>
                </c:pt>
                <c:pt idx="3969">
                  <c:v>8890.1282459231206</c:v>
                </c:pt>
                <c:pt idx="3970">
                  <c:v>8890.4129515235218</c:v>
                </c:pt>
                <c:pt idx="3971">
                  <c:v>8893.3357131761295</c:v>
                </c:pt>
                <c:pt idx="3972">
                  <c:v>8893.0010526920196</c:v>
                </c:pt>
                <c:pt idx="3973">
                  <c:v>8899.4244087006537</c:v>
                </c:pt>
                <c:pt idx="3974">
                  <c:v>8903.2595926835202</c:v>
                </c:pt>
                <c:pt idx="3975">
                  <c:v>8903.3566363453319</c:v>
                </c:pt>
                <c:pt idx="3976">
                  <c:v>8903.6929790131235</c:v>
                </c:pt>
                <c:pt idx="3977">
                  <c:v>8904.6493931717014</c:v>
                </c:pt>
                <c:pt idx="3978">
                  <c:v>8916.2770528351339</c:v>
                </c:pt>
                <c:pt idx="3979">
                  <c:v>8926.5958845039659</c:v>
                </c:pt>
                <c:pt idx="3980">
                  <c:v>8926.2712035753666</c:v>
                </c:pt>
                <c:pt idx="3981">
                  <c:v>8926.5473531807584</c:v>
                </c:pt>
                <c:pt idx="3982">
                  <c:v>8926.5312463204937</c:v>
                </c:pt>
                <c:pt idx="3983">
                  <c:v>8926.5312463204937</c:v>
                </c:pt>
                <c:pt idx="3984">
                  <c:v>8926.5312463204937</c:v>
                </c:pt>
                <c:pt idx="3985">
                  <c:v>8926.5287041897263</c:v>
                </c:pt>
                <c:pt idx="3986">
                  <c:v>8926.5281972741886</c:v>
                </c:pt>
                <c:pt idx="3987">
                  <c:v>8927.3997229115121</c:v>
                </c:pt>
                <c:pt idx="3988">
                  <c:v>8927.4404989765208</c:v>
                </c:pt>
                <c:pt idx="3989">
                  <c:v>8927.5504459803633</c:v>
                </c:pt>
                <c:pt idx="3990">
                  <c:v>8935.8606463603555</c:v>
                </c:pt>
                <c:pt idx="3991">
                  <c:v>8936.5377743154786</c:v>
                </c:pt>
                <c:pt idx="3992">
                  <c:v>8939.4916709605677</c:v>
                </c:pt>
                <c:pt idx="3993">
                  <c:v>8939.1582179068846</c:v>
                </c:pt>
                <c:pt idx="3994">
                  <c:v>8939.0765973116795</c:v>
                </c:pt>
                <c:pt idx="3995">
                  <c:v>8942.1459921838195</c:v>
                </c:pt>
                <c:pt idx="3996">
                  <c:v>8942.8502345915276</c:v>
                </c:pt>
                <c:pt idx="3997">
                  <c:v>8945.3019178621016</c:v>
                </c:pt>
                <c:pt idx="3998">
                  <c:v>8945.1756772962744</c:v>
                </c:pt>
                <c:pt idx="3999">
                  <c:v>8945.7209202297054</c:v>
                </c:pt>
                <c:pt idx="4000">
                  <c:v>8948.5849034824241</c:v>
                </c:pt>
                <c:pt idx="4001">
                  <c:v>8955.5681710656609</c:v>
                </c:pt>
                <c:pt idx="4002">
                  <c:v>8955.4985798051221</c:v>
                </c:pt>
                <c:pt idx="4003">
                  <c:v>8956.4770650770024</c:v>
                </c:pt>
                <c:pt idx="4004">
                  <c:v>8957.4855317460951</c:v>
                </c:pt>
                <c:pt idx="4005">
                  <c:v>8958.1397079310318</c:v>
                </c:pt>
                <c:pt idx="4006">
                  <c:v>8958.3207944743845</c:v>
                </c:pt>
                <c:pt idx="4007">
                  <c:v>8958.4370055163035</c:v>
                </c:pt>
                <c:pt idx="4008">
                  <c:v>8958.7338010660442</c:v>
                </c:pt>
                <c:pt idx="4009">
                  <c:v>8958.8411808814508</c:v>
                </c:pt>
                <c:pt idx="4010">
                  <c:v>8960.8116289107274</c:v>
                </c:pt>
                <c:pt idx="4011">
                  <c:v>8961.3797516033301</c:v>
                </c:pt>
                <c:pt idx="4012">
                  <c:v>8961.6304570929224</c:v>
                </c:pt>
                <c:pt idx="4013">
                  <c:v>8963.2705166887226</c:v>
                </c:pt>
                <c:pt idx="4014">
                  <c:v>8963.3527522700697</c:v>
                </c:pt>
                <c:pt idx="4015">
                  <c:v>8963.337662355274</c:v>
                </c:pt>
                <c:pt idx="4016">
                  <c:v>8963.4106203301508</c:v>
                </c:pt>
                <c:pt idx="4017">
                  <c:v>8963.9580365981456</c:v>
                </c:pt>
                <c:pt idx="4018">
                  <c:v>8963.8918515116147</c:v>
                </c:pt>
                <c:pt idx="4019">
                  <c:v>8964.455904917344</c:v>
                </c:pt>
                <c:pt idx="4020">
                  <c:v>8964.6722409457761</c:v>
                </c:pt>
                <c:pt idx="4021">
                  <c:v>8964.6171959149706</c:v>
                </c:pt>
                <c:pt idx="4022">
                  <c:v>8964.6326244182383</c:v>
                </c:pt>
                <c:pt idx="4023">
                  <c:v>8964.7971209538136</c:v>
                </c:pt>
                <c:pt idx="4024">
                  <c:v>8964.7803795241925</c:v>
                </c:pt>
                <c:pt idx="4025">
                  <c:v>8965.0763073583439</c:v>
                </c:pt>
                <c:pt idx="4026">
                  <c:v>8965.0552265339265</c:v>
                </c:pt>
                <c:pt idx="4027">
                  <c:v>8965.648908661271</c:v>
                </c:pt>
                <c:pt idx="4028">
                  <c:v>8965.9776827857877</c:v>
                </c:pt>
                <c:pt idx="4029">
                  <c:v>8966.2402858691948</c:v>
                </c:pt>
                <c:pt idx="4030">
                  <c:v>8966.2238730586541</c:v>
                </c:pt>
                <c:pt idx="4031">
                  <c:v>8966.3699749989046</c:v>
                </c:pt>
                <c:pt idx="4032">
                  <c:v>8966.4732270277073</c:v>
                </c:pt>
                <c:pt idx="4033">
                  <c:v>8966.5813306451146</c:v>
                </c:pt>
                <c:pt idx="4034">
                  <c:v>8966.5779043095154</c:v>
                </c:pt>
                <c:pt idx="4035">
                  <c:v>8966.5778813434899</c:v>
                </c:pt>
                <c:pt idx="4036">
                  <c:v>8966.8432963561736</c:v>
                </c:pt>
                <c:pt idx="4037">
                  <c:v>8967.6152181545895</c:v>
                </c:pt>
                <c:pt idx="4038">
                  <c:v>8968.5215881405038</c:v>
                </c:pt>
                <c:pt idx="4039">
                  <c:v>8968.6264844997695</c:v>
                </c:pt>
                <c:pt idx="4040">
                  <c:v>8969.2029403622928</c:v>
                </c:pt>
                <c:pt idx="4041">
                  <c:v>8969.931968363253</c:v>
                </c:pt>
                <c:pt idx="4042">
                  <c:v>8973.6646411345446</c:v>
                </c:pt>
                <c:pt idx="4043">
                  <c:v>8985.6876774215343</c:v>
                </c:pt>
                <c:pt idx="4044">
                  <c:v>8986.574669054844</c:v>
                </c:pt>
                <c:pt idx="4045">
                  <c:v>8988.2806123245173</c:v>
                </c:pt>
                <c:pt idx="4046">
                  <c:v>8988.4993898376069</c:v>
                </c:pt>
                <c:pt idx="4047">
                  <c:v>8988.4515103981685</c:v>
                </c:pt>
                <c:pt idx="4048">
                  <c:v>8988.4424414011482</c:v>
                </c:pt>
                <c:pt idx="4049">
                  <c:v>8989.4396898058112</c:v>
                </c:pt>
                <c:pt idx="4050">
                  <c:v>8990.5705852118062</c:v>
                </c:pt>
                <c:pt idx="4051">
                  <c:v>8991.6699699513556</c:v>
                </c:pt>
                <c:pt idx="4052">
                  <c:v>8991.5484953116847</c:v>
                </c:pt>
                <c:pt idx="4053">
                  <c:v>8991.6140885940767</c:v>
                </c:pt>
                <c:pt idx="4054">
                  <c:v>8991.9764204438943</c:v>
                </c:pt>
                <c:pt idx="4055">
                  <c:v>8992.100533537412</c:v>
                </c:pt>
                <c:pt idx="4056">
                  <c:v>8992.6355222814109</c:v>
                </c:pt>
                <c:pt idx="4057">
                  <c:v>8992.6387666282135</c:v>
                </c:pt>
                <c:pt idx="4058">
                  <c:v>8992.823590027856</c:v>
                </c:pt>
                <c:pt idx="4059">
                  <c:v>8993.2123759652732</c:v>
                </c:pt>
                <c:pt idx="4060">
                  <c:v>8993.6566193675772</c:v>
                </c:pt>
                <c:pt idx="4061">
                  <c:v>8994.2675002031592</c:v>
                </c:pt>
                <c:pt idx="4062">
                  <c:v>8994.5066951535537</c:v>
                </c:pt>
                <c:pt idx="4063">
                  <c:v>8995.0986316615235</c:v>
                </c:pt>
                <c:pt idx="4064">
                  <c:v>8995.0309512243857</c:v>
                </c:pt>
                <c:pt idx="4065">
                  <c:v>8995.0169357199484</c:v>
                </c:pt>
                <c:pt idx="4066">
                  <c:v>8995.1351874058018</c:v>
                </c:pt>
                <c:pt idx="4067">
                  <c:v>8995.4414860743036</c:v>
                </c:pt>
                <c:pt idx="4068">
                  <c:v>8996.7702934368226</c:v>
                </c:pt>
                <c:pt idx="4069">
                  <c:v>8996.829438581377</c:v>
                </c:pt>
                <c:pt idx="4070">
                  <c:v>8996.7792952151158</c:v>
                </c:pt>
                <c:pt idx="4071">
                  <c:v>8996.8241920447654</c:v>
                </c:pt>
                <c:pt idx="4072">
                  <c:v>8997.7831816048201</c:v>
                </c:pt>
                <c:pt idx="4073">
                  <c:v>8998.0287932122174</c:v>
                </c:pt>
                <c:pt idx="4074">
                  <c:v>8998.5322989847646</c:v>
                </c:pt>
                <c:pt idx="4075">
                  <c:v>8999.3664252627495</c:v>
                </c:pt>
                <c:pt idx="4076">
                  <c:v>8999.5563270427683</c:v>
                </c:pt>
                <c:pt idx="4077">
                  <c:v>9000.0119598738092</c:v>
                </c:pt>
                <c:pt idx="4078">
                  <c:v>9000.1926167266229</c:v>
                </c:pt>
                <c:pt idx="4079">
                  <c:v>9000.4778538584433</c:v>
                </c:pt>
                <c:pt idx="4080">
                  <c:v>9000.5905058860299</c:v>
                </c:pt>
                <c:pt idx="4081">
                  <c:v>9001.0766914697997</c:v>
                </c:pt>
                <c:pt idx="4082">
                  <c:v>9001.2578671806968</c:v>
                </c:pt>
                <c:pt idx="4083">
                  <c:v>9001.6065747765279</c:v>
                </c:pt>
                <c:pt idx="4084">
                  <c:v>9001.9242774270751</c:v>
                </c:pt>
                <c:pt idx="4085">
                  <c:v>9002.4830199496882</c:v>
                </c:pt>
                <c:pt idx="4086">
                  <c:v>9003.5202609305561</c:v>
                </c:pt>
                <c:pt idx="4087">
                  <c:v>9003.4445648024521</c:v>
                </c:pt>
                <c:pt idx="4088">
                  <c:v>9004.0528527033966</c:v>
                </c:pt>
                <c:pt idx="4089">
                  <c:v>9004.3063504721358</c:v>
                </c:pt>
                <c:pt idx="4090">
                  <c:v>9004.2355740539551</c:v>
                </c:pt>
                <c:pt idx="4091">
                  <c:v>9004.3475287954152</c:v>
                </c:pt>
                <c:pt idx="4092">
                  <c:v>9004.4358374230396</c:v>
                </c:pt>
                <c:pt idx="4093">
                  <c:v>9004.4240483710164</c:v>
                </c:pt>
                <c:pt idx="4094">
                  <c:v>9004.4789438266507</c:v>
                </c:pt>
                <c:pt idx="4095">
                  <c:v>9004.6765600899271</c:v>
                </c:pt>
                <c:pt idx="4096">
                  <c:v>9004.6943303068365</c:v>
                </c:pt>
                <c:pt idx="4097">
                  <c:v>9005.3178770713857</c:v>
                </c:pt>
                <c:pt idx="4098">
                  <c:v>9005.2730189604263</c:v>
                </c:pt>
                <c:pt idx="4099">
                  <c:v>9006.191795258952</c:v>
                </c:pt>
                <c:pt idx="4100">
                  <c:v>9006.8152277962381</c:v>
                </c:pt>
                <c:pt idx="4101">
                  <c:v>9006.8732805344443</c:v>
                </c:pt>
                <c:pt idx="4102">
                  <c:v>9006.8625140368677</c:v>
                </c:pt>
                <c:pt idx="4103">
                  <c:v>9006.9182137980224</c:v>
                </c:pt>
                <c:pt idx="4104">
                  <c:v>9007.194017817741</c:v>
                </c:pt>
                <c:pt idx="4105">
                  <c:v>9007.1851762761671</c:v>
                </c:pt>
                <c:pt idx="4106">
                  <c:v>9007.6978054231477</c:v>
                </c:pt>
                <c:pt idx="4107">
                  <c:v>9007.9659830516448</c:v>
                </c:pt>
                <c:pt idx="4108">
                  <c:v>9013.1775103636919</c:v>
                </c:pt>
                <c:pt idx="4109">
                  <c:v>9013.6994137927923</c:v>
                </c:pt>
                <c:pt idx="4110">
                  <c:v>9014.2189711730989</c:v>
                </c:pt>
                <c:pt idx="4111">
                  <c:v>9014.3434662609179</c:v>
                </c:pt>
                <c:pt idx="4112">
                  <c:v>9019.6901041466572</c:v>
                </c:pt>
                <c:pt idx="4113">
                  <c:v>9020.7414182020166</c:v>
                </c:pt>
                <c:pt idx="4114">
                  <c:v>9021.0132252426138</c:v>
                </c:pt>
                <c:pt idx="4115">
                  <c:v>9020.9315153522966</c:v>
                </c:pt>
                <c:pt idx="4116">
                  <c:v>9021.5515422360386</c:v>
                </c:pt>
                <c:pt idx="4117">
                  <c:v>9022.1400398717724</c:v>
                </c:pt>
                <c:pt idx="4118">
                  <c:v>9034.4127821064831</c:v>
                </c:pt>
                <c:pt idx="4119">
                  <c:v>9035.2848243434764</c:v>
                </c:pt>
                <c:pt idx="4120">
                  <c:v>9035.1817211844664</c:v>
                </c:pt>
                <c:pt idx="4121">
                  <c:v>9036.4254095893757</c:v>
                </c:pt>
                <c:pt idx="4122">
                  <c:v>9037.6582709130234</c:v>
                </c:pt>
                <c:pt idx="4123">
                  <c:v>9044.5120175687553</c:v>
                </c:pt>
                <c:pt idx="4124">
                  <c:v>9044.5209152605858</c:v>
                </c:pt>
                <c:pt idx="4125">
                  <c:v>9044.5620186698598</c:v>
                </c:pt>
                <c:pt idx="4126">
                  <c:v>9044.6150050200395</c:v>
                </c:pt>
                <c:pt idx="4127">
                  <c:v>9044.6082246965125</c:v>
                </c:pt>
                <c:pt idx="4128">
                  <c:v>9044.6067860934654</c:v>
                </c:pt>
                <c:pt idx="4129">
                  <c:v>9044.8520062930693</c:v>
                </c:pt>
                <c:pt idx="4130">
                  <c:v>9045.009332317677</c:v>
                </c:pt>
                <c:pt idx="4131">
                  <c:v>9045.3952022323665</c:v>
                </c:pt>
                <c:pt idx="4132">
                  <c:v>9045.7243315436026</c:v>
                </c:pt>
                <c:pt idx="4133">
                  <c:v>9045.9877104988373</c:v>
                </c:pt>
                <c:pt idx="4134">
                  <c:v>9046.3803252035141</c:v>
                </c:pt>
                <c:pt idx="4135">
                  <c:v>9046.6207796094404</c:v>
                </c:pt>
                <c:pt idx="4136">
                  <c:v>9046.9183174598056</c:v>
                </c:pt>
                <c:pt idx="4137">
                  <c:v>9046.985024413736</c:v>
                </c:pt>
                <c:pt idx="4138">
                  <c:v>9046.9653049535718</c:v>
                </c:pt>
                <c:pt idx="4139">
                  <c:v>9046.9867004077714</c:v>
                </c:pt>
                <c:pt idx="4140">
                  <c:v>9046.9886676215665</c:v>
                </c:pt>
                <c:pt idx="4141">
                  <c:v>9047.2508475129507</c:v>
                </c:pt>
                <c:pt idx="4142">
                  <c:v>9047.3456876623513</c:v>
                </c:pt>
                <c:pt idx="4143">
                  <c:v>9048.9096775569324</c:v>
                </c:pt>
                <c:pt idx="4144">
                  <c:v>9049.0280705676723</c:v>
                </c:pt>
                <c:pt idx="4145">
                  <c:v>9049.0016486928434</c:v>
                </c:pt>
                <c:pt idx="4146">
                  <c:v>9070.8792293597198</c:v>
                </c:pt>
                <c:pt idx="4147">
                  <c:v>9072.4408836207931</c:v>
                </c:pt>
                <c:pt idx="4148">
                  <c:v>9072.2490206526691</c:v>
                </c:pt>
                <c:pt idx="4149">
                  <c:v>9072.335403408606</c:v>
                </c:pt>
                <c:pt idx="4150">
                  <c:v>9072.3259895329429</c:v>
                </c:pt>
                <c:pt idx="4151">
                  <c:v>9072.384734727817</c:v>
                </c:pt>
                <c:pt idx="4152">
                  <c:v>9072.4238744248232</c:v>
                </c:pt>
                <c:pt idx="4153">
                  <c:v>9072.5299034221116</c:v>
                </c:pt>
                <c:pt idx="4154">
                  <c:v>9072.5954949726984</c:v>
                </c:pt>
                <c:pt idx="4155">
                  <c:v>9072.8042743071965</c:v>
                </c:pt>
                <c:pt idx="4156">
                  <c:v>9072.9546716895966</c:v>
                </c:pt>
                <c:pt idx="4157">
                  <c:v>9073.0161729501215</c:v>
                </c:pt>
                <c:pt idx="4158">
                  <c:v>9073.566418619057</c:v>
                </c:pt>
                <c:pt idx="4159">
                  <c:v>9075.227563149112</c:v>
                </c:pt>
                <c:pt idx="4160">
                  <c:v>9075.0588578706338</c:v>
                </c:pt>
                <c:pt idx="4161">
                  <c:v>9075.100824447276</c:v>
                </c:pt>
                <c:pt idx="4162">
                  <c:v>9075.0833403580255</c:v>
                </c:pt>
                <c:pt idx="4163">
                  <c:v>9075.1150643964611</c:v>
                </c:pt>
                <c:pt idx="4164">
                  <c:v>9075.107450457981</c:v>
                </c:pt>
                <c:pt idx="4165">
                  <c:v>9076.0479684910097</c:v>
                </c:pt>
                <c:pt idx="4166">
                  <c:v>9076.2694175432898</c:v>
                </c:pt>
                <c:pt idx="4167">
                  <c:v>9076.2087429769817</c:v>
                </c:pt>
                <c:pt idx="4168">
                  <c:v>9076.2420868094778</c:v>
                </c:pt>
                <c:pt idx="4169">
                  <c:v>9076.2311690036022</c:v>
                </c:pt>
                <c:pt idx="4170">
                  <c:v>9076.2477071031026</c:v>
                </c:pt>
                <c:pt idx="4171">
                  <c:v>9076.7550379715231</c:v>
                </c:pt>
                <c:pt idx="4172">
                  <c:v>9077.4700311175384</c:v>
                </c:pt>
                <c:pt idx="4173">
                  <c:v>9077.4353073111342</c:v>
                </c:pt>
                <c:pt idx="4174">
                  <c:v>9077.5407478594643</c:v>
                </c:pt>
                <c:pt idx="4175">
                  <c:v>9077.5351557396752</c:v>
                </c:pt>
                <c:pt idx="4176">
                  <c:v>9077.5690612911003</c:v>
                </c:pt>
                <c:pt idx="4177">
                  <c:v>9077.5674111865719</c:v>
                </c:pt>
                <c:pt idx="4178">
                  <c:v>9077.6912213354171</c:v>
                </c:pt>
                <c:pt idx="4179">
                  <c:v>9078.054776815261</c:v>
                </c:pt>
                <c:pt idx="4180">
                  <c:v>9078.0580680855765</c:v>
                </c:pt>
                <c:pt idx="4181">
                  <c:v>9078.5053546258277</c:v>
                </c:pt>
                <c:pt idx="4182">
                  <c:v>9079.0625903781638</c:v>
                </c:pt>
                <c:pt idx="4183">
                  <c:v>9079.3489842054678</c:v>
                </c:pt>
                <c:pt idx="4184">
                  <c:v>9079.6678384872139</c:v>
                </c:pt>
                <c:pt idx="4185">
                  <c:v>9079.8039613981146</c:v>
                </c:pt>
                <c:pt idx="4186">
                  <c:v>9079.7562965660381</c:v>
                </c:pt>
                <c:pt idx="4187">
                  <c:v>9079.7620942058202</c:v>
                </c:pt>
                <c:pt idx="4188">
                  <c:v>9079.8641507180946</c:v>
                </c:pt>
                <c:pt idx="4189">
                  <c:v>9079.8973994699536</c:v>
                </c:pt>
                <c:pt idx="4190">
                  <c:v>9080.0044144505064</c:v>
                </c:pt>
                <c:pt idx="4191">
                  <c:v>9080.0018386540251</c:v>
                </c:pt>
                <c:pt idx="4192">
                  <c:v>9080.0429131184974</c:v>
                </c:pt>
                <c:pt idx="4193">
                  <c:v>9080.0495585032768</c:v>
                </c:pt>
                <c:pt idx="4194">
                  <c:v>9080.4568921729769</c:v>
                </c:pt>
                <c:pt idx="4195">
                  <c:v>9081.048805209628</c:v>
                </c:pt>
                <c:pt idx="4196">
                  <c:v>9081.9031572430249</c:v>
                </c:pt>
                <c:pt idx="4197">
                  <c:v>9082.3370377613483</c:v>
                </c:pt>
                <c:pt idx="4198">
                  <c:v>9082.3520723273632</c:v>
                </c:pt>
                <c:pt idx="4199">
                  <c:v>9082.4521858622993</c:v>
                </c:pt>
                <c:pt idx="4200">
                  <c:v>9082.5771440058834</c:v>
                </c:pt>
                <c:pt idx="4201">
                  <c:v>9082.6405909279565</c:v>
                </c:pt>
                <c:pt idx="4202">
                  <c:v>9082.7999471634139</c:v>
                </c:pt>
                <c:pt idx="4203">
                  <c:v>9083.5963917713962</c:v>
                </c:pt>
                <c:pt idx="4204">
                  <c:v>9084.4729549263629</c:v>
                </c:pt>
                <c:pt idx="4205">
                  <c:v>9085.2519027836242</c:v>
                </c:pt>
                <c:pt idx="4206">
                  <c:v>9086.5148811223717</c:v>
                </c:pt>
                <c:pt idx="4207">
                  <c:v>9086.7767108778498</c:v>
                </c:pt>
                <c:pt idx="4208">
                  <c:v>9086.7458025485521</c:v>
                </c:pt>
                <c:pt idx="4209">
                  <c:v>9087.2740462619058</c:v>
                </c:pt>
                <c:pt idx="4210">
                  <c:v>9087.3273320954049</c:v>
                </c:pt>
                <c:pt idx="4211">
                  <c:v>9091.4684404254913</c:v>
                </c:pt>
                <c:pt idx="4212">
                  <c:v>9091.041465856506</c:v>
                </c:pt>
                <c:pt idx="4213">
                  <c:v>9090.9543150923582</c:v>
                </c:pt>
                <c:pt idx="4214">
                  <c:v>9090.9418295044215</c:v>
                </c:pt>
                <c:pt idx="4215">
                  <c:v>9090.9548036353553</c:v>
                </c:pt>
                <c:pt idx="4216">
                  <c:v>9090.9512580667451</c:v>
                </c:pt>
                <c:pt idx="4217">
                  <c:v>9091.2007310749505</c:v>
                </c:pt>
                <c:pt idx="4218">
                  <c:v>9091.1802694396265</c:v>
                </c:pt>
                <c:pt idx="4219">
                  <c:v>9093.8142650325553</c:v>
                </c:pt>
                <c:pt idx="4220">
                  <c:v>9093.4591147046413</c:v>
                </c:pt>
                <c:pt idx="4221">
                  <c:v>9094.4610619029227</c:v>
                </c:pt>
                <c:pt idx="4222">
                  <c:v>9094.8606528545006</c:v>
                </c:pt>
                <c:pt idx="4223">
                  <c:v>9095.4058675465149</c:v>
                </c:pt>
                <c:pt idx="4224">
                  <c:v>9095.548937744803</c:v>
                </c:pt>
                <c:pt idx="4225">
                  <c:v>9095.8756565092681</c:v>
                </c:pt>
                <c:pt idx="4226">
                  <c:v>9096.1022052207791</c:v>
                </c:pt>
                <c:pt idx="4227">
                  <c:v>9096.2634778755801</c:v>
                </c:pt>
                <c:pt idx="4228">
                  <c:v>9096.3769329308307</c:v>
                </c:pt>
                <c:pt idx="4229">
                  <c:v>9096.6485472266195</c:v>
                </c:pt>
                <c:pt idx="4230">
                  <c:v>9096.6354348116292</c:v>
                </c:pt>
                <c:pt idx="4231">
                  <c:v>9097.1722412324107</c:v>
                </c:pt>
                <c:pt idx="4232">
                  <c:v>9097.373563522704</c:v>
                </c:pt>
                <c:pt idx="4233">
                  <c:v>9097.365870161233</c:v>
                </c:pt>
                <c:pt idx="4234">
                  <c:v>9097.4649344274039</c:v>
                </c:pt>
                <c:pt idx="4235">
                  <c:v>9097.4446015334288</c:v>
                </c:pt>
                <c:pt idx="4236">
                  <c:v>9097.6099680080861</c:v>
                </c:pt>
                <c:pt idx="4237">
                  <c:v>9097.5857555940547</c:v>
                </c:pt>
                <c:pt idx="4238">
                  <c:v>9097.6337222870443</c:v>
                </c:pt>
                <c:pt idx="4239">
                  <c:v>9097.8211382008558</c:v>
                </c:pt>
                <c:pt idx="4240">
                  <c:v>9097.8133656442897</c:v>
                </c:pt>
                <c:pt idx="4241">
                  <c:v>9098.8349311446873</c:v>
                </c:pt>
                <c:pt idx="4242">
                  <c:v>9099.6336906294655</c:v>
                </c:pt>
                <c:pt idx="4243">
                  <c:v>9100.5511128316321</c:v>
                </c:pt>
                <c:pt idx="4244">
                  <c:v>9101.0409628087746</c:v>
                </c:pt>
                <c:pt idx="4245">
                  <c:v>9102.1279327920856</c:v>
                </c:pt>
                <c:pt idx="4246">
                  <c:v>9103.2112734366547</c:v>
                </c:pt>
                <c:pt idx="4247">
                  <c:v>9103.506772161405</c:v>
                </c:pt>
                <c:pt idx="4248">
                  <c:v>9103.5003464408201</c:v>
                </c:pt>
                <c:pt idx="4249">
                  <c:v>9103.6661820462941</c:v>
                </c:pt>
                <c:pt idx="4250">
                  <c:v>9104.220348198769</c:v>
                </c:pt>
                <c:pt idx="4251">
                  <c:v>9104.8263615560645</c:v>
                </c:pt>
                <c:pt idx="4252">
                  <c:v>9105.3811799854266</c:v>
                </c:pt>
                <c:pt idx="4253">
                  <c:v>9106.4368288166461</c:v>
                </c:pt>
                <c:pt idx="4254">
                  <c:v>9107.2861328321724</c:v>
                </c:pt>
                <c:pt idx="4255">
                  <c:v>9108.037217213996</c:v>
                </c:pt>
                <c:pt idx="4256">
                  <c:v>9107.9485380660299</c:v>
                </c:pt>
                <c:pt idx="4257">
                  <c:v>9108.9032018252656</c:v>
                </c:pt>
                <c:pt idx="4258">
                  <c:v>9109.4975263441011</c:v>
                </c:pt>
                <c:pt idx="4259">
                  <c:v>9109.4091471600514</c:v>
                </c:pt>
                <c:pt idx="4260">
                  <c:v>9109.3914330555654</c:v>
                </c:pt>
                <c:pt idx="4261">
                  <c:v>9109.3878564243641</c:v>
                </c:pt>
                <c:pt idx="4262">
                  <c:v>9109.4305255048439</c:v>
                </c:pt>
                <c:pt idx="4263">
                  <c:v>9109.4823578629948</c:v>
                </c:pt>
                <c:pt idx="4264">
                  <c:v>9109.5601291074381</c:v>
                </c:pt>
                <c:pt idx="4265">
                  <c:v>9109.8053987618659</c:v>
                </c:pt>
                <c:pt idx="4266">
                  <c:v>9110.0846379846134</c:v>
                </c:pt>
                <c:pt idx="4267">
                  <c:v>9110.9107651158211</c:v>
                </c:pt>
                <c:pt idx="4268">
                  <c:v>9111.0869574985118</c:v>
                </c:pt>
                <c:pt idx="4269">
                  <c:v>9112.4742704843193</c:v>
                </c:pt>
                <c:pt idx="4270">
                  <c:v>9112.8995663386795</c:v>
                </c:pt>
                <c:pt idx="4271">
                  <c:v>9112.8744504962269</c:v>
                </c:pt>
                <c:pt idx="4272">
                  <c:v>9112.8694339842768</c:v>
                </c:pt>
                <c:pt idx="4273">
                  <c:v>9113.1320375135965</c:v>
                </c:pt>
                <c:pt idx="4274">
                  <c:v>9113.1811617366384</c:v>
                </c:pt>
                <c:pt idx="4275">
                  <c:v>9117.3069786254655</c:v>
                </c:pt>
                <c:pt idx="4276">
                  <c:v>9117.2986618807972</c:v>
                </c:pt>
                <c:pt idx="4277">
                  <c:v>9119.088788139572</c:v>
                </c:pt>
                <c:pt idx="4278">
                  <c:v>9120.4583339322435</c:v>
                </c:pt>
                <c:pt idx="4279">
                  <c:v>9129.2972965295176</c:v>
                </c:pt>
                <c:pt idx="4280">
                  <c:v>9130.1412964210576</c:v>
                </c:pt>
                <c:pt idx="4281">
                  <c:v>9130.516834712862</c:v>
                </c:pt>
                <c:pt idx="4282">
                  <c:v>9131.3679862256231</c:v>
                </c:pt>
                <c:pt idx="4283">
                  <c:v>9132.3728968384166</c:v>
                </c:pt>
                <c:pt idx="4284">
                  <c:v>9132.2807795448389</c:v>
                </c:pt>
                <c:pt idx="4285">
                  <c:v>9132.2519974341612</c:v>
                </c:pt>
                <c:pt idx="4286">
                  <c:v>9132.314990032186</c:v>
                </c:pt>
                <c:pt idx="4287">
                  <c:v>9132.3595367497983</c:v>
                </c:pt>
                <c:pt idx="4288">
                  <c:v>9132.3721881891215</c:v>
                </c:pt>
                <c:pt idx="4289">
                  <c:v>9132.5132348734078</c:v>
                </c:pt>
                <c:pt idx="4290">
                  <c:v>9132.5033082867885</c:v>
                </c:pt>
                <c:pt idx="4291">
                  <c:v>9133.0579067344333</c:v>
                </c:pt>
                <c:pt idx="4292">
                  <c:v>9133.3716312154829</c:v>
                </c:pt>
                <c:pt idx="4293">
                  <c:v>9134.1465348126658</c:v>
                </c:pt>
                <c:pt idx="4294">
                  <c:v>9136.0111571095149</c:v>
                </c:pt>
                <c:pt idx="4295">
                  <c:v>9136.1065639874923</c:v>
                </c:pt>
                <c:pt idx="4296">
                  <c:v>9141.2314766224699</c:v>
                </c:pt>
                <c:pt idx="4297">
                  <c:v>9141.2700931442632</c:v>
                </c:pt>
                <c:pt idx="4298">
                  <c:v>9142.6220343271289</c:v>
                </c:pt>
                <c:pt idx="4299">
                  <c:v>9142.9917682613341</c:v>
                </c:pt>
                <c:pt idx="4300">
                  <c:v>9143.2668008145247</c:v>
                </c:pt>
                <c:pt idx="4301">
                  <c:v>9143.3413332106575</c:v>
                </c:pt>
                <c:pt idx="4302">
                  <c:v>9143.7001507773039</c:v>
                </c:pt>
                <c:pt idx="4303">
                  <c:v>9144.0736347233033</c:v>
                </c:pt>
                <c:pt idx="4304">
                  <c:v>9144.5346227190403</c:v>
                </c:pt>
                <c:pt idx="4305">
                  <c:v>9144.5471398048558</c:v>
                </c:pt>
                <c:pt idx="4306">
                  <c:v>9144.6533334988144</c:v>
                </c:pt>
                <c:pt idx="4307">
                  <c:v>9144.8900858979705</c:v>
                </c:pt>
                <c:pt idx="4308">
                  <c:v>9144.8438162232633</c:v>
                </c:pt>
                <c:pt idx="4309">
                  <c:v>9144.8323787085083</c:v>
                </c:pt>
                <c:pt idx="4310">
                  <c:v>9144.8503845419891</c:v>
                </c:pt>
                <c:pt idx="4311">
                  <c:v>9144.8484549243512</c:v>
                </c:pt>
                <c:pt idx="4312">
                  <c:v>9145.0648335857186</c:v>
                </c:pt>
                <c:pt idx="4313">
                  <c:v>9146.0415401352329</c:v>
                </c:pt>
                <c:pt idx="4314">
                  <c:v>9146.3197389689503</c:v>
                </c:pt>
                <c:pt idx="4315">
                  <c:v>9147.3498964448208</c:v>
                </c:pt>
                <c:pt idx="4316">
                  <c:v>9147.5898786379439</c:v>
                </c:pt>
                <c:pt idx="4317">
                  <c:v>9147.5682781591768</c:v>
                </c:pt>
                <c:pt idx="4318">
                  <c:v>9150.1065554316992</c:v>
                </c:pt>
                <c:pt idx="4319">
                  <c:v>9150.2376780026825</c:v>
                </c:pt>
                <c:pt idx="4320">
                  <c:v>9150.5763282925091</c:v>
                </c:pt>
                <c:pt idx="4321">
                  <c:v>9150.6793793142351</c:v>
                </c:pt>
                <c:pt idx="4322">
                  <c:v>9150.9985635981102</c:v>
                </c:pt>
                <c:pt idx="4323">
                  <c:v>9151.247088242515</c:v>
                </c:pt>
                <c:pt idx="4324">
                  <c:v>9151.2624815628278</c:v>
                </c:pt>
                <c:pt idx="4325">
                  <c:v>9152.6353837545394</c:v>
                </c:pt>
                <c:pt idx="4326">
                  <c:v>9152.5374771250918</c:v>
                </c:pt>
                <c:pt idx="4327">
                  <c:v>9152.8226416088437</c:v>
                </c:pt>
                <c:pt idx="4328">
                  <c:v>9153.5504635720608</c:v>
                </c:pt>
                <c:pt idx="4329">
                  <c:v>9153.7530839976062</c:v>
                </c:pt>
                <c:pt idx="4330">
                  <c:v>9154.2986892101253</c:v>
                </c:pt>
                <c:pt idx="4331">
                  <c:v>9154.3204491451143</c:v>
                </c:pt>
                <c:pt idx="4332">
                  <c:v>9154.2754456614257</c:v>
                </c:pt>
                <c:pt idx="4333">
                  <c:v>9154.442438506343</c:v>
                </c:pt>
                <c:pt idx="4334">
                  <c:v>9154.4352525223476</c:v>
                </c:pt>
                <c:pt idx="4335">
                  <c:v>9159.138080723591</c:v>
                </c:pt>
                <c:pt idx="4336">
                  <c:v>9158.8368622187718</c:v>
                </c:pt>
                <c:pt idx="4337">
                  <c:v>9158.930566740737</c:v>
                </c:pt>
                <c:pt idx="4338">
                  <c:v>9158.9074793123382</c:v>
                </c:pt>
                <c:pt idx="4339">
                  <c:v>9159.6167560460963</c:v>
                </c:pt>
                <c:pt idx="4340">
                  <c:v>9160.3243084996466</c:v>
                </c:pt>
                <c:pt idx="4341">
                  <c:v>9160.6617538222417</c:v>
                </c:pt>
                <c:pt idx="4342">
                  <c:v>9161.2328615134629</c:v>
                </c:pt>
                <c:pt idx="4343">
                  <c:v>9161.6710964804424</c:v>
                </c:pt>
                <c:pt idx="4344">
                  <c:v>9161.9261377629882</c:v>
                </c:pt>
                <c:pt idx="4345">
                  <c:v>9161.9102086600979</c:v>
                </c:pt>
                <c:pt idx="4346">
                  <c:v>9162.2633552029147</c:v>
                </c:pt>
                <c:pt idx="4347">
                  <c:v>9162.4967884525067</c:v>
                </c:pt>
                <c:pt idx="4348">
                  <c:v>9164.4879628718572</c:v>
                </c:pt>
                <c:pt idx="4349">
                  <c:v>9164.2395363743381</c:v>
                </c:pt>
                <c:pt idx="4350">
                  <c:v>9164.1894693641771</c:v>
                </c:pt>
                <c:pt idx="4351">
                  <c:v>9164.1929681098281</c:v>
                </c:pt>
                <c:pt idx="4352">
                  <c:v>9166.1273110979091</c:v>
                </c:pt>
                <c:pt idx="4353">
                  <c:v>9165.9649847398723</c:v>
                </c:pt>
                <c:pt idx="4354">
                  <c:v>9165.9321321479511</c:v>
                </c:pt>
                <c:pt idx="4355">
                  <c:v>9165.9669426032051</c:v>
                </c:pt>
                <c:pt idx="4356">
                  <c:v>9165.9572842956532</c:v>
                </c:pt>
                <c:pt idx="4357">
                  <c:v>9165.955272798039</c:v>
                </c:pt>
                <c:pt idx="4358">
                  <c:v>9165.9549773157942</c:v>
                </c:pt>
                <c:pt idx="4359">
                  <c:v>9165.9549049659054</c:v>
                </c:pt>
                <c:pt idx="4360">
                  <c:v>9165.9673049317626</c:v>
                </c:pt>
                <c:pt idx="4361">
                  <c:v>9165.9641939319881</c:v>
                </c:pt>
                <c:pt idx="4362">
                  <c:v>9165.9635598272835</c:v>
                </c:pt>
                <c:pt idx="4363">
                  <c:v>9165.9587852887453</c:v>
                </c:pt>
                <c:pt idx="4364">
                  <c:v>9165.958719534894</c:v>
                </c:pt>
                <c:pt idx="4365">
                  <c:v>9165.9587049321199</c:v>
                </c:pt>
                <c:pt idx="4366">
                  <c:v>9165.9586956885887</c:v>
                </c:pt>
                <c:pt idx="4367">
                  <c:v>9165.9586878022674</c:v>
                </c:pt>
                <c:pt idx="4368">
                  <c:v>9167.3867327811713</c:v>
                </c:pt>
                <c:pt idx="4369">
                  <c:v>9167.3190566031117</c:v>
                </c:pt>
                <c:pt idx="4370">
                  <c:v>9167.3057595409027</c:v>
                </c:pt>
                <c:pt idx="4371">
                  <c:v>9167.6276995775734</c:v>
                </c:pt>
                <c:pt idx="4372">
                  <c:v>9167.6059498180402</c:v>
                </c:pt>
                <c:pt idx="4373">
                  <c:v>9167.6014914305724</c:v>
                </c:pt>
                <c:pt idx="4374">
                  <c:v>9168.4878710847534</c:v>
                </c:pt>
                <c:pt idx="4375">
                  <c:v>9169.6461699831507</c:v>
                </c:pt>
                <c:pt idx="4376">
                  <c:v>9169.5247276769242</c:v>
                </c:pt>
                <c:pt idx="4377">
                  <c:v>9169.4932888317926</c:v>
                </c:pt>
                <c:pt idx="4378">
                  <c:v>9169.549704428573</c:v>
                </c:pt>
                <c:pt idx="4379">
                  <c:v>9169.543123941854</c:v>
                </c:pt>
                <c:pt idx="4380">
                  <c:v>9169.5417771912471</c:v>
                </c:pt>
                <c:pt idx="4381">
                  <c:v>9169.5414892696153</c:v>
                </c:pt>
                <c:pt idx="4382">
                  <c:v>9169.5414400732261</c:v>
                </c:pt>
                <c:pt idx="4383">
                  <c:v>9169.5414197293303</c:v>
                </c:pt>
                <c:pt idx="4384">
                  <c:v>9169.5414052320702</c:v>
                </c:pt>
                <c:pt idx="4385">
                  <c:v>9169.541392035846</c:v>
                </c:pt>
                <c:pt idx="4386">
                  <c:v>9169.5413792627205</c:v>
                </c:pt>
                <c:pt idx="4387">
                  <c:v>9169.5413665655815</c:v>
                </c:pt>
                <c:pt idx="4388">
                  <c:v>9169.5412751827353</c:v>
                </c:pt>
                <c:pt idx="4389">
                  <c:v>9169.5410624953602</c:v>
                </c:pt>
                <c:pt idx="4390">
                  <c:v>9169.5410142366291</c:v>
                </c:pt>
                <c:pt idx="4391">
                  <c:v>9171.8346445133593</c:v>
                </c:pt>
                <c:pt idx="4392">
                  <c:v>9171.7375396667012</c:v>
                </c:pt>
                <c:pt idx="4393">
                  <c:v>9172.7714073519164</c:v>
                </c:pt>
                <c:pt idx="4394">
                  <c:v>9172.7113472422079</c:v>
                </c:pt>
                <c:pt idx="4395">
                  <c:v>9172.8837544836369</c:v>
                </c:pt>
                <c:pt idx="4396">
                  <c:v>9172.8728232035228</c:v>
                </c:pt>
                <c:pt idx="4397">
                  <c:v>9172.8705817641548</c:v>
                </c:pt>
                <c:pt idx="4398">
                  <c:v>9174.3710531147226</c:v>
                </c:pt>
                <c:pt idx="4399">
                  <c:v>9174.265780810947</c:v>
                </c:pt>
                <c:pt idx="4400">
                  <c:v>9174.3055556088075</c:v>
                </c:pt>
                <c:pt idx="4401">
                  <c:v>9174.294494211199</c:v>
                </c:pt>
                <c:pt idx="4402">
                  <c:v>9174.2922390113181</c:v>
                </c:pt>
                <c:pt idx="4403">
                  <c:v>9174.525631825898</c:v>
                </c:pt>
                <c:pt idx="4404">
                  <c:v>9174.4730668752381</c:v>
                </c:pt>
                <c:pt idx="4405">
                  <c:v>9174.4624306370024</c:v>
                </c:pt>
                <c:pt idx="4406">
                  <c:v>9174.4610071550705</c:v>
                </c:pt>
                <c:pt idx="4407">
                  <c:v>9174.4607084333438</c:v>
                </c:pt>
                <c:pt idx="4408">
                  <c:v>9174.4606383475639</c:v>
                </c:pt>
                <c:pt idx="4409">
                  <c:v>9174.4606143223627</c:v>
                </c:pt>
                <c:pt idx="4410">
                  <c:v>9174.4605996552473</c:v>
                </c:pt>
                <c:pt idx="4411">
                  <c:v>9174.4605868599501</c:v>
                </c:pt>
                <c:pt idx="4412">
                  <c:v>9174.4605744334003</c:v>
                </c:pt>
                <c:pt idx="4413">
                  <c:v>9174.9859901430755</c:v>
                </c:pt>
                <c:pt idx="4414">
                  <c:v>9178.1736820908773</c:v>
                </c:pt>
                <c:pt idx="4415">
                  <c:v>9178.0664283835904</c:v>
                </c:pt>
                <c:pt idx="4416">
                  <c:v>9178.0904223895504</c:v>
                </c:pt>
                <c:pt idx="4417">
                  <c:v>9178.108849356875</c:v>
                </c:pt>
                <c:pt idx="4418">
                  <c:v>9178.5735393037812</c:v>
                </c:pt>
                <c:pt idx="4419">
                  <c:v>9185.1116667169081</c:v>
                </c:pt>
                <c:pt idx="4420">
                  <c:v>9184.4381313611721</c:v>
                </c:pt>
                <c:pt idx="4421">
                  <c:v>9184.4381313611721</c:v>
                </c:pt>
                <c:pt idx="4422">
                  <c:v>9184.5406436746725</c:v>
                </c:pt>
                <c:pt idx="4423">
                  <c:v>9184.5406436746725</c:v>
                </c:pt>
                <c:pt idx="4424">
                  <c:v>9184.5406436746725</c:v>
                </c:pt>
                <c:pt idx="4425">
                  <c:v>9184.5406436746725</c:v>
                </c:pt>
                <c:pt idx="4426">
                  <c:v>9185.4998606367481</c:v>
                </c:pt>
                <c:pt idx="4427">
                  <c:v>9185.4176104585567</c:v>
                </c:pt>
                <c:pt idx="4428">
                  <c:v>9185.4009767774369</c:v>
                </c:pt>
                <c:pt idx="4429">
                  <c:v>9185.6765263771777</c:v>
                </c:pt>
                <c:pt idx="4430">
                  <c:v>9185.6393101944195</c:v>
                </c:pt>
                <c:pt idx="4431">
                  <c:v>9185.631816639212</c:v>
                </c:pt>
                <c:pt idx="4432">
                  <c:v>9185.6848589473175</c:v>
                </c:pt>
                <c:pt idx="4433">
                  <c:v>9185.6756968835107</c:v>
                </c:pt>
                <c:pt idx="4434">
                  <c:v>9185.6738456106141</c:v>
                </c:pt>
                <c:pt idx="4435">
                  <c:v>9186.4820162772303</c:v>
                </c:pt>
                <c:pt idx="4436">
                  <c:v>9186.4566716365098</c:v>
                </c:pt>
                <c:pt idx="4437">
                  <c:v>9189.6010955092534</c:v>
                </c:pt>
                <c:pt idx="4438">
                  <c:v>9189.4850731031529</c:v>
                </c:pt>
                <c:pt idx="4439">
                  <c:v>9189.4625040643296</c:v>
                </c:pt>
                <c:pt idx="4440">
                  <c:v>9194.0912580265922</c:v>
                </c:pt>
                <c:pt idx="4441">
                  <c:v>9194.003245999389</c:v>
                </c:pt>
                <c:pt idx="4442">
                  <c:v>9193.986573192271</c:v>
                </c:pt>
                <c:pt idx="4443">
                  <c:v>9194.1917473108533</c:v>
                </c:pt>
                <c:pt idx="4444">
                  <c:v>9194.6574869062897</c:v>
                </c:pt>
                <c:pt idx="4445">
                  <c:v>9198.1924567458664</c:v>
                </c:pt>
                <c:pt idx="4446">
                  <c:v>9198.074557303471</c:v>
                </c:pt>
                <c:pt idx="4447">
                  <c:v>9198.0491267563011</c:v>
                </c:pt>
                <c:pt idx="4448">
                  <c:v>9197.4214018373987</c:v>
                </c:pt>
                <c:pt idx="4449">
                  <c:v>9198.3730861406621</c:v>
                </c:pt>
                <c:pt idx="4450">
                  <c:v>9198.7995089626693</c:v>
                </c:pt>
                <c:pt idx="4451">
                  <c:v>9198.726886865823</c:v>
                </c:pt>
                <c:pt idx="4452">
                  <c:v>9198.7149017416959</c:v>
                </c:pt>
                <c:pt idx="4453">
                  <c:v>9199.1840888002243</c:v>
                </c:pt>
                <c:pt idx="4454">
                  <c:v>9199.1400817056856</c:v>
                </c:pt>
                <c:pt idx="4455">
                  <c:v>9199.1311279271758</c:v>
                </c:pt>
                <c:pt idx="4456">
                  <c:v>9199.1292831496976</c:v>
                </c:pt>
                <c:pt idx="4457">
                  <c:v>9199.1289135678762</c:v>
                </c:pt>
                <c:pt idx="4458">
                  <c:v>9199.1288299341977</c:v>
                </c:pt>
                <c:pt idx="4459">
                  <c:v>9199.1288027426344</c:v>
                </c:pt>
                <c:pt idx="4460">
                  <c:v>9199.1287870216729</c:v>
                </c:pt>
                <c:pt idx="4461">
                  <c:v>9199.1287786001212</c:v>
                </c:pt>
                <c:pt idx="4462">
                  <c:v>9199.1287706897856</c:v>
                </c:pt>
                <c:pt idx="4463">
                  <c:v>9199.825726699235</c:v>
                </c:pt>
                <c:pt idx="4464">
                  <c:v>9199.8002123360784</c:v>
                </c:pt>
                <c:pt idx="4465">
                  <c:v>9203.0891344209867</c:v>
                </c:pt>
                <c:pt idx="4466">
                  <c:v>9202.9885565254281</c:v>
                </c:pt>
                <c:pt idx="4467">
                  <c:v>9204.881458793363</c:v>
                </c:pt>
                <c:pt idx="4468">
                  <c:v>9204.9694347278346</c:v>
                </c:pt>
                <c:pt idx="4469">
                  <c:v>9204.9223605462212</c:v>
                </c:pt>
                <c:pt idx="4470">
                  <c:v>9204.914355466597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482-4EFF-ABB5-C8830F45B1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4238080"/>
        <c:axId val="194240000"/>
      </c:scatterChart>
      <c:valAx>
        <c:axId val="194238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40000"/>
        <c:crosses val="autoZero"/>
        <c:crossBetween val="midCat"/>
      </c:valAx>
      <c:valAx>
        <c:axId val="194240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380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D5D54-CE7B-4A69-9D25-FC42412A545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EEDB2-3576-468C-AB7E-39D5D47B5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0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3A4A-89E2-7D3B-C560-31716872C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86FBB-0F3F-2CCF-0235-3309C8B2E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E3C8-644F-0AB9-97F2-20E73601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4FE2C-F329-4263-AE16-6E0788AF1F79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5FB2D-2724-1C4E-0C02-FF716A81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9C738-8B3C-A76D-CA53-15853AD0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2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99F8-249B-70D0-1D53-1C01BDB4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D58A-B0A7-9652-3D33-2ADABE618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B758-D391-3FC4-B03E-081D79763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2ABD-274F-42EB-9C84-BD06F721D669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FFE0A-D4FF-5A67-4DAE-7A0B5203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225BD-9749-FD72-75BF-AC45B6FD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FE8D-31B8-783B-BD2F-ECBBF13E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3756B-6212-0586-EE2E-742F6EBCB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D2442-25C1-B243-DF4E-5948A93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D107-E288-4CBF-882F-03EA07192B90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5B4F6-F44D-7180-FE68-62FD3512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A70EC-23E1-2B72-0E29-79B5FF7F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8A0B-4DB9-5929-98BE-98EA2A1A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31DE-4FBE-5FCA-C4F8-C8C3B14A0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37D26-EEC7-1EC7-CF90-BEBE38DFF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1D25E-2B88-1117-692D-BD0A27C0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C9B6-4860-4DDE-AB9F-10D72940FEC7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878F-CE2E-AE34-2B3C-36C5B7AE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73104-89C9-8FFE-7EC9-AED81876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4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42E6-729B-2A29-B3AD-3A8CF5D6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76A23-6158-A54E-1376-E46CAC3B5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0B5CD-9534-738F-6044-E5B5D098A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DA0A5-8EDB-9D69-FA2F-22C7618E9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84113-7507-0743-3312-0F8B1C2BC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F8427-2CC4-1B59-765D-A586DE8D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5BCB-CC70-47FD-B441-EFB70B3D0E95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E8939-D3F0-2B8C-5F94-2810D9F8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EE9C0-7A49-B288-DDEF-477003DA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4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02A6-59B8-23D8-2CE1-8C118BFE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91851-02CA-E060-FAF1-1A0B8187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7663-EEB9-4E1B-9FAA-7DD096E29C46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BD100-D46C-EB99-122C-AC8DA4FA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A4456-459A-8E0D-1730-09B6666C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4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84538-29AF-5E29-9C53-627C3566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2BDF6-1CCE-4A8D-B758-E28D1CA246F9}" type="datetime1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A885F-DE10-1AB4-CF16-734FA317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66B9E-6050-2ECB-9B19-15566E6F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2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4C2A-5BCE-60E8-3990-BCEF4871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503E-0D48-ADF5-4992-AC339DB57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5103F-92E0-1ED8-5F84-4564CAE7F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47629-707A-5A94-CC01-41655576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E365-7470-464A-8369-C7FCE7CE6DB1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2AB45-00D9-8397-CDB2-A127CE86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8BB3B-A1C8-A9BA-2AE9-3437C308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1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FA7A-1AC8-F98F-5405-8D9C1398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6E536-3503-CB6E-119E-6B1DAE92F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B6B81-FEE2-C248-C6A4-AAB8922CC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9307D-07E5-E07C-E3AA-13434206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8DE9-2D8D-46CF-A159-A4E17CFF755B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92DD1-8BE3-C745-780C-81D70B2D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EE049-6859-5F61-B067-037A0EBC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7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BCF6-69F4-A762-D0FA-EE66C13E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D4DFE-6E45-3D88-7F88-7FB0618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7C37D-7B43-6AA1-9683-0630B2A8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E748-97C8-4B26-A1D7-05D698BEF1BC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B75A1-ACDD-7500-8ED5-4DB58B95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9A12-555A-B083-8442-394BE27A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905F7-6054-C812-7E1F-D17016844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D1D5D-6CD3-E7DB-AB2C-85B72691C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AF6B-D717-E762-0166-2DEEE087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6064-09C0-48DA-AC1E-F31F2AC8E5A0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77A75-F77C-7F7B-298A-CB72449C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64FBF-EC5A-4CE8-EE06-B9753775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516E3-12CD-0C90-F785-1CBDAFFB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43CD-9E82-DF1F-96E4-43FDE0E58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02E54-0043-6A54-A385-C79A4F19F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1BEF5-42AD-40FF-BCD0-69C68157891D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E13B5-064E-D10B-FEFC-04F227D04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E0289-15C6-2EA0-2D83-1EE34E47E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2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E1873-D8AB-7C41-8698-E6E96EAD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C0F4C1-54C2-7E4F-0F3B-115CB8CAAE02}"/>
              </a:ext>
            </a:extLst>
          </p:cNvPr>
          <p:cNvSpPr txBox="1"/>
          <p:nvPr/>
        </p:nvSpPr>
        <p:spPr>
          <a:xfrm>
            <a:off x="611111" y="374342"/>
            <a:ext cx="7587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/>
            <a:r>
              <a:rPr lang="en-US" sz="2000" b="1" dirty="0"/>
              <a:t>Progress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7281C9-1840-EBAE-6814-A36D1CB7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5376D-6A07-92BF-A8C6-B017B9C216AF}"/>
              </a:ext>
            </a:extLst>
          </p:cNvPr>
          <p:cNvSpPr txBox="1"/>
          <p:nvPr/>
        </p:nvSpPr>
        <p:spPr>
          <a:xfrm>
            <a:off x="915046" y="818459"/>
            <a:ext cx="75875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buFont typeface="Wingdings" panose="05000000000000000000" pitchFamily="2" charset="2"/>
              <a:buChar char="ü"/>
            </a:pPr>
            <a:r>
              <a:rPr lang="en-US" dirty="0"/>
              <a:t>Online-training</a:t>
            </a:r>
          </a:p>
          <a:p>
            <a:pPr marL="285750" indent="-285750" eaLnBrk="0" fontAlgn="base" hangingPunct="0">
              <a:buFont typeface="Wingdings" panose="05000000000000000000" pitchFamily="2" charset="2"/>
              <a:buChar char="ü"/>
            </a:pPr>
            <a:r>
              <a:rPr lang="en-US" dirty="0"/>
              <a:t>Tracking error as input</a:t>
            </a:r>
          </a:p>
          <a:p>
            <a:pPr marL="285750" indent="-285750" eaLnBrk="0" fontAlgn="base" hangingPunct="0">
              <a:buFont typeface="Wingdings" panose="05000000000000000000" pitchFamily="2" charset="2"/>
              <a:buChar char="ü"/>
            </a:pPr>
            <a:r>
              <a:rPr lang="en-US" dirty="0"/>
              <a:t>Fine tunning the RL pretraining phase</a:t>
            </a:r>
          </a:p>
          <a:p>
            <a:pPr marL="285750" indent="-285750" eaLnBrk="0" fontAlgn="base" hangingPunct="0">
              <a:buFont typeface="Wingdings" panose="05000000000000000000" pitchFamily="2" charset="2"/>
              <a:buChar char="Ø"/>
            </a:pPr>
            <a:r>
              <a:rPr lang="en-US" dirty="0"/>
              <a:t>MPC horizon</a:t>
            </a:r>
          </a:p>
          <a:p>
            <a:pPr eaLnBrk="0" fontAlgn="base" hangingPunct="0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631C44-24B0-F45E-F1B5-A1C1CEEF567A}"/>
              </a:ext>
            </a:extLst>
          </p:cNvPr>
          <p:cNvSpPr txBox="1"/>
          <p:nvPr/>
        </p:nvSpPr>
        <p:spPr>
          <a:xfrm>
            <a:off x="465196" y="2329146"/>
            <a:ext cx="7587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/>
            <a:r>
              <a:rPr lang="en-US" sz="2000" b="1" dirty="0"/>
              <a:t>RL-DA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0B0CB8-5206-0DFE-FDC5-681C6CFAB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27" y="3001933"/>
            <a:ext cx="5787958" cy="3475275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E9AF0627-556A-3950-B44D-2A0B7B8761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298979"/>
              </p:ext>
            </p:extLst>
          </p:nvPr>
        </p:nvGraphicFramePr>
        <p:xfrm>
          <a:off x="6061185" y="3001933"/>
          <a:ext cx="5894965" cy="353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2CD96329-4DDD-9DCB-4FF9-0162AA4DA15F}"/>
              </a:ext>
            </a:extLst>
          </p:cNvPr>
          <p:cNvSpPr/>
          <p:nvPr/>
        </p:nvSpPr>
        <p:spPr>
          <a:xfrm>
            <a:off x="1945532" y="6128424"/>
            <a:ext cx="1211946" cy="30987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884B45-E82E-BA7D-C16E-EE4449F2156C}"/>
              </a:ext>
            </a:extLst>
          </p:cNvPr>
          <p:cNvSpPr/>
          <p:nvPr/>
        </p:nvSpPr>
        <p:spPr>
          <a:xfrm>
            <a:off x="8502622" y="6152950"/>
            <a:ext cx="566030" cy="28534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6B2C07-DECA-CBBC-4CA1-E2E710E32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938" y="1057013"/>
            <a:ext cx="5238730" cy="10641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1B86558-29C3-B1B4-DCA1-3C79320BCDCF}"/>
              </a:ext>
            </a:extLst>
          </p:cNvPr>
          <p:cNvSpPr txBox="1"/>
          <p:nvPr/>
        </p:nvSpPr>
        <p:spPr>
          <a:xfrm>
            <a:off x="5989849" y="195977"/>
            <a:ext cx="7587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/>
            <a:r>
              <a:rPr lang="en-US" sz="2000" b="1" dirty="0"/>
              <a:t>RL-DU (10D input)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929BF8-A456-DA77-4B41-CCBC628B97F4}"/>
              </a:ext>
            </a:extLst>
          </p:cNvPr>
          <p:cNvSpPr txBox="1"/>
          <p:nvPr/>
        </p:nvSpPr>
        <p:spPr>
          <a:xfrm>
            <a:off x="611111" y="2730058"/>
            <a:ext cx="2986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Changing gamma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D502E9-C07B-82DD-8D84-7119622FFE55}"/>
              </a:ext>
            </a:extLst>
          </p:cNvPr>
          <p:cNvSpPr txBox="1"/>
          <p:nvPr/>
        </p:nvSpPr>
        <p:spPr>
          <a:xfrm>
            <a:off x="6226938" y="640094"/>
            <a:ext cx="2986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Changing Anchor 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88CE76-A317-FC0E-992C-F976FA9D3C19}"/>
              </a:ext>
            </a:extLst>
          </p:cNvPr>
          <p:cNvSpPr txBox="1"/>
          <p:nvPr/>
        </p:nvSpPr>
        <p:spPr>
          <a:xfrm>
            <a:off x="6226938" y="2496263"/>
            <a:ext cx="4289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Changing tracking penalty weight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952C07-5607-C730-BC50-2647CCD2BB14}"/>
              </a:ext>
            </a:extLst>
          </p:cNvPr>
          <p:cNvSpPr/>
          <p:nvPr/>
        </p:nvSpPr>
        <p:spPr>
          <a:xfrm>
            <a:off x="6226937" y="1655255"/>
            <a:ext cx="4658313" cy="23497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28C1AE-0DBE-66B9-3FDA-6E8CC81BFEE9}"/>
              </a:ext>
            </a:extLst>
          </p:cNvPr>
          <p:cNvSpPr txBox="1"/>
          <p:nvPr/>
        </p:nvSpPr>
        <p:spPr>
          <a:xfrm>
            <a:off x="129744" y="6550223"/>
            <a:ext cx="2986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22-Oct-2025</a:t>
            </a:r>
          </a:p>
        </p:txBody>
      </p:sp>
    </p:spTree>
    <p:extLst>
      <p:ext uri="{BB962C8B-B14F-4D97-AF65-F5344CB8AC3E}">
        <p14:creationId xmlns:p14="http://schemas.microsoft.com/office/powerpoint/2010/main" val="4197032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ABF3D-0186-EEA2-7BFD-EF360906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66C4E-186D-2897-3BBF-C7DA1A77D3F0}"/>
              </a:ext>
            </a:extLst>
          </p:cNvPr>
          <p:cNvSpPr txBox="1"/>
          <p:nvPr/>
        </p:nvSpPr>
        <p:spPr>
          <a:xfrm>
            <a:off x="594240" y="403551"/>
            <a:ext cx="75875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/>
            <a:r>
              <a:rPr lang="en-US" sz="2000" b="1" dirty="0"/>
              <a:t>MPC-RL</a:t>
            </a:r>
          </a:p>
          <a:p>
            <a:pPr eaLnBrk="0" fontAlgn="base" hangingPunct="0"/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2B4246-FCBC-26A4-D4BA-418FFBDAA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612" y="1436452"/>
            <a:ext cx="6962775" cy="190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1B54C8-4365-FEA0-BDEF-150E2290960E}"/>
              </a:ext>
            </a:extLst>
          </p:cNvPr>
          <p:cNvSpPr txBox="1"/>
          <p:nvPr/>
        </p:nvSpPr>
        <p:spPr>
          <a:xfrm>
            <a:off x="912667" y="926771"/>
            <a:ext cx="2986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Changing time horizon</a:t>
            </a:r>
          </a:p>
        </p:txBody>
      </p:sp>
    </p:spTree>
    <p:extLst>
      <p:ext uri="{BB962C8B-B14F-4D97-AF65-F5344CB8AC3E}">
        <p14:creationId xmlns:p14="http://schemas.microsoft.com/office/powerpoint/2010/main" val="212048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7B24AE-7E79-A915-1ECE-2B708C64E97E}"/>
              </a:ext>
            </a:extLst>
          </p:cNvPr>
          <p:cNvSpPr txBox="1"/>
          <p:nvPr/>
        </p:nvSpPr>
        <p:spPr>
          <a:xfrm>
            <a:off x="497733" y="1636849"/>
            <a:ext cx="333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Possible differentiation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DEDBB-4132-7A8A-8A93-A80710DA970F}"/>
              </a:ext>
            </a:extLst>
          </p:cNvPr>
          <p:cNvSpPr txBox="1"/>
          <p:nvPr/>
        </p:nvSpPr>
        <p:spPr>
          <a:xfrm>
            <a:off x="964345" y="2266818"/>
            <a:ext cx="6331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1) Testing generalization over LFP, NMC, NCA, degraded</a:t>
            </a:r>
          </a:p>
          <a:p>
            <a:r>
              <a:rPr lang="en-US" dirty="0"/>
              <a:t> </a:t>
            </a:r>
          </a:p>
          <a:p>
            <a:pPr lvl="0"/>
            <a:r>
              <a:rPr lang="en-US" dirty="0"/>
              <a:t>2) Degradation rate control</a:t>
            </a:r>
          </a:p>
          <a:p>
            <a:pPr lvl="0"/>
            <a:r>
              <a:rPr lang="en-US" dirty="0"/>
              <a:t> </a:t>
            </a:r>
          </a:p>
          <a:p>
            <a:pPr lvl="0"/>
            <a:r>
              <a:rPr lang="en-US" dirty="0"/>
              <a:t>3) Measurement noise of SoC</a:t>
            </a:r>
          </a:p>
          <a:p>
            <a:r>
              <a:rPr lang="en-US" dirty="0"/>
              <a:t> </a:t>
            </a:r>
          </a:p>
          <a:p>
            <a:pPr lvl="0"/>
            <a:r>
              <a:rPr lang="en-US" dirty="0"/>
              <a:t>4) Partial observability: SoC, Kalman filter?</a:t>
            </a:r>
          </a:p>
          <a:p>
            <a:r>
              <a:rPr lang="en-US" dirty="0"/>
              <a:t> </a:t>
            </a:r>
          </a:p>
          <a:p>
            <a:pPr lvl="0"/>
            <a:r>
              <a:rPr lang="en-US" dirty="0"/>
              <a:t>5) Offline/Online learning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6) </a:t>
            </a:r>
            <a:r>
              <a:rPr lang="en-US" dirty="0" err="1"/>
              <a:t>SafeRL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26F4EF-F684-3352-5005-13C64B0FA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44" y="665456"/>
            <a:ext cx="2785186" cy="306371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9EDD21-2B7C-B77F-34DD-C29F9350F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F37874-7798-CE36-452D-7B0E6EEAB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306" y="459846"/>
            <a:ext cx="2460085" cy="11996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251323-5A91-3AA8-8ACD-3CB5F48CF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689" y="2900852"/>
            <a:ext cx="2927317" cy="5147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A68E79-3172-804B-7311-4730FCC8D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153" y="4470810"/>
            <a:ext cx="3261502" cy="14350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CBD1454-4A54-7AD1-B5D6-8F8C65DFC8EC}"/>
              </a:ext>
            </a:extLst>
          </p:cNvPr>
          <p:cNvSpPr txBox="1"/>
          <p:nvPr/>
        </p:nvSpPr>
        <p:spPr>
          <a:xfrm>
            <a:off x="7682419" y="3493454"/>
            <a:ext cx="333496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4, online learning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B65A6E-8BB5-3864-E3AD-1CFA266026A0}"/>
              </a:ext>
            </a:extLst>
          </p:cNvPr>
          <p:cNvSpPr txBox="1"/>
          <p:nvPr/>
        </p:nvSpPr>
        <p:spPr>
          <a:xfrm>
            <a:off x="7579771" y="1651434"/>
            <a:ext cx="333496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1,2, 3, online learning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C77337-26A3-E600-27D3-2452257F1ACA}"/>
              </a:ext>
            </a:extLst>
          </p:cNvPr>
          <p:cNvSpPr txBox="1"/>
          <p:nvPr/>
        </p:nvSpPr>
        <p:spPr>
          <a:xfrm>
            <a:off x="7693157" y="6016949"/>
            <a:ext cx="333496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1,2,4, online learning</a:t>
            </a:r>
          </a:p>
        </p:txBody>
      </p:sp>
    </p:spTree>
    <p:extLst>
      <p:ext uri="{BB962C8B-B14F-4D97-AF65-F5344CB8AC3E}">
        <p14:creationId xmlns:p14="http://schemas.microsoft.com/office/powerpoint/2010/main" val="153735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100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Pourjam, Rasa</dc:creator>
  <cp:lastModifiedBy>Pourjam, Rasa</cp:lastModifiedBy>
  <cp:revision>14</cp:revision>
  <dcterms:created xsi:type="dcterms:W3CDTF">2025-10-02T19:56:12Z</dcterms:created>
  <dcterms:modified xsi:type="dcterms:W3CDTF">2025-10-22T18:27:04Z</dcterms:modified>
</cp:coreProperties>
</file>